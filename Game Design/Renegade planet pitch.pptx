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73" r:id="rId4"/>
  </p:sldMasterIdLst>
  <p:sldIdLst>
    <p:sldId id="257" r:id="rId5"/>
    <p:sldId id="261" r:id="rId6"/>
    <p:sldId id="266" r:id="rId7"/>
    <p:sldId id="263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7903F"/>
    <a:srgbClr val="344529"/>
    <a:srgbClr val="2B3922"/>
    <a:srgbClr val="2E3722"/>
    <a:srgbClr val="FCF7F1"/>
    <a:srgbClr val="B8D233"/>
    <a:srgbClr val="5CC6D6"/>
    <a:srgbClr val="F8D22F"/>
    <a:srgbClr val="F03F2B"/>
    <a:srgbClr val="3488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28" autoAdjust="0"/>
    <p:restoredTop sz="94619" autoAdjust="0"/>
  </p:normalViewPr>
  <p:slideViewPr>
    <p:cSldViewPr snapToGrid="0">
      <p:cViewPr varScale="1">
        <p:scale>
          <a:sx n="114" d="100"/>
          <a:sy n="114" d="100"/>
        </p:scale>
        <p:origin x="3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image" Target="../media/image14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Relationship Id="rId14" Type="http://schemas.openxmlformats.org/officeDocument/2006/relationships/image" Target="../media/image2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image" Target="../media/image14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Relationship Id="rId14" Type="http://schemas.openxmlformats.org/officeDocument/2006/relationships/image" Target="../media/image2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0FC4FFE-8987-4A26-B7F4-8A516F18ADA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Our Game</a:t>
          </a:r>
        </a:p>
      </dgm:t>
    </dgm:pt>
    <dgm:pt modelId="{CAD7EF86-FB23-41F6-BF42-040B36DEFDB1}" type="parTrans" cxnId="{C7AD8469-3C68-4AF9-AB82-79B0043AA120}">
      <dgm:prSet/>
      <dgm:spPr/>
      <dgm:t>
        <a:bodyPr/>
        <a:lstStyle/>
        <a:p>
          <a:endParaRPr lang="en-US"/>
        </a:p>
      </dgm:t>
    </dgm:pt>
    <dgm:pt modelId="{5B62599A-5C9B-48E7-896E-EA782AC60C8B}" type="sibTrans" cxnId="{C7AD8469-3C68-4AF9-AB82-79B0043AA120}">
      <dgm:prSet/>
      <dgm:spPr/>
      <dgm:t>
        <a:bodyPr/>
        <a:lstStyle/>
        <a:p>
          <a:endParaRPr lang="en-US"/>
        </a:p>
      </dgm:t>
    </dgm:pt>
    <dgm:pt modelId="{49225C73-1633-42F1-AB3B-7CB183E5F8B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Our partners</a:t>
          </a:r>
        </a:p>
      </dgm:t>
    </dgm:pt>
    <dgm:pt modelId="{1A0E2090-1D4F-438A-8766-B6030CE01ADD}" type="parTrans" cxnId="{A9154303-8225-4248-91DC-1B0156A35F07}">
      <dgm:prSet/>
      <dgm:spPr/>
      <dgm:t>
        <a:bodyPr/>
        <a:lstStyle/>
        <a:p>
          <a:endParaRPr lang="en-US"/>
        </a:p>
      </dgm:t>
    </dgm:pt>
    <dgm:pt modelId="{9646853A-8964-4519-A5B1-0B7D18B2983D}" type="sibTrans" cxnId="{A9154303-8225-4248-91DC-1B0156A35F07}">
      <dgm:prSet/>
      <dgm:spPr/>
      <dgm:t>
        <a:bodyPr/>
        <a:lstStyle/>
        <a:p>
          <a:endParaRPr lang="en-US"/>
        </a:p>
      </dgm:t>
    </dgm:pt>
    <dgm:pt modelId="{1C383F32-22E8-4F62-A3E0-BDC3D5F4899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Why our game?</a:t>
          </a:r>
        </a:p>
      </dgm:t>
    </dgm:pt>
    <dgm:pt modelId="{A7920A2F-3244-4159-AF04-6A1D38B7B317}" type="parTrans" cxnId="{C4CCE57E-E871-46D6-BAD5-880252C95D22}">
      <dgm:prSet/>
      <dgm:spPr/>
      <dgm:t>
        <a:bodyPr/>
        <a:lstStyle/>
        <a:p>
          <a:endParaRPr lang="en-US"/>
        </a:p>
      </dgm:t>
    </dgm:pt>
    <dgm:pt modelId="{8500F72A-2C6D-4FDF-9C1D-CA691380EB0B}" type="sibTrans" cxnId="{C4CCE57E-E871-46D6-BAD5-880252C95D22}">
      <dgm:prSet/>
      <dgm:spPr/>
      <dgm:t>
        <a:bodyPr/>
        <a:lstStyle/>
        <a:p>
          <a:endParaRPr lang="en-US"/>
        </a:p>
      </dgm:t>
    </dgm:pt>
    <dgm:pt modelId="{23160EEC-C907-4508-B123-28114F09AEF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CA" dirty="0"/>
            <a:t>Art and Inspiration</a:t>
          </a:r>
        </a:p>
      </dgm:t>
    </dgm:pt>
    <dgm:pt modelId="{CCEED711-11D9-4E9D-96CF-593BD938559F}" type="parTrans" cxnId="{78C20608-4C14-4B79-9E5C-7811E255D4C8}">
      <dgm:prSet/>
      <dgm:spPr/>
      <dgm:t>
        <a:bodyPr/>
        <a:lstStyle/>
        <a:p>
          <a:endParaRPr lang="en-CA"/>
        </a:p>
      </dgm:t>
    </dgm:pt>
    <dgm:pt modelId="{CD5407CB-2272-4F99-9997-37FF36A198B6}" type="sibTrans" cxnId="{78C20608-4C14-4B79-9E5C-7811E255D4C8}">
      <dgm:prSet/>
      <dgm:spPr/>
      <dgm:t>
        <a:bodyPr/>
        <a:lstStyle/>
        <a:p>
          <a:endParaRPr lang="en-CA"/>
        </a:p>
      </dgm:t>
    </dgm:pt>
    <dgm:pt modelId="{50B3CE7C-E10B-4E23-BD93-03664997C932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DE9CE479-E4AE-4283-AEF1-10C1535B4324}" type="pres">
      <dgm:prSet presAssocID="{40FC4FFE-8987-4A26-B7F4-8A516F18ADAE}" presName="compNode" presStyleCnt="0"/>
      <dgm:spPr/>
    </dgm:pt>
    <dgm:pt modelId="{B59FCF02-CAD2-4D6F-9542-AD86711168CA}" type="pres">
      <dgm:prSet presAssocID="{40FC4FFE-8987-4A26-B7F4-8A516F18ADAE}" presName="iconBgRect" presStyleLbl="bgShp" presStyleIdx="0" presStyleCnt="4"/>
      <dgm:spPr/>
    </dgm:pt>
    <dgm:pt modelId="{7C175B98-93F4-4D7C-BB95-1514AB879CD5}" type="pres">
      <dgm:prSet presAssocID="{40FC4FFE-8987-4A26-B7F4-8A516F18ADAE}" presName="iconRect" presStyleLbl="node1" presStyleIdx="0" presStyleCnt="4" custLinFactNeighborX="465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uzzle pieces"/>
        </a:ext>
      </dgm:extLst>
    </dgm:pt>
    <dgm:pt modelId="{677A3090-5F01-43FD-9FA6-C0420AD80FD6}" type="pres">
      <dgm:prSet presAssocID="{40FC4FFE-8987-4A26-B7F4-8A516F18ADAE}" presName="spaceRect" presStyleCnt="0"/>
      <dgm:spPr/>
    </dgm:pt>
    <dgm:pt modelId="{127117FB-F8A7-4A20-A8A7-EC686DDC76D0}" type="pres">
      <dgm:prSet presAssocID="{40FC4FFE-8987-4A26-B7F4-8A516F18ADAE}" presName="textRect" presStyleLbl="revTx" presStyleIdx="0" presStyleCnt="4">
        <dgm:presLayoutVars>
          <dgm:chMax val="1"/>
          <dgm:chPref val="1"/>
        </dgm:presLayoutVars>
      </dgm:prSet>
      <dgm:spPr/>
    </dgm:pt>
    <dgm:pt modelId="{FD1EED9C-83D3-41AD-A09B-D3B36354168F}" type="pres">
      <dgm:prSet presAssocID="{5B62599A-5C9B-48E7-896E-EA782AC60C8B}" presName="sibTrans" presStyleCnt="0"/>
      <dgm:spPr/>
    </dgm:pt>
    <dgm:pt modelId="{C998AB0A-577D-44AA-A068-F634DDE7BD47}" type="pres">
      <dgm:prSet presAssocID="{49225C73-1633-42F1-AB3B-7CB183E5F8B8}" presName="compNode" presStyleCnt="0"/>
      <dgm:spPr/>
    </dgm:pt>
    <dgm:pt modelId="{BCD8CDD9-0C56-4401-ADB1-8B48DAB2C96F}" type="pres">
      <dgm:prSet presAssocID="{49225C73-1633-42F1-AB3B-7CB183E5F8B8}" presName="iconBgRect" presStyleLbl="bgShp" presStyleIdx="1" presStyleCnt="4"/>
      <dgm:spPr>
        <a:solidFill>
          <a:srgbClr val="002060"/>
        </a:solidFill>
      </dgm:spPr>
    </dgm:pt>
    <dgm:pt modelId="{DB4CA7C4-FCA1-4127-B20A-2A5C031A3CF4}" type="pres">
      <dgm:prSet presAssocID="{49225C73-1633-42F1-AB3B-7CB183E5F8B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9B0C8FBF-0BDD-48A5-967E-F3FE71659F6A}" type="pres">
      <dgm:prSet presAssocID="{49225C73-1633-42F1-AB3B-7CB183E5F8B8}" presName="spaceRect" presStyleCnt="0"/>
      <dgm:spPr/>
    </dgm:pt>
    <dgm:pt modelId="{7E6FE37A-5DB0-4899-9FCB-0CE39BC185F8}" type="pres">
      <dgm:prSet presAssocID="{49225C73-1633-42F1-AB3B-7CB183E5F8B8}" presName="textRect" presStyleLbl="revTx" presStyleIdx="1" presStyleCnt="4">
        <dgm:presLayoutVars>
          <dgm:chMax val="1"/>
          <dgm:chPref val="1"/>
        </dgm:presLayoutVars>
      </dgm:prSet>
      <dgm:spPr/>
    </dgm:pt>
    <dgm:pt modelId="{5A266296-0042-402F-92EF-D59AB148E92E}" type="pres">
      <dgm:prSet presAssocID="{9646853A-8964-4519-A5B1-0B7D18B2983D}" presName="sibTrans" presStyleCnt="0"/>
      <dgm:spPr/>
    </dgm:pt>
    <dgm:pt modelId="{ECFA770B-DE2C-4683-A038-58D0FE44BC27}" type="pres">
      <dgm:prSet presAssocID="{1C383F32-22E8-4F62-A3E0-BDC3D5F48992}" presName="compNode" presStyleCnt="0"/>
      <dgm:spPr/>
    </dgm:pt>
    <dgm:pt modelId="{FF93E135-77D6-48A0-8871-9BC93D705D06}" type="pres">
      <dgm:prSet presAssocID="{1C383F32-22E8-4F62-A3E0-BDC3D5F48992}" presName="iconBgRect" presStyleLbl="bgShp" presStyleIdx="2" presStyleCnt="4"/>
      <dgm:spPr>
        <a:solidFill>
          <a:srgbClr val="57903F"/>
        </a:solidFill>
      </dgm:spPr>
    </dgm:pt>
    <dgm:pt modelId="{39509775-983E-4110-B989-EE2CD6514BE0}" type="pres">
      <dgm:prSet presAssocID="{1C383F32-22E8-4F62-A3E0-BDC3D5F4899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93B43B2-705C-4AE5-8A77-D8DEEDA1B5CF}" type="pres">
      <dgm:prSet presAssocID="{1C383F32-22E8-4F62-A3E0-BDC3D5F48992}" presName="spaceRect" presStyleCnt="0"/>
      <dgm:spPr/>
    </dgm:pt>
    <dgm:pt modelId="{1AEDC777-00B3-41D7-9AE1-23D741E941C3}" type="pres">
      <dgm:prSet presAssocID="{1C383F32-22E8-4F62-A3E0-BDC3D5F48992}" presName="textRect" presStyleLbl="revTx" presStyleIdx="2" presStyleCnt="4">
        <dgm:presLayoutVars>
          <dgm:chMax val="1"/>
          <dgm:chPref val="1"/>
        </dgm:presLayoutVars>
      </dgm:prSet>
      <dgm:spPr/>
    </dgm:pt>
    <dgm:pt modelId="{DD6680D6-0188-4229-8D0E-3739F72E8E98}" type="pres">
      <dgm:prSet presAssocID="{8500F72A-2C6D-4FDF-9C1D-CA691380EB0B}" presName="sibTrans" presStyleCnt="0"/>
      <dgm:spPr/>
    </dgm:pt>
    <dgm:pt modelId="{46BE7DFC-F8B3-4C75-9348-649DCB9C2BF9}" type="pres">
      <dgm:prSet presAssocID="{23160EEC-C907-4508-B123-28114F09AEFC}" presName="compNode" presStyleCnt="0"/>
      <dgm:spPr/>
    </dgm:pt>
    <dgm:pt modelId="{E78B6415-0946-45B2-8E77-6FDA848BFB27}" type="pres">
      <dgm:prSet presAssocID="{23160EEC-C907-4508-B123-28114F09AEFC}" presName="iconBgRect" presStyleLbl="bgShp" presStyleIdx="3" presStyleCnt="4"/>
      <dgm:spPr/>
    </dgm:pt>
    <dgm:pt modelId="{AE14214E-EEDF-4A6C-965D-931FCEFAE467}" type="pres">
      <dgm:prSet presAssocID="{23160EEC-C907-4508-B123-28114F09AEF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asel"/>
        </a:ext>
      </dgm:extLst>
    </dgm:pt>
    <dgm:pt modelId="{31AA2A2D-BDD6-46A3-93CB-DD8BF0A6D087}" type="pres">
      <dgm:prSet presAssocID="{23160EEC-C907-4508-B123-28114F09AEFC}" presName="spaceRect" presStyleCnt="0"/>
      <dgm:spPr/>
    </dgm:pt>
    <dgm:pt modelId="{3468E5EA-B940-4D1A-AB8A-ABB326D569C7}" type="pres">
      <dgm:prSet presAssocID="{23160EEC-C907-4508-B123-28114F09AEF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1" destOrd="0" parTransId="{1A0E2090-1D4F-438A-8766-B6030CE01ADD}" sibTransId="{9646853A-8964-4519-A5B1-0B7D18B2983D}"/>
    <dgm:cxn modelId="{78C20608-4C14-4B79-9E5C-7811E255D4C8}" srcId="{01A66772-F185-4D58-B8BB-E9370D7A7A2B}" destId="{23160EEC-C907-4508-B123-28114F09AEFC}" srcOrd="3" destOrd="0" parTransId="{CCEED711-11D9-4E9D-96CF-593BD938559F}" sibTransId="{CD5407CB-2272-4F99-9997-37FF36A198B6}"/>
    <dgm:cxn modelId="{7A710F69-5154-4855-ACF5-BC7C1BF85A80}" type="presOf" srcId="{49225C73-1633-42F1-AB3B-7CB183E5F8B8}" destId="{7E6FE37A-5DB0-4899-9FCB-0CE39BC185F8}" srcOrd="0" destOrd="0" presId="urn:microsoft.com/office/officeart/2018/5/layout/IconCircleLabelList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676D3A6A-6EA7-4483-BB12-0BD4A7D7AF9D}" type="presOf" srcId="{01A66772-F185-4D58-B8BB-E9370D7A7A2B}" destId="{50B3CE7C-E10B-4E23-BD93-03664997C932}" srcOrd="0" destOrd="0" presId="urn:microsoft.com/office/officeart/2018/5/layout/IconCircleLabelList"/>
    <dgm:cxn modelId="{1496FC70-DB8B-48D4-98DE-DD2856E389EE}" type="presOf" srcId="{1C383F32-22E8-4F62-A3E0-BDC3D5F48992}" destId="{1AEDC777-00B3-41D7-9AE1-23D741E941C3}" srcOrd="0" destOrd="0" presId="urn:microsoft.com/office/officeart/2018/5/layout/IconCircleLabelList"/>
    <dgm:cxn modelId="{C4CCE57E-E871-46D6-BAD5-880252C95D22}" srcId="{01A66772-F185-4D58-B8BB-E9370D7A7A2B}" destId="{1C383F32-22E8-4F62-A3E0-BDC3D5F48992}" srcOrd="2" destOrd="0" parTransId="{A7920A2F-3244-4159-AF04-6A1D38B7B317}" sibTransId="{8500F72A-2C6D-4FDF-9C1D-CA691380EB0B}"/>
    <dgm:cxn modelId="{8DFE949D-45F8-4CC8-8628-78FCDE7B6D18}" type="presOf" srcId="{23160EEC-C907-4508-B123-28114F09AEFC}" destId="{3468E5EA-B940-4D1A-AB8A-ABB326D569C7}" srcOrd="0" destOrd="0" presId="urn:microsoft.com/office/officeart/2018/5/layout/IconCircleLabelList"/>
    <dgm:cxn modelId="{355227E3-55E0-4343-BC8D-FC0EB1694F48}" type="presOf" srcId="{40FC4FFE-8987-4A26-B7F4-8A516F18ADAE}" destId="{127117FB-F8A7-4A20-A8A7-EC686DDC76D0}" srcOrd="0" destOrd="0" presId="urn:microsoft.com/office/officeart/2018/5/layout/IconCircleLabelList"/>
    <dgm:cxn modelId="{555498CB-3ED1-404E-A25F-EB243EFC5FB1}" type="presParOf" srcId="{50B3CE7C-E10B-4E23-BD93-03664997C932}" destId="{DE9CE479-E4AE-4283-AEF1-10C1535B4324}" srcOrd="0" destOrd="0" presId="urn:microsoft.com/office/officeart/2018/5/layout/IconCircleLabelList"/>
    <dgm:cxn modelId="{11F12D49-CD08-4D50-BD13-3ECBC3A476A4}" type="presParOf" srcId="{DE9CE479-E4AE-4283-AEF1-10C1535B4324}" destId="{B59FCF02-CAD2-4D6F-9542-AD86711168CA}" srcOrd="0" destOrd="0" presId="urn:microsoft.com/office/officeart/2018/5/layout/IconCircleLabelList"/>
    <dgm:cxn modelId="{F443A659-540B-487B-97F9-49219CF60D6B}" type="presParOf" srcId="{DE9CE479-E4AE-4283-AEF1-10C1535B4324}" destId="{7C175B98-93F4-4D7C-BB95-1514AB879CD5}" srcOrd="1" destOrd="0" presId="urn:microsoft.com/office/officeart/2018/5/layout/IconCircleLabelList"/>
    <dgm:cxn modelId="{A503D7AB-7D64-4163-93B5-1CEEDAE81823}" type="presParOf" srcId="{DE9CE479-E4AE-4283-AEF1-10C1535B4324}" destId="{677A3090-5F01-43FD-9FA6-C0420AD80FD6}" srcOrd="2" destOrd="0" presId="urn:microsoft.com/office/officeart/2018/5/layout/IconCircleLabelList"/>
    <dgm:cxn modelId="{780188ED-7DCE-45BB-B6AF-91BE48969612}" type="presParOf" srcId="{DE9CE479-E4AE-4283-AEF1-10C1535B4324}" destId="{127117FB-F8A7-4A20-A8A7-EC686DDC76D0}" srcOrd="3" destOrd="0" presId="urn:microsoft.com/office/officeart/2018/5/layout/IconCircleLabelList"/>
    <dgm:cxn modelId="{155719F8-A89B-4E96-BC49-C48BC717F480}" type="presParOf" srcId="{50B3CE7C-E10B-4E23-BD93-03664997C932}" destId="{FD1EED9C-83D3-41AD-A09B-D3B36354168F}" srcOrd="1" destOrd="0" presId="urn:microsoft.com/office/officeart/2018/5/layout/IconCircleLabelList"/>
    <dgm:cxn modelId="{2772E199-56B0-4310-A55E-67D00CA3E59E}" type="presParOf" srcId="{50B3CE7C-E10B-4E23-BD93-03664997C932}" destId="{C998AB0A-577D-44AA-A068-F634DDE7BD47}" srcOrd="2" destOrd="0" presId="urn:microsoft.com/office/officeart/2018/5/layout/IconCircleLabelList"/>
    <dgm:cxn modelId="{4E351D18-D97F-4B92-A608-2E9600B91C28}" type="presParOf" srcId="{C998AB0A-577D-44AA-A068-F634DDE7BD47}" destId="{BCD8CDD9-0C56-4401-ADB1-8B48DAB2C96F}" srcOrd="0" destOrd="0" presId="urn:microsoft.com/office/officeart/2018/5/layout/IconCircleLabelList"/>
    <dgm:cxn modelId="{B3DC724C-4569-4E9D-BD5A-49E4CD991FD0}" type="presParOf" srcId="{C998AB0A-577D-44AA-A068-F634DDE7BD47}" destId="{DB4CA7C4-FCA1-4127-B20A-2A5C031A3CF4}" srcOrd="1" destOrd="0" presId="urn:microsoft.com/office/officeart/2018/5/layout/IconCircleLabelList"/>
    <dgm:cxn modelId="{AD1AB552-CCE0-4911-BB9E-5D4A60B21F4F}" type="presParOf" srcId="{C998AB0A-577D-44AA-A068-F634DDE7BD47}" destId="{9B0C8FBF-0BDD-48A5-967E-F3FE71659F6A}" srcOrd="2" destOrd="0" presId="urn:microsoft.com/office/officeart/2018/5/layout/IconCircleLabelList"/>
    <dgm:cxn modelId="{8558F796-2D01-40FE-A21A-7530EEBC3BC3}" type="presParOf" srcId="{C998AB0A-577D-44AA-A068-F634DDE7BD47}" destId="{7E6FE37A-5DB0-4899-9FCB-0CE39BC185F8}" srcOrd="3" destOrd="0" presId="urn:microsoft.com/office/officeart/2018/5/layout/IconCircleLabelList"/>
    <dgm:cxn modelId="{1532E2BE-82E9-40A4-A6F7-40B60FC879AE}" type="presParOf" srcId="{50B3CE7C-E10B-4E23-BD93-03664997C932}" destId="{5A266296-0042-402F-92EF-D59AB148E92E}" srcOrd="3" destOrd="0" presId="urn:microsoft.com/office/officeart/2018/5/layout/IconCircleLabelList"/>
    <dgm:cxn modelId="{3A7F4DB9-1469-4F58-B633-24B7EEE084D1}" type="presParOf" srcId="{50B3CE7C-E10B-4E23-BD93-03664997C932}" destId="{ECFA770B-DE2C-4683-A038-58D0FE44BC27}" srcOrd="4" destOrd="0" presId="urn:microsoft.com/office/officeart/2018/5/layout/IconCircleLabelList"/>
    <dgm:cxn modelId="{91311827-CDAC-4BA8-B4A3-117AFD1CEE2D}" type="presParOf" srcId="{ECFA770B-DE2C-4683-A038-58D0FE44BC27}" destId="{FF93E135-77D6-48A0-8871-9BC93D705D06}" srcOrd="0" destOrd="0" presId="urn:microsoft.com/office/officeart/2018/5/layout/IconCircleLabelList"/>
    <dgm:cxn modelId="{83B7CA40-11B7-4507-8422-A40F02D469B2}" type="presParOf" srcId="{ECFA770B-DE2C-4683-A038-58D0FE44BC27}" destId="{39509775-983E-4110-B989-EE2CD6514BE0}" srcOrd="1" destOrd="0" presId="urn:microsoft.com/office/officeart/2018/5/layout/IconCircleLabelList"/>
    <dgm:cxn modelId="{A44BB251-01EB-4DEF-A28C-6D495183E4DC}" type="presParOf" srcId="{ECFA770B-DE2C-4683-A038-58D0FE44BC27}" destId="{493B43B2-705C-4AE5-8A77-D8DEEDA1B5CF}" srcOrd="2" destOrd="0" presId="urn:microsoft.com/office/officeart/2018/5/layout/IconCircleLabelList"/>
    <dgm:cxn modelId="{1EFA52DF-3C80-4DAA-BED6-AFE2F81796B2}" type="presParOf" srcId="{ECFA770B-DE2C-4683-A038-58D0FE44BC27}" destId="{1AEDC777-00B3-41D7-9AE1-23D741E941C3}" srcOrd="3" destOrd="0" presId="urn:microsoft.com/office/officeart/2018/5/layout/IconCircleLabelList"/>
    <dgm:cxn modelId="{8DB04E63-6867-4832-9847-95D8B574F7CA}" type="presParOf" srcId="{50B3CE7C-E10B-4E23-BD93-03664997C932}" destId="{DD6680D6-0188-4229-8D0E-3739F72E8E98}" srcOrd="5" destOrd="0" presId="urn:microsoft.com/office/officeart/2018/5/layout/IconCircleLabelList"/>
    <dgm:cxn modelId="{F5AC37CC-AE85-4E07-9F3D-9DBC1D1191DB}" type="presParOf" srcId="{50B3CE7C-E10B-4E23-BD93-03664997C932}" destId="{46BE7DFC-F8B3-4C75-9348-649DCB9C2BF9}" srcOrd="6" destOrd="0" presId="urn:microsoft.com/office/officeart/2018/5/layout/IconCircleLabelList"/>
    <dgm:cxn modelId="{DD4872EE-5736-4403-BD67-2EE62EF9847B}" type="presParOf" srcId="{46BE7DFC-F8B3-4C75-9348-649DCB9C2BF9}" destId="{E78B6415-0946-45B2-8E77-6FDA848BFB27}" srcOrd="0" destOrd="0" presId="urn:microsoft.com/office/officeart/2018/5/layout/IconCircleLabelList"/>
    <dgm:cxn modelId="{AC43BC3D-AD75-49EB-AD81-B340474432AD}" type="presParOf" srcId="{46BE7DFC-F8B3-4C75-9348-649DCB9C2BF9}" destId="{AE14214E-EEDF-4A6C-965D-931FCEFAE467}" srcOrd="1" destOrd="0" presId="urn:microsoft.com/office/officeart/2018/5/layout/IconCircleLabelList"/>
    <dgm:cxn modelId="{7D4F5BFE-A173-4C9F-A1C4-CFBA4ABF795A}" type="presParOf" srcId="{46BE7DFC-F8B3-4C75-9348-649DCB9C2BF9}" destId="{31AA2A2D-BDD6-46A3-93CB-DD8BF0A6D087}" srcOrd="2" destOrd="0" presId="urn:microsoft.com/office/officeart/2018/5/layout/IconCircleLabelList"/>
    <dgm:cxn modelId="{B2B4A5CC-89C0-4303-864F-F840252B9202}" type="presParOf" srcId="{46BE7DFC-F8B3-4C75-9348-649DCB9C2BF9}" destId="{3468E5EA-B940-4D1A-AB8A-ABB326D569C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0FC4FFE-8987-4A26-B7F4-8A516F18ADA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PlayStation</a:t>
          </a:r>
        </a:p>
      </dgm:t>
    </dgm:pt>
    <dgm:pt modelId="{CAD7EF86-FB23-41F6-BF42-040B36DEFDB1}" type="parTrans" cxnId="{C7AD8469-3C68-4AF9-AB82-79B0043AA120}">
      <dgm:prSet/>
      <dgm:spPr/>
      <dgm:t>
        <a:bodyPr/>
        <a:lstStyle/>
        <a:p>
          <a:endParaRPr lang="en-US"/>
        </a:p>
      </dgm:t>
    </dgm:pt>
    <dgm:pt modelId="{5B62599A-5C9B-48E7-896E-EA782AC60C8B}" type="sibTrans" cxnId="{C7AD8469-3C68-4AF9-AB82-79B0043AA120}">
      <dgm:prSet/>
      <dgm:spPr/>
      <dgm:t>
        <a:bodyPr/>
        <a:lstStyle/>
        <a:p>
          <a:endParaRPr lang="en-US"/>
        </a:p>
      </dgm:t>
    </dgm:pt>
    <dgm:pt modelId="{50B3CE7C-E10B-4E23-BD93-03664997C932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DE9CE479-E4AE-4283-AEF1-10C1535B4324}" type="pres">
      <dgm:prSet presAssocID="{40FC4FFE-8987-4A26-B7F4-8A516F18ADAE}" presName="compNode" presStyleCnt="0"/>
      <dgm:spPr/>
    </dgm:pt>
    <dgm:pt modelId="{B59FCF02-CAD2-4D6F-9542-AD86711168CA}" type="pres">
      <dgm:prSet presAssocID="{40FC4FFE-8987-4A26-B7F4-8A516F18ADAE}" presName="iconBgRect" presStyleLbl="bgShp" presStyleIdx="0" presStyleCnt="1" custLinFactX="-26937" custLinFactNeighborX="-100000" custLinFactNeighborY="2488"/>
      <dgm:spPr>
        <a:solidFill>
          <a:srgbClr val="002060"/>
        </a:solidFill>
      </dgm:spPr>
    </dgm:pt>
    <dgm:pt modelId="{7C175B98-93F4-4D7C-BB95-1514AB879CD5}" type="pres">
      <dgm:prSet presAssocID="{40FC4FFE-8987-4A26-B7F4-8A516F18ADAE}" presName="iconRect" presStyleLbl="node1" presStyleIdx="0" presStyleCnt="1" custLinFactX="-100000" custLinFactNeighborX="-121234" custLinFactNeighborY="-199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677A3090-5F01-43FD-9FA6-C0420AD80FD6}" type="pres">
      <dgm:prSet presAssocID="{40FC4FFE-8987-4A26-B7F4-8A516F18ADAE}" presName="spaceRect" presStyleCnt="0"/>
      <dgm:spPr/>
    </dgm:pt>
    <dgm:pt modelId="{127117FB-F8A7-4A20-A8A7-EC686DDC76D0}" type="pres">
      <dgm:prSet presAssocID="{40FC4FFE-8987-4A26-B7F4-8A516F18ADAE}" presName="textRect" presStyleLbl="revTx" presStyleIdx="0" presStyleCnt="1" custLinFactNeighborX="-74152" custLinFactNeighborY="-54484">
        <dgm:presLayoutVars>
          <dgm:chMax val="1"/>
          <dgm:chPref val="1"/>
        </dgm:presLayoutVars>
      </dgm:prSet>
      <dgm:spPr/>
    </dgm:pt>
  </dgm:ptLst>
  <dgm:cxnLst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676D3A6A-6EA7-4483-BB12-0BD4A7D7AF9D}" type="presOf" srcId="{01A66772-F185-4D58-B8BB-E9370D7A7A2B}" destId="{50B3CE7C-E10B-4E23-BD93-03664997C932}" srcOrd="0" destOrd="0" presId="urn:microsoft.com/office/officeart/2018/5/layout/IconCircleLabelList"/>
    <dgm:cxn modelId="{355227E3-55E0-4343-BC8D-FC0EB1694F48}" type="presOf" srcId="{40FC4FFE-8987-4A26-B7F4-8A516F18ADAE}" destId="{127117FB-F8A7-4A20-A8A7-EC686DDC76D0}" srcOrd="0" destOrd="0" presId="urn:microsoft.com/office/officeart/2018/5/layout/IconCircleLabelList"/>
    <dgm:cxn modelId="{555498CB-3ED1-404E-A25F-EB243EFC5FB1}" type="presParOf" srcId="{50B3CE7C-E10B-4E23-BD93-03664997C932}" destId="{DE9CE479-E4AE-4283-AEF1-10C1535B4324}" srcOrd="0" destOrd="0" presId="urn:microsoft.com/office/officeart/2018/5/layout/IconCircleLabelList"/>
    <dgm:cxn modelId="{11F12D49-CD08-4D50-BD13-3ECBC3A476A4}" type="presParOf" srcId="{DE9CE479-E4AE-4283-AEF1-10C1535B4324}" destId="{B59FCF02-CAD2-4D6F-9542-AD86711168CA}" srcOrd="0" destOrd="0" presId="urn:microsoft.com/office/officeart/2018/5/layout/IconCircleLabelList"/>
    <dgm:cxn modelId="{F443A659-540B-487B-97F9-49219CF60D6B}" type="presParOf" srcId="{DE9CE479-E4AE-4283-AEF1-10C1535B4324}" destId="{7C175B98-93F4-4D7C-BB95-1514AB879CD5}" srcOrd="1" destOrd="0" presId="urn:microsoft.com/office/officeart/2018/5/layout/IconCircleLabelList"/>
    <dgm:cxn modelId="{A503D7AB-7D64-4163-93B5-1CEEDAE81823}" type="presParOf" srcId="{DE9CE479-E4AE-4283-AEF1-10C1535B4324}" destId="{677A3090-5F01-43FD-9FA6-C0420AD80FD6}" srcOrd="2" destOrd="0" presId="urn:microsoft.com/office/officeart/2018/5/layout/IconCircleLabelList"/>
    <dgm:cxn modelId="{780188ED-7DCE-45BB-B6AF-91BE48969612}" type="presParOf" srcId="{DE9CE479-E4AE-4283-AEF1-10C1535B4324}" destId="{127117FB-F8A7-4A20-A8A7-EC686DDC76D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0FC4FFE-8987-4A26-B7F4-8A516F18ADA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Unique perspective</a:t>
          </a:r>
        </a:p>
      </dgm:t>
    </dgm:pt>
    <dgm:pt modelId="{CAD7EF86-FB23-41F6-BF42-040B36DEFDB1}" type="parTrans" cxnId="{C7AD8469-3C68-4AF9-AB82-79B0043AA120}">
      <dgm:prSet/>
      <dgm:spPr/>
      <dgm:t>
        <a:bodyPr/>
        <a:lstStyle/>
        <a:p>
          <a:endParaRPr lang="en-US"/>
        </a:p>
      </dgm:t>
    </dgm:pt>
    <dgm:pt modelId="{5B62599A-5C9B-48E7-896E-EA782AC60C8B}" type="sibTrans" cxnId="{C7AD8469-3C68-4AF9-AB82-79B0043AA120}">
      <dgm:prSet/>
      <dgm:spPr/>
      <dgm:t>
        <a:bodyPr/>
        <a:lstStyle/>
        <a:p>
          <a:endParaRPr lang="en-US"/>
        </a:p>
      </dgm:t>
    </dgm:pt>
    <dgm:pt modelId="{49225C73-1633-42F1-AB3B-7CB183E5F8B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Being social</a:t>
          </a:r>
        </a:p>
      </dgm:t>
    </dgm:pt>
    <dgm:pt modelId="{1A0E2090-1D4F-438A-8766-B6030CE01ADD}" type="parTrans" cxnId="{A9154303-8225-4248-91DC-1B0156A35F07}">
      <dgm:prSet/>
      <dgm:spPr/>
      <dgm:t>
        <a:bodyPr/>
        <a:lstStyle/>
        <a:p>
          <a:endParaRPr lang="en-US"/>
        </a:p>
      </dgm:t>
    </dgm:pt>
    <dgm:pt modelId="{9646853A-8964-4519-A5B1-0B7D18B2983D}" type="sibTrans" cxnId="{A9154303-8225-4248-91DC-1B0156A35F07}">
      <dgm:prSet/>
      <dgm:spPr/>
      <dgm:t>
        <a:bodyPr/>
        <a:lstStyle/>
        <a:p>
          <a:endParaRPr lang="en-US"/>
        </a:p>
      </dgm:t>
    </dgm:pt>
    <dgm:pt modelId="{1C383F32-22E8-4F62-A3E0-BDC3D5F4899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Exploration</a:t>
          </a:r>
        </a:p>
      </dgm:t>
    </dgm:pt>
    <dgm:pt modelId="{A7920A2F-3244-4159-AF04-6A1D38B7B317}" type="parTrans" cxnId="{C4CCE57E-E871-46D6-BAD5-880252C95D22}">
      <dgm:prSet/>
      <dgm:spPr/>
      <dgm:t>
        <a:bodyPr/>
        <a:lstStyle/>
        <a:p>
          <a:endParaRPr lang="en-US"/>
        </a:p>
      </dgm:t>
    </dgm:pt>
    <dgm:pt modelId="{8500F72A-2C6D-4FDF-9C1D-CA691380EB0B}" type="sibTrans" cxnId="{C4CCE57E-E871-46D6-BAD5-880252C95D22}">
      <dgm:prSet/>
      <dgm:spPr/>
      <dgm:t>
        <a:bodyPr/>
        <a:lstStyle/>
        <a:p>
          <a:endParaRPr lang="en-US"/>
        </a:p>
      </dgm:t>
    </dgm:pt>
    <dgm:pt modelId="{23160EEC-C907-4508-B123-28114F09AEF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CA" dirty="0"/>
            <a:t>Movement and Combat</a:t>
          </a:r>
        </a:p>
      </dgm:t>
    </dgm:pt>
    <dgm:pt modelId="{CCEED711-11D9-4E9D-96CF-593BD938559F}" type="parTrans" cxnId="{78C20608-4C14-4B79-9E5C-7811E255D4C8}">
      <dgm:prSet/>
      <dgm:spPr/>
      <dgm:t>
        <a:bodyPr/>
        <a:lstStyle/>
        <a:p>
          <a:endParaRPr lang="en-CA"/>
        </a:p>
      </dgm:t>
    </dgm:pt>
    <dgm:pt modelId="{CD5407CB-2272-4F99-9997-37FF36A198B6}" type="sibTrans" cxnId="{78C20608-4C14-4B79-9E5C-7811E255D4C8}">
      <dgm:prSet/>
      <dgm:spPr/>
      <dgm:t>
        <a:bodyPr/>
        <a:lstStyle/>
        <a:p>
          <a:endParaRPr lang="en-CA"/>
        </a:p>
      </dgm:t>
    </dgm:pt>
    <dgm:pt modelId="{C4C8B9AB-E985-4353-AC13-3DE6F750380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CA" dirty="0"/>
            <a:t>Figure 8 loop</a:t>
          </a:r>
        </a:p>
      </dgm:t>
    </dgm:pt>
    <dgm:pt modelId="{77E79BB4-70EF-40D1-87DC-208B22F20C4B}" type="parTrans" cxnId="{5BB99145-DAF3-4F23-9644-2C2F86A1C36F}">
      <dgm:prSet/>
      <dgm:spPr/>
      <dgm:t>
        <a:bodyPr/>
        <a:lstStyle/>
        <a:p>
          <a:endParaRPr lang="en-CA"/>
        </a:p>
      </dgm:t>
    </dgm:pt>
    <dgm:pt modelId="{BBA42A83-77F2-488A-A8DD-CAA3C7312989}" type="sibTrans" cxnId="{5BB99145-DAF3-4F23-9644-2C2F86A1C36F}">
      <dgm:prSet/>
      <dgm:spPr/>
      <dgm:t>
        <a:bodyPr/>
        <a:lstStyle/>
        <a:p>
          <a:endParaRPr lang="en-CA"/>
        </a:p>
      </dgm:t>
    </dgm:pt>
    <dgm:pt modelId="{D54E3A27-A031-4A06-BA29-9782ED53B2D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CA" dirty="0"/>
            <a:t>Local story</a:t>
          </a:r>
        </a:p>
      </dgm:t>
    </dgm:pt>
    <dgm:pt modelId="{B74094B4-33CF-4DB3-B11B-4F249A46D228}" type="parTrans" cxnId="{8A62EB89-27EA-4FBF-8652-4A62BCA98688}">
      <dgm:prSet/>
      <dgm:spPr/>
      <dgm:t>
        <a:bodyPr/>
        <a:lstStyle/>
        <a:p>
          <a:endParaRPr lang="en-CA"/>
        </a:p>
      </dgm:t>
    </dgm:pt>
    <dgm:pt modelId="{92960DE2-A613-432A-9921-FD8B7608A8F7}" type="sibTrans" cxnId="{8A62EB89-27EA-4FBF-8652-4A62BCA98688}">
      <dgm:prSet/>
      <dgm:spPr/>
      <dgm:t>
        <a:bodyPr/>
        <a:lstStyle/>
        <a:p>
          <a:endParaRPr lang="en-CA"/>
        </a:p>
      </dgm:t>
    </dgm:pt>
    <dgm:pt modelId="{E01DC7AC-7795-4B04-98F4-A3538BC7B0B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CA" dirty="0"/>
            <a:t>Strong Aesthetic</a:t>
          </a:r>
        </a:p>
      </dgm:t>
    </dgm:pt>
    <dgm:pt modelId="{9D31B7CC-F18A-4C7C-93F3-1A40D1F4FEA2}" type="parTrans" cxnId="{5A58A12A-0249-447E-A70D-94DD31CA3B8C}">
      <dgm:prSet/>
      <dgm:spPr/>
      <dgm:t>
        <a:bodyPr/>
        <a:lstStyle/>
        <a:p>
          <a:endParaRPr lang="en-CA"/>
        </a:p>
      </dgm:t>
    </dgm:pt>
    <dgm:pt modelId="{4BD89ACC-69AA-46C3-8E5E-260A5508BC5D}" type="sibTrans" cxnId="{5A58A12A-0249-447E-A70D-94DD31CA3B8C}">
      <dgm:prSet/>
      <dgm:spPr/>
      <dgm:t>
        <a:bodyPr/>
        <a:lstStyle/>
        <a:p>
          <a:endParaRPr lang="en-CA"/>
        </a:p>
      </dgm:t>
    </dgm:pt>
    <dgm:pt modelId="{50B3CE7C-E10B-4E23-BD93-03664997C932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DE9CE479-E4AE-4283-AEF1-10C1535B4324}" type="pres">
      <dgm:prSet presAssocID="{40FC4FFE-8987-4A26-B7F4-8A516F18ADAE}" presName="compNode" presStyleCnt="0"/>
      <dgm:spPr/>
    </dgm:pt>
    <dgm:pt modelId="{B59FCF02-CAD2-4D6F-9542-AD86711168CA}" type="pres">
      <dgm:prSet presAssocID="{40FC4FFE-8987-4A26-B7F4-8A516F18ADAE}" presName="iconBgRect" presStyleLbl="bgShp" presStyleIdx="0" presStyleCnt="7" custLinFactX="39800" custLinFactNeighborX="100000" custLinFactNeighborY="48409"/>
      <dgm:spPr/>
    </dgm:pt>
    <dgm:pt modelId="{7C175B98-93F4-4D7C-BB95-1514AB879CD5}" type="pres">
      <dgm:prSet presAssocID="{40FC4FFE-8987-4A26-B7F4-8A516F18ADAE}" presName="iconRect" presStyleLbl="node1" presStyleIdx="0" presStyleCnt="7" custLinFactX="100000" custLinFactNeighborX="147293" custLinFactNeighborY="8535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scope"/>
        </a:ext>
      </dgm:extLst>
    </dgm:pt>
    <dgm:pt modelId="{677A3090-5F01-43FD-9FA6-C0420AD80FD6}" type="pres">
      <dgm:prSet presAssocID="{40FC4FFE-8987-4A26-B7F4-8A516F18ADAE}" presName="spaceRect" presStyleCnt="0"/>
      <dgm:spPr/>
    </dgm:pt>
    <dgm:pt modelId="{127117FB-F8A7-4A20-A8A7-EC686DDC76D0}" type="pres">
      <dgm:prSet presAssocID="{40FC4FFE-8987-4A26-B7F4-8A516F18ADAE}" presName="textRect" presStyleLbl="revTx" presStyleIdx="0" presStyleCnt="7" custLinFactY="-1718" custLinFactNeighborX="-7906" custLinFactNeighborY="-100000">
        <dgm:presLayoutVars>
          <dgm:chMax val="1"/>
          <dgm:chPref val="1"/>
        </dgm:presLayoutVars>
      </dgm:prSet>
      <dgm:spPr/>
    </dgm:pt>
    <dgm:pt modelId="{FD1EED9C-83D3-41AD-A09B-D3B36354168F}" type="pres">
      <dgm:prSet presAssocID="{5B62599A-5C9B-48E7-896E-EA782AC60C8B}" presName="sibTrans" presStyleCnt="0"/>
      <dgm:spPr/>
    </dgm:pt>
    <dgm:pt modelId="{2DE98AC4-0243-4E32-A412-62F86FBEA54F}" type="pres">
      <dgm:prSet presAssocID="{C4C8B9AB-E985-4353-AC13-3DE6F750380B}" presName="compNode" presStyleCnt="0"/>
      <dgm:spPr/>
    </dgm:pt>
    <dgm:pt modelId="{E1ACEFD6-3F15-4C0F-AC91-93A5AF43637F}" type="pres">
      <dgm:prSet presAssocID="{C4C8B9AB-E985-4353-AC13-3DE6F750380B}" presName="iconBgRect" presStyleLbl="bgShp" presStyleIdx="1" presStyleCnt="7" custLinFactX="27672" custLinFactY="29281" custLinFactNeighborX="100000" custLinFactNeighborY="100000"/>
      <dgm:spPr/>
    </dgm:pt>
    <dgm:pt modelId="{A0BA018E-1C44-43B7-BF10-B7C76D141D90}" type="pres">
      <dgm:prSet presAssocID="{C4C8B9AB-E985-4353-AC13-3DE6F750380B}" presName="iconRect" presStyleLbl="node1" presStyleIdx="1" presStyleCnt="7" custLinFactX="100000" custLinFactY="100000" custLinFactNeighborX="120976" custLinFactNeighborY="122331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nfinity"/>
        </a:ext>
      </dgm:extLst>
    </dgm:pt>
    <dgm:pt modelId="{50417BCA-2C92-4937-ABC2-0517F479B2D0}" type="pres">
      <dgm:prSet presAssocID="{C4C8B9AB-E985-4353-AC13-3DE6F750380B}" presName="spaceRect" presStyleCnt="0"/>
      <dgm:spPr/>
    </dgm:pt>
    <dgm:pt modelId="{136F6118-B646-47B4-9C14-23174D3AB8C5}" type="pres">
      <dgm:prSet presAssocID="{C4C8B9AB-E985-4353-AC13-3DE6F750380B}" presName="textRect" presStyleLbl="revTx" presStyleIdx="1" presStyleCnt="7" custLinFactY="66256" custLinFactNeighborX="77880" custLinFactNeighborY="100000">
        <dgm:presLayoutVars>
          <dgm:chMax val="1"/>
          <dgm:chPref val="1"/>
        </dgm:presLayoutVars>
      </dgm:prSet>
      <dgm:spPr/>
    </dgm:pt>
    <dgm:pt modelId="{F4668FCE-5263-4D43-983F-33ED3FC12B9C}" type="pres">
      <dgm:prSet presAssocID="{BBA42A83-77F2-488A-A8DD-CAA3C7312989}" presName="sibTrans" presStyleCnt="0"/>
      <dgm:spPr/>
    </dgm:pt>
    <dgm:pt modelId="{C998AB0A-577D-44AA-A068-F634DDE7BD47}" type="pres">
      <dgm:prSet presAssocID="{49225C73-1633-42F1-AB3B-7CB183E5F8B8}" presName="compNode" presStyleCnt="0"/>
      <dgm:spPr/>
    </dgm:pt>
    <dgm:pt modelId="{BCD8CDD9-0C56-4401-ADB1-8B48DAB2C96F}" type="pres">
      <dgm:prSet presAssocID="{49225C73-1633-42F1-AB3B-7CB183E5F8B8}" presName="iconBgRect" presStyleLbl="bgShp" presStyleIdx="2" presStyleCnt="7" custLinFactX="-100000" custLinFactY="67954" custLinFactNeighborX="-144612" custLinFactNeighborY="100000"/>
      <dgm:spPr/>
    </dgm:pt>
    <dgm:pt modelId="{DB4CA7C4-FCA1-4127-B20A-2A5C031A3CF4}" type="pres">
      <dgm:prSet presAssocID="{49225C73-1633-42F1-AB3B-7CB183E5F8B8}" presName="iconRect" presStyleLbl="node1" presStyleIdx="2" presStyleCnt="7" custLinFactX="-200000" custLinFactY="100000" custLinFactNeighborX="-231216" custLinFactNeighborY="192722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9B0C8FBF-0BDD-48A5-967E-F3FE71659F6A}" type="pres">
      <dgm:prSet presAssocID="{49225C73-1633-42F1-AB3B-7CB183E5F8B8}" presName="spaceRect" presStyleCnt="0"/>
      <dgm:spPr/>
    </dgm:pt>
    <dgm:pt modelId="{7E6FE37A-5DB0-4899-9FCB-0CE39BC185F8}" type="pres">
      <dgm:prSet presAssocID="{49225C73-1633-42F1-AB3B-7CB183E5F8B8}" presName="textRect" presStyleLbl="revTx" presStyleIdx="2" presStyleCnt="7" custLinFactX="-100000" custLinFactY="2604" custLinFactNeighborX="-146976" custLinFactNeighborY="100000">
        <dgm:presLayoutVars>
          <dgm:chMax val="1"/>
          <dgm:chPref val="1"/>
        </dgm:presLayoutVars>
      </dgm:prSet>
      <dgm:spPr/>
    </dgm:pt>
    <dgm:pt modelId="{5A266296-0042-402F-92EF-D59AB148E92E}" type="pres">
      <dgm:prSet presAssocID="{9646853A-8964-4519-A5B1-0B7D18B2983D}" presName="sibTrans" presStyleCnt="0"/>
      <dgm:spPr/>
    </dgm:pt>
    <dgm:pt modelId="{ECFA770B-DE2C-4683-A038-58D0FE44BC27}" type="pres">
      <dgm:prSet presAssocID="{1C383F32-22E8-4F62-A3E0-BDC3D5F48992}" presName="compNode" presStyleCnt="0"/>
      <dgm:spPr/>
    </dgm:pt>
    <dgm:pt modelId="{FF93E135-77D6-48A0-8871-9BC93D705D06}" type="pres">
      <dgm:prSet presAssocID="{1C383F32-22E8-4F62-A3E0-BDC3D5F48992}" presName="iconBgRect" presStyleLbl="bgShp" presStyleIdx="3" presStyleCnt="7" custLinFactNeighborX="-82375" custLinFactNeighborY="48878"/>
      <dgm:spPr/>
    </dgm:pt>
    <dgm:pt modelId="{39509775-983E-4110-B989-EE2CD6514BE0}" type="pres">
      <dgm:prSet presAssocID="{1C383F32-22E8-4F62-A3E0-BDC3D5F48992}" presName="iconRect" presStyleLbl="node1" presStyleIdx="3" presStyleCnt="7" custLinFactX="-46288" custLinFactNeighborX="-100000" custLinFactNeighborY="8964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493B43B2-705C-4AE5-8A77-D8DEEDA1B5CF}" type="pres">
      <dgm:prSet presAssocID="{1C383F32-22E8-4F62-A3E0-BDC3D5F48992}" presName="spaceRect" presStyleCnt="0"/>
      <dgm:spPr/>
    </dgm:pt>
    <dgm:pt modelId="{1AEDC777-00B3-41D7-9AE1-23D741E941C3}" type="pres">
      <dgm:prSet presAssocID="{1C383F32-22E8-4F62-A3E0-BDC3D5F48992}" presName="textRect" presStyleLbl="revTx" presStyleIdx="3" presStyleCnt="7" custLinFactNeighborX="42740" custLinFactNeighborY="-72960">
        <dgm:presLayoutVars>
          <dgm:chMax val="1"/>
          <dgm:chPref val="1"/>
        </dgm:presLayoutVars>
      </dgm:prSet>
      <dgm:spPr/>
    </dgm:pt>
    <dgm:pt modelId="{DD6680D6-0188-4229-8D0E-3739F72E8E98}" type="pres">
      <dgm:prSet presAssocID="{8500F72A-2C6D-4FDF-9C1D-CA691380EB0B}" presName="sibTrans" presStyleCnt="0"/>
      <dgm:spPr/>
    </dgm:pt>
    <dgm:pt modelId="{46BE7DFC-F8B3-4C75-9348-649DCB9C2BF9}" type="pres">
      <dgm:prSet presAssocID="{23160EEC-C907-4508-B123-28114F09AEFC}" presName="compNode" presStyleCnt="0"/>
      <dgm:spPr/>
    </dgm:pt>
    <dgm:pt modelId="{E78B6415-0946-45B2-8E77-6FDA848BFB27}" type="pres">
      <dgm:prSet presAssocID="{23160EEC-C907-4508-B123-28114F09AEFC}" presName="iconBgRect" presStyleLbl="bgShp" presStyleIdx="4" presStyleCnt="7" custLinFactX="-100000" custLinFactY="60614" custLinFactNeighborX="-174114" custLinFactNeighborY="100000"/>
      <dgm:spPr/>
    </dgm:pt>
    <dgm:pt modelId="{AE14214E-EEDF-4A6C-965D-931FCEFAE467}" type="pres">
      <dgm:prSet presAssocID="{23160EEC-C907-4508-B123-28114F09AEFC}" presName="iconRect" presStyleLbl="node1" presStyleIdx="4" presStyleCnt="7" custLinFactX="-200000" custLinFactY="100000" custLinFactNeighborX="-277741" custLinFactNeighborY="179929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31AA2A2D-BDD6-46A3-93CB-DD8BF0A6D087}" type="pres">
      <dgm:prSet presAssocID="{23160EEC-C907-4508-B123-28114F09AEFC}" presName="spaceRect" presStyleCnt="0"/>
      <dgm:spPr/>
    </dgm:pt>
    <dgm:pt modelId="{3468E5EA-B940-4D1A-AB8A-ABB326D569C7}" type="pres">
      <dgm:prSet presAssocID="{23160EEC-C907-4508-B123-28114F09AEFC}" presName="textRect" presStyleLbl="revTx" presStyleIdx="4" presStyleCnt="7" custLinFactNeighborX="-72076" custLinFactNeighborY="60884">
        <dgm:presLayoutVars>
          <dgm:chMax val="1"/>
          <dgm:chPref val="1"/>
        </dgm:presLayoutVars>
      </dgm:prSet>
      <dgm:spPr/>
    </dgm:pt>
    <dgm:pt modelId="{CCA38C08-25AE-4F42-AF4A-ACD61C7C6452}" type="pres">
      <dgm:prSet presAssocID="{CD5407CB-2272-4F99-9997-37FF36A198B6}" presName="sibTrans" presStyleCnt="0"/>
      <dgm:spPr/>
    </dgm:pt>
    <dgm:pt modelId="{B70CB9BA-AA27-4002-B032-8B4350A73208}" type="pres">
      <dgm:prSet presAssocID="{D54E3A27-A031-4A06-BA29-9782ED53B2DF}" presName="compNode" presStyleCnt="0"/>
      <dgm:spPr/>
    </dgm:pt>
    <dgm:pt modelId="{8C83A955-41BB-4841-A113-90FF70A16E7F}" type="pres">
      <dgm:prSet presAssocID="{D54E3A27-A031-4A06-BA29-9782ED53B2DF}" presName="iconBgRect" presStyleLbl="bgShp" presStyleIdx="5" presStyleCnt="7" custLinFactX="-49085" custLinFactNeighborX="-100000" custLinFactNeighborY="45764"/>
      <dgm:spPr/>
    </dgm:pt>
    <dgm:pt modelId="{BE288694-880A-4710-99F7-EEC331DE2431}" type="pres">
      <dgm:prSet presAssocID="{D54E3A27-A031-4A06-BA29-9782ED53B2DF}" presName="iconRect" presStyleLbl="node1" presStyleIdx="5" presStyleCnt="7" custLinFactX="-100000" custLinFactNeighborX="-159832" custLinFactNeighborY="79761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329EF611-C60C-439B-A12B-E3EA8DA2E9D5}" type="pres">
      <dgm:prSet presAssocID="{D54E3A27-A031-4A06-BA29-9782ED53B2DF}" presName="spaceRect" presStyleCnt="0"/>
      <dgm:spPr/>
    </dgm:pt>
    <dgm:pt modelId="{AA685672-8DBE-4F72-95E9-8753427362B1}" type="pres">
      <dgm:prSet presAssocID="{D54E3A27-A031-4A06-BA29-9782ED53B2DF}" presName="textRect" presStyleLbl="revTx" presStyleIdx="5" presStyleCnt="7" custLinFactX="-88007" custLinFactNeighborX="-100000" custLinFactNeighborY="-78443">
        <dgm:presLayoutVars>
          <dgm:chMax val="1"/>
          <dgm:chPref val="1"/>
        </dgm:presLayoutVars>
      </dgm:prSet>
      <dgm:spPr/>
    </dgm:pt>
    <dgm:pt modelId="{048A1F64-55C3-4FF2-8B04-D3F984A0EC25}" type="pres">
      <dgm:prSet presAssocID="{92960DE2-A613-432A-9921-FD8B7608A8F7}" presName="sibTrans" presStyleCnt="0"/>
      <dgm:spPr/>
    </dgm:pt>
    <dgm:pt modelId="{57DCC427-BDA4-4136-BD13-A4B6F70263F6}" type="pres">
      <dgm:prSet presAssocID="{E01DC7AC-7795-4B04-98F4-A3538BC7B0BC}" presName="compNode" presStyleCnt="0"/>
      <dgm:spPr/>
    </dgm:pt>
    <dgm:pt modelId="{BADA3916-5ED0-4A83-9273-27B2E6252BAA}" type="pres">
      <dgm:prSet presAssocID="{E01DC7AC-7795-4B04-98F4-A3538BC7B0BC}" presName="iconBgRect" presStyleLbl="bgShp" presStyleIdx="6" presStyleCnt="7" custLinFactNeighborX="15029" custLinFactNeighborY="38953"/>
      <dgm:spPr/>
    </dgm:pt>
    <dgm:pt modelId="{611731AB-7F0D-4A42-A686-8D565E0F0101}" type="pres">
      <dgm:prSet presAssocID="{E01DC7AC-7795-4B04-98F4-A3538BC7B0BC}" presName="iconRect" presStyleLbl="node1" presStyleIdx="6" presStyleCnt="7" custLinFactNeighborX="26192" custLinFactNeighborY="67890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lette"/>
        </a:ext>
      </dgm:extLst>
    </dgm:pt>
    <dgm:pt modelId="{0A788093-1995-4A1D-8348-4B0A4DD1E2DE}" type="pres">
      <dgm:prSet presAssocID="{E01DC7AC-7795-4B04-98F4-A3538BC7B0BC}" presName="spaceRect" presStyleCnt="0"/>
      <dgm:spPr/>
    </dgm:pt>
    <dgm:pt modelId="{7DDDCF66-8D02-40FD-921D-3FEFADF895D2}" type="pres">
      <dgm:prSet presAssocID="{E01DC7AC-7795-4B04-98F4-A3538BC7B0BC}" presName="textRect" presStyleLbl="revTx" presStyleIdx="6" presStyleCnt="7" custLinFactY="-13158" custLinFactNeighborX="98683" custLinFactNeighborY="-100000">
        <dgm:presLayoutVars>
          <dgm:chMax val="1"/>
          <dgm:chPref val="1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2" destOrd="0" parTransId="{1A0E2090-1D4F-438A-8766-B6030CE01ADD}" sibTransId="{9646853A-8964-4519-A5B1-0B7D18B2983D}"/>
    <dgm:cxn modelId="{645B0105-B270-4F61-B5B3-2A7B397E8329}" type="presOf" srcId="{D54E3A27-A031-4A06-BA29-9782ED53B2DF}" destId="{AA685672-8DBE-4F72-95E9-8753427362B1}" srcOrd="0" destOrd="0" presId="urn:microsoft.com/office/officeart/2018/5/layout/IconCircleLabelList"/>
    <dgm:cxn modelId="{78C20608-4C14-4B79-9E5C-7811E255D4C8}" srcId="{01A66772-F185-4D58-B8BB-E9370D7A7A2B}" destId="{23160EEC-C907-4508-B123-28114F09AEFC}" srcOrd="4" destOrd="0" parTransId="{CCEED711-11D9-4E9D-96CF-593BD938559F}" sibTransId="{CD5407CB-2272-4F99-9997-37FF36A198B6}"/>
    <dgm:cxn modelId="{5A58A12A-0249-447E-A70D-94DD31CA3B8C}" srcId="{01A66772-F185-4D58-B8BB-E9370D7A7A2B}" destId="{E01DC7AC-7795-4B04-98F4-A3538BC7B0BC}" srcOrd="6" destOrd="0" parTransId="{9D31B7CC-F18A-4C7C-93F3-1A40D1F4FEA2}" sibTransId="{4BD89ACC-69AA-46C3-8E5E-260A5508BC5D}"/>
    <dgm:cxn modelId="{5BB99145-DAF3-4F23-9644-2C2F86A1C36F}" srcId="{01A66772-F185-4D58-B8BB-E9370D7A7A2B}" destId="{C4C8B9AB-E985-4353-AC13-3DE6F750380B}" srcOrd="1" destOrd="0" parTransId="{77E79BB4-70EF-40D1-87DC-208B22F20C4B}" sibTransId="{BBA42A83-77F2-488A-A8DD-CAA3C7312989}"/>
    <dgm:cxn modelId="{53BF6747-56DB-40A1-9201-D2D1E326536C}" type="presOf" srcId="{E01DC7AC-7795-4B04-98F4-A3538BC7B0BC}" destId="{7DDDCF66-8D02-40FD-921D-3FEFADF895D2}" srcOrd="0" destOrd="0" presId="urn:microsoft.com/office/officeart/2018/5/layout/IconCircleLabelList"/>
    <dgm:cxn modelId="{7A710F69-5154-4855-ACF5-BC7C1BF85A80}" type="presOf" srcId="{49225C73-1633-42F1-AB3B-7CB183E5F8B8}" destId="{7E6FE37A-5DB0-4899-9FCB-0CE39BC185F8}" srcOrd="0" destOrd="0" presId="urn:microsoft.com/office/officeart/2018/5/layout/IconCircleLabelList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676D3A6A-6EA7-4483-BB12-0BD4A7D7AF9D}" type="presOf" srcId="{01A66772-F185-4D58-B8BB-E9370D7A7A2B}" destId="{50B3CE7C-E10B-4E23-BD93-03664997C932}" srcOrd="0" destOrd="0" presId="urn:microsoft.com/office/officeart/2018/5/layout/IconCircleLabelList"/>
    <dgm:cxn modelId="{1496FC70-DB8B-48D4-98DE-DD2856E389EE}" type="presOf" srcId="{1C383F32-22E8-4F62-A3E0-BDC3D5F48992}" destId="{1AEDC777-00B3-41D7-9AE1-23D741E941C3}" srcOrd="0" destOrd="0" presId="urn:microsoft.com/office/officeart/2018/5/layout/IconCircleLabelList"/>
    <dgm:cxn modelId="{C4CCE57E-E871-46D6-BAD5-880252C95D22}" srcId="{01A66772-F185-4D58-B8BB-E9370D7A7A2B}" destId="{1C383F32-22E8-4F62-A3E0-BDC3D5F48992}" srcOrd="3" destOrd="0" parTransId="{A7920A2F-3244-4159-AF04-6A1D38B7B317}" sibTransId="{8500F72A-2C6D-4FDF-9C1D-CA691380EB0B}"/>
    <dgm:cxn modelId="{4BAFA181-A8ED-470B-B281-0FAA905341ED}" type="presOf" srcId="{C4C8B9AB-E985-4353-AC13-3DE6F750380B}" destId="{136F6118-B646-47B4-9C14-23174D3AB8C5}" srcOrd="0" destOrd="0" presId="urn:microsoft.com/office/officeart/2018/5/layout/IconCircleLabelList"/>
    <dgm:cxn modelId="{8A62EB89-27EA-4FBF-8652-4A62BCA98688}" srcId="{01A66772-F185-4D58-B8BB-E9370D7A7A2B}" destId="{D54E3A27-A031-4A06-BA29-9782ED53B2DF}" srcOrd="5" destOrd="0" parTransId="{B74094B4-33CF-4DB3-B11B-4F249A46D228}" sibTransId="{92960DE2-A613-432A-9921-FD8B7608A8F7}"/>
    <dgm:cxn modelId="{8DFE949D-45F8-4CC8-8628-78FCDE7B6D18}" type="presOf" srcId="{23160EEC-C907-4508-B123-28114F09AEFC}" destId="{3468E5EA-B940-4D1A-AB8A-ABB326D569C7}" srcOrd="0" destOrd="0" presId="urn:microsoft.com/office/officeart/2018/5/layout/IconCircleLabelList"/>
    <dgm:cxn modelId="{355227E3-55E0-4343-BC8D-FC0EB1694F48}" type="presOf" srcId="{40FC4FFE-8987-4A26-B7F4-8A516F18ADAE}" destId="{127117FB-F8A7-4A20-A8A7-EC686DDC76D0}" srcOrd="0" destOrd="0" presId="urn:microsoft.com/office/officeart/2018/5/layout/IconCircleLabelList"/>
    <dgm:cxn modelId="{555498CB-3ED1-404E-A25F-EB243EFC5FB1}" type="presParOf" srcId="{50B3CE7C-E10B-4E23-BD93-03664997C932}" destId="{DE9CE479-E4AE-4283-AEF1-10C1535B4324}" srcOrd="0" destOrd="0" presId="urn:microsoft.com/office/officeart/2018/5/layout/IconCircleLabelList"/>
    <dgm:cxn modelId="{11F12D49-CD08-4D50-BD13-3ECBC3A476A4}" type="presParOf" srcId="{DE9CE479-E4AE-4283-AEF1-10C1535B4324}" destId="{B59FCF02-CAD2-4D6F-9542-AD86711168CA}" srcOrd="0" destOrd="0" presId="urn:microsoft.com/office/officeart/2018/5/layout/IconCircleLabelList"/>
    <dgm:cxn modelId="{F443A659-540B-487B-97F9-49219CF60D6B}" type="presParOf" srcId="{DE9CE479-E4AE-4283-AEF1-10C1535B4324}" destId="{7C175B98-93F4-4D7C-BB95-1514AB879CD5}" srcOrd="1" destOrd="0" presId="urn:microsoft.com/office/officeart/2018/5/layout/IconCircleLabelList"/>
    <dgm:cxn modelId="{A503D7AB-7D64-4163-93B5-1CEEDAE81823}" type="presParOf" srcId="{DE9CE479-E4AE-4283-AEF1-10C1535B4324}" destId="{677A3090-5F01-43FD-9FA6-C0420AD80FD6}" srcOrd="2" destOrd="0" presId="urn:microsoft.com/office/officeart/2018/5/layout/IconCircleLabelList"/>
    <dgm:cxn modelId="{780188ED-7DCE-45BB-B6AF-91BE48969612}" type="presParOf" srcId="{DE9CE479-E4AE-4283-AEF1-10C1535B4324}" destId="{127117FB-F8A7-4A20-A8A7-EC686DDC76D0}" srcOrd="3" destOrd="0" presId="urn:microsoft.com/office/officeart/2018/5/layout/IconCircleLabelList"/>
    <dgm:cxn modelId="{155719F8-A89B-4E96-BC49-C48BC717F480}" type="presParOf" srcId="{50B3CE7C-E10B-4E23-BD93-03664997C932}" destId="{FD1EED9C-83D3-41AD-A09B-D3B36354168F}" srcOrd="1" destOrd="0" presId="urn:microsoft.com/office/officeart/2018/5/layout/IconCircleLabelList"/>
    <dgm:cxn modelId="{5043A1A4-4829-4829-816E-4C860AF938B5}" type="presParOf" srcId="{50B3CE7C-E10B-4E23-BD93-03664997C932}" destId="{2DE98AC4-0243-4E32-A412-62F86FBEA54F}" srcOrd="2" destOrd="0" presId="urn:microsoft.com/office/officeart/2018/5/layout/IconCircleLabelList"/>
    <dgm:cxn modelId="{F7393787-4D6C-466E-ABE0-CD4EC7E3004E}" type="presParOf" srcId="{2DE98AC4-0243-4E32-A412-62F86FBEA54F}" destId="{E1ACEFD6-3F15-4C0F-AC91-93A5AF43637F}" srcOrd="0" destOrd="0" presId="urn:microsoft.com/office/officeart/2018/5/layout/IconCircleLabelList"/>
    <dgm:cxn modelId="{46A83D77-607C-4328-A0C4-68BEB82C4D8C}" type="presParOf" srcId="{2DE98AC4-0243-4E32-A412-62F86FBEA54F}" destId="{A0BA018E-1C44-43B7-BF10-B7C76D141D90}" srcOrd="1" destOrd="0" presId="urn:microsoft.com/office/officeart/2018/5/layout/IconCircleLabelList"/>
    <dgm:cxn modelId="{5341AAD0-C8B3-4E3D-9F3D-0C32752EE219}" type="presParOf" srcId="{2DE98AC4-0243-4E32-A412-62F86FBEA54F}" destId="{50417BCA-2C92-4937-ABC2-0517F479B2D0}" srcOrd="2" destOrd="0" presId="urn:microsoft.com/office/officeart/2018/5/layout/IconCircleLabelList"/>
    <dgm:cxn modelId="{1AE89628-8FE2-42B6-8F54-BCD256958933}" type="presParOf" srcId="{2DE98AC4-0243-4E32-A412-62F86FBEA54F}" destId="{136F6118-B646-47B4-9C14-23174D3AB8C5}" srcOrd="3" destOrd="0" presId="urn:microsoft.com/office/officeart/2018/5/layout/IconCircleLabelList"/>
    <dgm:cxn modelId="{6FFAAD4C-3EA5-473F-9BB5-C7AE5CB0AC64}" type="presParOf" srcId="{50B3CE7C-E10B-4E23-BD93-03664997C932}" destId="{F4668FCE-5263-4D43-983F-33ED3FC12B9C}" srcOrd="3" destOrd="0" presId="urn:microsoft.com/office/officeart/2018/5/layout/IconCircleLabelList"/>
    <dgm:cxn modelId="{2772E199-56B0-4310-A55E-67D00CA3E59E}" type="presParOf" srcId="{50B3CE7C-E10B-4E23-BD93-03664997C932}" destId="{C998AB0A-577D-44AA-A068-F634DDE7BD47}" srcOrd="4" destOrd="0" presId="urn:microsoft.com/office/officeart/2018/5/layout/IconCircleLabelList"/>
    <dgm:cxn modelId="{4E351D18-D97F-4B92-A608-2E9600B91C28}" type="presParOf" srcId="{C998AB0A-577D-44AA-A068-F634DDE7BD47}" destId="{BCD8CDD9-0C56-4401-ADB1-8B48DAB2C96F}" srcOrd="0" destOrd="0" presId="urn:microsoft.com/office/officeart/2018/5/layout/IconCircleLabelList"/>
    <dgm:cxn modelId="{B3DC724C-4569-4E9D-BD5A-49E4CD991FD0}" type="presParOf" srcId="{C998AB0A-577D-44AA-A068-F634DDE7BD47}" destId="{DB4CA7C4-FCA1-4127-B20A-2A5C031A3CF4}" srcOrd="1" destOrd="0" presId="urn:microsoft.com/office/officeart/2018/5/layout/IconCircleLabelList"/>
    <dgm:cxn modelId="{AD1AB552-CCE0-4911-BB9E-5D4A60B21F4F}" type="presParOf" srcId="{C998AB0A-577D-44AA-A068-F634DDE7BD47}" destId="{9B0C8FBF-0BDD-48A5-967E-F3FE71659F6A}" srcOrd="2" destOrd="0" presId="urn:microsoft.com/office/officeart/2018/5/layout/IconCircleLabelList"/>
    <dgm:cxn modelId="{8558F796-2D01-40FE-A21A-7530EEBC3BC3}" type="presParOf" srcId="{C998AB0A-577D-44AA-A068-F634DDE7BD47}" destId="{7E6FE37A-5DB0-4899-9FCB-0CE39BC185F8}" srcOrd="3" destOrd="0" presId="urn:microsoft.com/office/officeart/2018/5/layout/IconCircleLabelList"/>
    <dgm:cxn modelId="{1532E2BE-82E9-40A4-A6F7-40B60FC879AE}" type="presParOf" srcId="{50B3CE7C-E10B-4E23-BD93-03664997C932}" destId="{5A266296-0042-402F-92EF-D59AB148E92E}" srcOrd="5" destOrd="0" presId="urn:microsoft.com/office/officeart/2018/5/layout/IconCircleLabelList"/>
    <dgm:cxn modelId="{3A7F4DB9-1469-4F58-B633-24B7EEE084D1}" type="presParOf" srcId="{50B3CE7C-E10B-4E23-BD93-03664997C932}" destId="{ECFA770B-DE2C-4683-A038-58D0FE44BC27}" srcOrd="6" destOrd="0" presId="urn:microsoft.com/office/officeart/2018/5/layout/IconCircleLabelList"/>
    <dgm:cxn modelId="{91311827-CDAC-4BA8-B4A3-117AFD1CEE2D}" type="presParOf" srcId="{ECFA770B-DE2C-4683-A038-58D0FE44BC27}" destId="{FF93E135-77D6-48A0-8871-9BC93D705D06}" srcOrd="0" destOrd="0" presId="urn:microsoft.com/office/officeart/2018/5/layout/IconCircleLabelList"/>
    <dgm:cxn modelId="{83B7CA40-11B7-4507-8422-A40F02D469B2}" type="presParOf" srcId="{ECFA770B-DE2C-4683-A038-58D0FE44BC27}" destId="{39509775-983E-4110-B989-EE2CD6514BE0}" srcOrd="1" destOrd="0" presId="urn:microsoft.com/office/officeart/2018/5/layout/IconCircleLabelList"/>
    <dgm:cxn modelId="{A44BB251-01EB-4DEF-A28C-6D495183E4DC}" type="presParOf" srcId="{ECFA770B-DE2C-4683-A038-58D0FE44BC27}" destId="{493B43B2-705C-4AE5-8A77-D8DEEDA1B5CF}" srcOrd="2" destOrd="0" presId="urn:microsoft.com/office/officeart/2018/5/layout/IconCircleLabelList"/>
    <dgm:cxn modelId="{1EFA52DF-3C80-4DAA-BED6-AFE2F81796B2}" type="presParOf" srcId="{ECFA770B-DE2C-4683-A038-58D0FE44BC27}" destId="{1AEDC777-00B3-41D7-9AE1-23D741E941C3}" srcOrd="3" destOrd="0" presId="urn:microsoft.com/office/officeart/2018/5/layout/IconCircleLabelList"/>
    <dgm:cxn modelId="{8DB04E63-6867-4832-9847-95D8B574F7CA}" type="presParOf" srcId="{50B3CE7C-E10B-4E23-BD93-03664997C932}" destId="{DD6680D6-0188-4229-8D0E-3739F72E8E98}" srcOrd="7" destOrd="0" presId="urn:microsoft.com/office/officeart/2018/5/layout/IconCircleLabelList"/>
    <dgm:cxn modelId="{F5AC37CC-AE85-4E07-9F3D-9DBC1D1191DB}" type="presParOf" srcId="{50B3CE7C-E10B-4E23-BD93-03664997C932}" destId="{46BE7DFC-F8B3-4C75-9348-649DCB9C2BF9}" srcOrd="8" destOrd="0" presId="urn:microsoft.com/office/officeart/2018/5/layout/IconCircleLabelList"/>
    <dgm:cxn modelId="{DD4872EE-5736-4403-BD67-2EE62EF9847B}" type="presParOf" srcId="{46BE7DFC-F8B3-4C75-9348-649DCB9C2BF9}" destId="{E78B6415-0946-45B2-8E77-6FDA848BFB27}" srcOrd="0" destOrd="0" presId="urn:microsoft.com/office/officeart/2018/5/layout/IconCircleLabelList"/>
    <dgm:cxn modelId="{AC43BC3D-AD75-49EB-AD81-B340474432AD}" type="presParOf" srcId="{46BE7DFC-F8B3-4C75-9348-649DCB9C2BF9}" destId="{AE14214E-EEDF-4A6C-965D-931FCEFAE467}" srcOrd="1" destOrd="0" presId="urn:microsoft.com/office/officeart/2018/5/layout/IconCircleLabelList"/>
    <dgm:cxn modelId="{7D4F5BFE-A173-4C9F-A1C4-CFBA4ABF795A}" type="presParOf" srcId="{46BE7DFC-F8B3-4C75-9348-649DCB9C2BF9}" destId="{31AA2A2D-BDD6-46A3-93CB-DD8BF0A6D087}" srcOrd="2" destOrd="0" presId="urn:microsoft.com/office/officeart/2018/5/layout/IconCircleLabelList"/>
    <dgm:cxn modelId="{B2B4A5CC-89C0-4303-864F-F840252B9202}" type="presParOf" srcId="{46BE7DFC-F8B3-4C75-9348-649DCB9C2BF9}" destId="{3468E5EA-B940-4D1A-AB8A-ABB326D569C7}" srcOrd="3" destOrd="0" presId="urn:microsoft.com/office/officeart/2018/5/layout/IconCircleLabelList"/>
    <dgm:cxn modelId="{774CC11C-E33D-4DC2-AD88-91930A23539A}" type="presParOf" srcId="{50B3CE7C-E10B-4E23-BD93-03664997C932}" destId="{CCA38C08-25AE-4F42-AF4A-ACD61C7C6452}" srcOrd="9" destOrd="0" presId="urn:microsoft.com/office/officeart/2018/5/layout/IconCircleLabelList"/>
    <dgm:cxn modelId="{6272CB66-A87B-4E1B-AF99-823F2EFFF24C}" type="presParOf" srcId="{50B3CE7C-E10B-4E23-BD93-03664997C932}" destId="{B70CB9BA-AA27-4002-B032-8B4350A73208}" srcOrd="10" destOrd="0" presId="urn:microsoft.com/office/officeart/2018/5/layout/IconCircleLabelList"/>
    <dgm:cxn modelId="{A415CB71-7E3C-4C10-A02A-560E08548D4C}" type="presParOf" srcId="{B70CB9BA-AA27-4002-B032-8B4350A73208}" destId="{8C83A955-41BB-4841-A113-90FF70A16E7F}" srcOrd="0" destOrd="0" presId="urn:microsoft.com/office/officeart/2018/5/layout/IconCircleLabelList"/>
    <dgm:cxn modelId="{C383009C-9594-4412-9F16-F3BF2B88AF25}" type="presParOf" srcId="{B70CB9BA-AA27-4002-B032-8B4350A73208}" destId="{BE288694-880A-4710-99F7-EEC331DE2431}" srcOrd="1" destOrd="0" presId="urn:microsoft.com/office/officeart/2018/5/layout/IconCircleLabelList"/>
    <dgm:cxn modelId="{57CC54CF-3956-4B1D-B634-E4D1F40D9B0F}" type="presParOf" srcId="{B70CB9BA-AA27-4002-B032-8B4350A73208}" destId="{329EF611-C60C-439B-A12B-E3EA8DA2E9D5}" srcOrd="2" destOrd="0" presId="urn:microsoft.com/office/officeart/2018/5/layout/IconCircleLabelList"/>
    <dgm:cxn modelId="{7F868066-31A3-4CF5-AF9B-16F2E5012428}" type="presParOf" srcId="{B70CB9BA-AA27-4002-B032-8B4350A73208}" destId="{AA685672-8DBE-4F72-95E9-8753427362B1}" srcOrd="3" destOrd="0" presId="urn:microsoft.com/office/officeart/2018/5/layout/IconCircleLabelList"/>
    <dgm:cxn modelId="{BD7FF530-067F-46D0-A464-CDADA6DFB3EA}" type="presParOf" srcId="{50B3CE7C-E10B-4E23-BD93-03664997C932}" destId="{048A1F64-55C3-4FF2-8B04-D3F984A0EC25}" srcOrd="11" destOrd="0" presId="urn:microsoft.com/office/officeart/2018/5/layout/IconCircleLabelList"/>
    <dgm:cxn modelId="{3308BAF7-60E2-4F99-88CA-BCFD42CDA0FE}" type="presParOf" srcId="{50B3CE7C-E10B-4E23-BD93-03664997C932}" destId="{57DCC427-BDA4-4136-BD13-A4B6F70263F6}" srcOrd="12" destOrd="0" presId="urn:microsoft.com/office/officeart/2018/5/layout/IconCircleLabelList"/>
    <dgm:cxn modelId="{1E91A6D2-BFBA-4B63-B681-5B5A8DE449A2}" type="presParOf" srcId="{57DCC427-BDA4-4136-BD13-A4B6F70263F6}" destId="{BADA3916-5ED0-4A83-9273-27B2E6252BAA}" srcOrd="0" destOrd="0" presId="urn:microsoft.com/office/officeart/2018/5/layout/IconCircleLabelList"/>
    <dgm:cxn modelId="{D36A127E-EC10-4EBD-B53C-00BFCF16CF1B}" type="presParOf" srcId="{57DCC427-BDA4-4136-BD13-A4B6F70263F6}" destId="{611731AB-7F0D-4A42-A686-8D565E0F0101}" srcOrd="1" destOrd="0" presId="urn:microsoft.com/office/officeart/2018/5/layout/IconCircleLabelList"/>
    <dgm:cxn modelId="{BFB2AD71-5FB7-4EA4-90F1-9A0E297FBB98}" type="presParOf" srcId="{57DCC427-BDA4-4136-BD13-A4B6F70263F6}" destId="{0A788093-1995-4A1D-8348-4B0A4DD1E2DE}" srcOrd="2" destOrd="0" presId="urn:microsoft.com/office/officeart/2018/5/layout/IconCircleLabelList"/>
    <dgm:cxn modelId="{E34DA6B9-4A79-4B54-A904-0635FF62347D}" type="presParOf" srcId="{57DCC427-BDA4-4136-BD13-A4B6F70263F6}" destId="{7DDDCF66-8D02-40FD-921D-3FEFADF895D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1C7D34E-2BC8-41AB-9CEE-939223BCB8D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5AFD82C1-F479-4961-90C2-42BDE7E6DD8B}">
      <dgm:prSet phldrT="[Text]"/>
      <dgm:spPr/>
      <dgm:t>
        <a:bodyPr/>
        <a:lstStyle/>
        <a:p>
          <a:r>
            <a:rPr lang="en-CA" dirty="0"/>
            <a:t>Why our team?</a:t>
          </a:r>
        </a:p>
      </dgm:t>
    </dgm:pt>
    <dgm:pt modelId="{ABF000E7-C9C3-4488-861B-47749018CAB3}" type="parTrans" cxnId="{17E2F711-5599-48EA-ABBC-04C5BF7C020C}">
      <dgm:prSet/>
      <dgm:spPr/>
      <dgm:t>
        <a:bodyPr/>
        <a:lstStyle/>
        <a:p>
          <a:endParaRPr lang="en-CA"/>
        </a:p>
      </dgm:t>
    </dgm:pt>
    <dgm:pt modelId="{4C915D37-E9B5-46FC-B160-5836BE11EBD4}" type="sibTrans" cxnId="{17E2F711-5599-48EA-ABBC-04C5BF7C020C}">
      <dgm:prSet/>
      <dgm:spPr/>
      <dgm:t>
        <a:bodyPr/>
        <a:lstStyle/>
        <a:p>
          <a:endParaRPr lang="en-CA"/>
        </a:p>
      </dgm:t>
    </dgm:pt>
    <dgm:pt modelId="{6CEBEF92-1E05-4F14-B1C7-31C9E1140C86}">
      <dgm:prSet phldrT="[Text]"/>
      <dgm:spPr/>
      <dgm:t>
        <a:bodyPr/>
        <a:lstStyle/>
        <a:p>
          <a:r>
            <a:rPr lang="en-CA" dirty="0"/>
            <a:t>Strong developers</a:t>
          </a:r>
        </a:p>
      </dgm:t>
    </dgm:pt>
    <dgm:pt modelId="{DB967906-2135-41BD-B386-E5E631B7885E}" type="parTrans" cxnId="{96E499F5-AE21-4638-8F35-1F50C089B4F6}">
      <dgm:prSet/>
      <dgm:spPr/>
      <dgm:t>
        <a:bodyPr/>
        <a:lstStyle/>
        <a:p>
          <a:endParaRPr lang="en-CA"/>
        </a:p>
      </dgm:t>
    </dgm:pt>
    <dgm:pt modelId="{7AEB25EF-41E2-4EE5-883D-6FED31327C5B}" type="sibTrans" cxnId="{96E499F5-AE21-4638-8F35-1F50C089B4F6}">
      <dgm:prSet/>
      <dgm:spPr/>
      <dgm:t>
        <a:bodyPr/>
        <a:lstStyle/>
        <a:p>
          <a:endParaRPr lang="en-CA"/>
        </a:p>
      </dgm:t>
    </dgm:pt>
    <dgm:pt modelId="{6C311CE3-A29F-435E-88E9-2E08A5316052}">
      <dgm:prSet phldrT="[Text]"/>
      <dgm:spPr/>
      <dgm:t>
        <a:bodyPr/>
        <a:lstStyle/>
        <a:p>
          <a:r>
            <a:rPr lang="en-CA" dirty="0"/>
            <a:t>Local writers, writing a local story</a:t>
          </a:r>
        </a:p>
      </dgm:t>
    </dgm:pt>
    <dgm:pt modelId="{903EB1D1-5768-4E31-82E8-404209A1869D}" type="parTrans" cxnId="{FCC212EF-2982-4616-98D7-9B48F1D62BDF}">
      <dgm:prSet/>
      <dgm:spPr/>
      <dgm:t>
        <a:bodyPr/>
        <a:lstStyle/>
        <a:p>
          <a:endParaRPr lang="en-CA"/>
        </a:p>
      </dgm:t>
    </dgm:pt>
    <dgm:pt modelId="{E65AEC50-1E21-43BD-8077-74624618DC42}" type="sibTrans" cxnId="{FCC212EF-2982-4616-98D7-9B48F1D62BDF}">
      <dgm:prSet/>
      <dgm:spPr/>
      <dgm:t>
        <a:bodyPr/>
        <a:lstStyle/>
        <a:p>
          <a:endParaRPr lang="en-CA"/>
        </a:p>
      </dgm:t>
    </dgm:pt>
    <dgm:pt modelId="{6BAE3FDB-90B8-4003-810B-D9A8C0AFBDF9}">
      <dgm:prSet phldrT="[Text]"/>
      <dgm:spPr/>
      <dgm:t>
        <a:bodyPr/>
        <a:lstStyle/>
        <a:p>
          <a:r>
            <a:rPr lang="en-CA" dirty="0"/>
            <a:t>Experienced artists and musicians</a:t>
          </a:r>
        </a:p>
      </dgm:t>
    </dgm:pt>
    <dgm:pt modelId="{C344A38C-3C76-4E9A-841E-E3E9D53D0039}" type="parTrans" cxnId="{26AA684B-C17D-42C5-9188-821CDECB01DD}">
      <dgm:prSet/>
      <dgm:spPr/>
      <dgm:t>
        <a:bodyPr/>
        <a:lstStyle/>
        <a:p>
          <a:endParaRPr lang="en-CA"/>
        </a:p>
      </dgm:t>
    </dgm:pt>
    <dgm:pt modelId="{38E3F032-3FEB-4FB4-A57D-FF436FDC45C2}" type="sibTrans" cxnId="{26AA684B-C17D-42C5-9188-821CDECB01DD}">
      <dgm:prSet/>
      <dgm:spPr/>
      <dgm:t>
        <a:bodyPr/>
        <a:lstStyle/>
        <a:p>
          <a:endParaRPr lang="en-CA"/>
        </a:p>
      </dgm:t>
    </dgm:pt>
    <dgm:pt modelId="{6F0A26FC-1C78-438C-9176-48511A80AC1E}" type="pres">
      <dgm:prSet presAssocID="{D1C7D34E-2BC8-41AB-9CEE-939223BCB8DF}" presName="linear" presStyleCnt="0">
        <dgm:presLayoutVars>
          <dgm:animLvl val="lvl"/>
          <dgm:resizeHandles val="exact"/>
        </dgm:presLayoutVars>
      </dgm:prSet>
      <dgm:spPr/>
    </dgm:pt>
    <dgm:pt modelId="{CC3A37F7-061D-4FC7-80AD-60BF5E3D4A81}" type="pres">
      <dgm:prSet presAssocID="{5AFD82C1-F479-4961-90C2-42BDE7E6DD8B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9D650D9D-626C-44D7-AA02-D0AE5BDB5BA0}" type="pres">
      <dgm:prSet presAssocID="{5AFD82C1-F479-4961-90C2-42BDE7E6DD8B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24178809-7809-45FC-BFF5-EC6C06F09BC8}" type="presOf" srcId="{6BAE3FDB-90B8-4003-810B-D9A8C0AFBDF9}" destId="{9D650D9D-626C-44D7-AA02-D0AE5BDB5BA0}" srcOrd="0" destOrd="2" presId="urn:microsoft.com/office/officeart/2005/8/layout/vList2"/>
    <dgm:cxn modelId="{17E2F711-5599-48EA-ABBC-04C5BF7C020C}" srcId="{D1C7D34E-2BC8-41AB-9CEE-939223BCB8DF}" destId="{5AFD82C1-F479-4961-90C2-42BDE7E6DD8B}" srcOrd="0" destOrd="0" parTransId="{ABF000E7-C9C3-4488-861B-47749018CAB3}" sibTransId="{4C915D37-E9B5-46FC-B160-5836BE11EBD4}"/>
    <dgm:cxn modelId="{509E4C5D-D785-4B47-A5A4-73D575F8D8F4}" type="presOf" srcId="{D1C7D34E-2BC8-41AB-9CEE-939223BCB8DF}" destId="{6F0A26FC-1C78-438C-9176-48511A80AC1E}" srcOrd="0" destOrd="0" presId="urn:microsoft.com/office/officeart/2005/8/layout/vList2"/>
    <dgm:cxn modelId="{26AA684B-C17D-42C5-9188-821CDECB01DD}" srcId="{5AFD82C1-F479-4961-90C2-42BDE7E6DD8B}" destId="{6BAE3FDB-90B8-4003-810B-D9A8C0AFBDF9}" srcOrd="2" destOrd="0" parTransId="{C344A38C-3C76-4E9A-841E-E3E9D53D0039}" sibTransId="{38E3F032-3FEB-4FB4-A57D-FF436FDC45C2}"/>
    <dgm:cxn modelId="{2F1EE26B-6789-45AF-92D0-B93EE85C1328}" type="presOf" srcId="{5AFD82C1-F479-4961-90C2-42BDE7E6DD8B}" destId="{CC3A37F7-061D-4FC7-80AD-60BF5E3D4A81}" srcOrd="0" destOrd="0" presId="urn:microsoft.com/office/officeart/2005/8/layout/vList2"/>
    <dgm:cxn modelId="{2ABE17CE-BACB-449E-8C9A-6FD1B8FDFF6A}" type="presOf" srcId="{6CEBEF92-1E05-4F14-B1C7-31C9E1140C86}" destId="{9D650D9D-626C-44D7-AA02-D0AE5BDB5BA0}" srcOrd="0" destOrd="0" presId="urn:microsoft.com/office/officeart/2005/8/layout/vList2"/>
    <dgm:cxn modelId="{4E7268E2-4899-44DA-A981-A0753F88C05C}" type="presOf" srcId="{6C311CE3-A29F-435E-88E9-2E08A5316052}" destId="{9D650D9D-626C-44D7-AA02-D0AE5BDB5BA0}" srcOrd="0" destOrd="1" presId="urn:microsoft.com/office/officeart/2005/8/layout/vList2"/>
    <dgm:cxn modelId="{FCC212EF-2982-4616-98D7-9B48F1D62BDF}" srcId="{5AFD82C1-F479-4961-90C2-42BDE7E6DD8B}" destId="{6C311CE3-A29F-435E-88E9-2E08A5316052}" srcOrd="1" destOrd="0" parTransId="{903EB1D1-5768-4E31-82E8-404209A1869D}" sibTransId="{E65AEC50-1E21-43BD-8077-74624618DC42}"/>
    <dgm:cxn modelId="{96E499F5-AE21-4638-8F35-1F50C089B4F6}" srcId="{5AFD82C1-F479-4961-90C2-42BDE7E6DD8B}" destId="{6CEBEF92-1E05-4F14-B1C7-31C9E1140C86}" srcOrd="0" destOrd="0" parTransId="{DB967906-2135-41BD-B386-E5E631B7885E}" sibTransId="{7AEB25EF-41E2-4EE5-883D-6FED31327C5B}"/>
    <dgm:cxn modelId="{9D7A9C3B-36C9-4864-BF0F-7A1165A77895}" type="presParOf" srcId="{6F0A26FC-1C78-438C-9176-48511A80AC1E}" destId="{CC3A37F7-061D-4FC7-80AD-60BF5E3D4A81}" srcOrd="0" destOrd="0" presId="urn:microsoft.com/office/officeart/2005/8/layout/vList2"/>
    <dgm:cxn modelId="{D3B32582-DF9D-43BB-82F5-2FDDDF487019}" type="presParOf" srcId="{6F0A26FC-1C78-438C-9176-48511A80AC1E}" destId="{9D650D9D-626C-44D7-AA02-D0AE5BDB5BA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9FCF02-CAD2-4D6F-9542-AD86711168CA}">
      <dsp:nvSpPr>
        <dsp:cNvPr id="0" name=""/>
        <dsp:cNvSpPr/>
      </dsp:nvSpPr>
      <dsp:spPr>
        <a:xfrm>
          <a:off x="774129" y="679575"/>
          <a:ext cx="1255425" cy="125542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175B98-93F4-4D7C-BB95-1514AB879CD5}">
      <dsp:nvSpPr>
        <dsp:cNvPr id="0" name=""/>
        <dsp:cNvSpPr/>
      </dsp:nvSpPr>
      <dsp:spPr>
        <a:xfrm>
          <a:off x="1075232" y="947125"/>
          <a:ext cx="720326" cy="720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7117FB-F8A7-4A20-A8A7-EC686DDC76D0}">
      <dsp:nvSpPr>
        <dsp:cNvPr id="0" name=""/>
        <dsp:cNvSpPr/>
      </dsp:nvSpPr>
      <dsp:spPr>
        <a:xfrm>
          <a:off x="372805" y="2326036"/>
          <a:ext cx="20580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/>
            <a:t>Our Game</a:t>
          </a:r>
        </a:p>
      </dsp:txBody>
      <dsp:txXfrm>
        <a:off x="372805" y="2326036"/>
        <a:ext cx="2058075" cy="720000"/>
      </dsp:txXfrm>
    </dsp:sp>
    <dsp:sp modelId="{BCD8CDD9-0C56-4401-ADB1-8B48DAB2C96F}">
      <dsp:nvSpPr>
        <dsp:cNvPr id="0" name=""/>
        <dsp:cNvSpPr/>
      </dsp:nvSpPr>
      <dsp:spPr>
        <a:xfrm>
          <a:off x="3192368" y="679575"/>
          <a:ext cx="1255425" cy="1255425"/>
        </a:xfrm>
        <a:prstGeom prst="ellipse">
          <a:avLst/>
        </a:prstGeom>
        <a:solidFill>
          <a:srgbClr val="00206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4CA7C4-FCA1-4127-B20A-2A5C031A3CF4}">
      <dsp:nvSpPr>
        <dsp:cNvPr id="0" name=""/>
        <dsp:cNvSpPr/>
      </dsp:nvSpPr>
      <dsp:spPr>
        <a:xfrm>
          <a:off x="3459917" y="947125"/>
          <a:ext cx="720326" cy="720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6FE37A-5DB0-4899-9FCB-0CE39BC185F8}">
      <dsp:nvSpPr>
        <dsp:cNvPr id="0" name=""/>
        <dsp:cNvSpPr/>
      </dsp:nvSpPr>
      <dsp:spPr>
        <a:xfrm>
          <a:off x="2791043" y="2326036"/>
          <a:ext cx="20580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/>
            <a:t>Our partners</a:t>
          </a:r>
        </a:p>
      </dsp:txBody>
      <dsp:txXfrm>
        <a:off x="2791043" y="2326036"/>
        <a:ext cx="2058075" cy="720000"/>
      </dsp:txXfrm>
    </dsp:sp>
    <dsp:sp modelId="{FF93E135-77D6-48A0-8871-9BC93D705D06}">
      <dsp:nvSpPr>
        <dsp:cNvPr id="0" name=""/>
        <dsp:cNvSpPr/>
      </dsp:nvSpPr>
      <dsp:spPr>
        <a:xfrm>
          <a:off x="5610606" y="679575"/>
          <a:ext cx="1255425" cy="1255425"/>
        </a:xfrm>
        <a:prstGeom prst="ellipse">
          <a:avLst/>
        </a:prstGeom>
        <a:solidFill>
          <a:srgbClr val="57903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509775-983E-4110-B989-EE2CD6514BE0}">
      <dsp:nvSpPr>
        <dsp:cNvPr id="0" name=""/>
        <dsp:cNvSpPr/>
      </dsp:nvSpPr>
      <dsp:spPr>
        <a:xfrm>
          <a:off x="5878155" y="947125"/>
          <a:ext cx="720326" cy="720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EDC777-00B3-41D7-9AE1-23D741E941C3}">
      <dsp:nvSpPr>
        <dsp:cNvPr id="0" name=""/>
        <dsp:cNvSpPr/>
      </dsp:nvSpPr>
      <dsp:spPr>
        <a:xfrm>
          <a:off x="5209281" y="2326036"/>
          <a:ext cx="20580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/>
            <a:t>Why our game?</a:t>
          </a:r>
        </a:p>
      </dsp:txBody>
      <dsp:txXfrm>
        <a:off x="5209281" y="2326036"/>
        <a:ext cx="2058075" cy="720000"/>
      </dsp:txXfrm>
    </dsp:sp>
    <dsp:sp modelId="{E78B6415-0946-45B2-8E77-6FDA848BFB27}">
      <dsp:nvSpPr>
        <dsp:cNvPr id="0" name=""/>
        <dsp:cNvSpPr/>
      </dsp:nvSpPr>
      <dsp:spPr>
        <a:xfrm>
          <a:off x="8028844" y="679575"/>
          <a:ext cx="1255425" cy="125542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14214E-EEDF-4A6C-965D-931FCEFAE467}">
      <dsp:nvSpPr>
        <dsp:cNvPr id="0" name=""/>
        <dsp:cNvSpPr/>
      </dsp:nvSpPr>
      <dsp:spPr>
        <a:xfrm>
          <a:off x="8296394" y="947125"/>
          <a:ext cx="720326" cy="720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68E5EA-B940-4D1A-AB8A-ABB326D569C7}">
      <dsp:nvSpPr>
        <dsp:cNvPr id="0" name=""/>
        <dsp:cNvSpPr/>
      </dsp:nvSpPr>
      <dsp:spPr>
        <a:xfrm>
          <a:off x="7627519" y="2326036"/>
          <a:ext cx="20580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2300" kern="1200" dirty="0"/>
            <a:t>Art and Inspiration</a:t>
          </a:r>
        </a:p>
      </dsp:txBody>
      <dsp:txXfrm>
        <a:off x="7627519" y="2326036"/>
        <a:ext cx="2058075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9FCF02-CAD2-4D6F-9542-AD86711168CA}">
      <dsp:nvSpPr>
        <dsp:cNvPr id="0" name=""/>
        <dsp:cNvSpPr/>
      </dsp:nvSpPr>
      <dsp:spPr>
        <a:xfrm>
          <a:off x="1143663" y="117442"/>
          <a:ext cx="2196000" cy="2196000"/>
        </a:xfrm>
        <a:prstGeom prst="ellipse">
          <a:avLst/>
        </a:prstGeom>
        <a:solidFill>
          <a:srgbClr val="00206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175B98-93F4-4D7C-BB95-1514AB879CD5}">
      <dsp:nvSpPr>
        <dsp:cNvPr id="0" name=""/>
        <dsp:cNvSpPr/>
      </dsp:nvSpPr>
      <dsp:spPr>
        <a:xfrm>
          <a:off x="1611651" y="505719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7117FB-F8A7-4A20-A8A7-EC686DDC76D0}">
      <dsp:nvSpPr>
        <dsp:cNvPr id="0" name=""/>
        <dsp:cNvSpPr/>
      </dsp:nvSpPr>
      <dsp:spPr>
        <a:xfrm>
          <a:off x="559727" y="2550521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955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4400" kern="1200" dirty="0"/>
            <a:t>PlayStation</a:t>
          </a:r>
        </a:p>
      </dsp:txBody>
      <dsp:txXfrm>
        <a:off x="559727" y="2550521"/>
        <a:ext cx="36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9FCF02-CAD2-4D6F-9542-AD86711168CA}">
      <dsp:nvSpPr>
        <dsp:cNvPr id="0" name=""/>
        <dsp:cNvSpPr/>
      </dsp:nvSpPr>
      <dsp:spPr>
        <a:xfrm>
          <a:off x="2225551" y="461398"/>
          <a:ext cx="948955" cy="94895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175B98-93F4-4D7C-BB95-1514AB879CD5}">
      <dsp:nvSpPr>
        <dsp:cNvPr id="0" name=""/>
        <dsp:cNvSpPr/>
      </dsp:nvSpPr>
      <dsp:spPr>
        <a:xfrm>
          <a:off x="2447615" y="668997"/>
          <a:ext cx="544482" cy="5444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7117FB-F8A7-4A20-A8A7-EC686DDC76D0}">
      <dsp:nvSpPr>
        <dsp:cNvPr id="0" name=""/>
        <dsp:cNvSpPr/>
      </dsp:nvSpPr>
      <dsp:spPr>
        <a:xfrm>
          <a:off x="472566" y="613593"/>
          <a:ext cx="1555664" cy="62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Unique perspective</a:t>
          </a:r>
        </a:p>
      </dsp:txBody>
      <dsp:txXfrm>
        <a:off x="472566" y="613593"/>
        <a:ext cx="1555664" cy="622265"/>
      </dsp:txXfrm>
    </dsp:sp>
    <dsp:sp modelId="{E1ACEFD6-3F15-4C0F-AC91-93A5AF43637F}">
      <dsp:nvSpPr>
        <dsp:cNvPr id="0" name=""/>
        <dsp:cNvSpPr/>
      </dsp:nvSpPr>
      <dsp:spPr>
        <a:xfrm>
          <a:off x="3938367" y="1228837"/>
          <a:ext cx="948955" cy="94895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BA018E-1C44-43B7-BF10-B7C76D141D90}">
      <dsp:nvSpPr>
        <dsp:cNvPr id="0" name=""/>
        <dsp:cNvSpPr/>
      </dsp:nvSpPr>
      <dsp:spPr>
        <a:xfrm>
          <a:off x="4132228" y="1414808"/>
          <a:ext cx="544482" cy="5444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6F6118-B646-47B4-9C14-23174D3AB8C5}">
      <dsp:nvSpPr>
        <dsp:cNvPr id="0" name=""/>
        <dsp:cNvSpPr/>
      </dsp:nvSpPr>
      <dsp:spPr>
        <a:xfrm>
          <a:off x="3635013" y="2281103"/>
          <a:ext cx="1555664" cy="62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700" kern="1200" dirty="0"/>
            <a:t>Figure 8 loop</a:t>
          </a:r>
        </a:p>
      </dsp:txBody>
      <dsp:txXfrm>
        <a:off x="3635013" y="2281103"/>
        <a:ext cx="1555664" cy="622265"/>
      </dsp:txXfrm>
    </dsp:sp>
    <dsp:sp modelId="{BCD8CDD9-0C56-4401-ADB1-8B48DAB2C96F}">
      <dsp:nvSpPr>
        <dsp:cNvPr id="0" name=""/>
        <dsp:cNvSpPr/>
      </dsp:nvSpPr>
      <dsp:spPr>
        <a:xfrm>
          <a:off x="2233464" y="1595826"/>
          <a:ext cx="948955" cy="94895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4CA7C4-FCA1-4127-B20A-2A5C031A3CF4}">
      <dsp:nvSpPr>
        <dsp:cNvPr id="0" name=""/>
        <dsp:cNvSpPr/>
      </dsp:nvSpPr>
      <dsp:spPr>
        <a:xfrm>
          <a:off x="2409063" y="1798074"/>
          <a:ext cx="544482" cy="5444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6FE37A-5DB0-4899-9FCB-0CE39BC185F8}">
      <dsp:nvSpPr>
        <dsp:cNvPr id="0" name=""/>
        <dsp:cNvSpPr/>
      </dsp:nvSpPr>
      <dsp:spPr>
        <a:xfrm>
          <a:off x="409251" y="1885019"/>
          <a:ext cx="1555664" cy="62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Being social</a:t>
          </a:r>
        </a:p>
      </dsp:txBody>
      <dsp:txXfrm>
        <a:off x="409251" y="1885019"/>
        <a:ext cx="1555664" cy="622265"/>
      </dsp:txXfrm>
    </dsp:sp>
    <dsp:sp modelId="{FF93E135-77D6-48A0-8871-9BC93D705D06}">
      <dsp:nvSpPr>
        <dsp:cNvPr id="0" name=""/>
        <dsp:cNvSpPr/>
      </dsp:nvSpPr>
      <dsp:spPr>
        <a:xfrm>
          <a:off x="5600925" y="465848"/>
          <a:ext cx="948955" cy="94895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509775-983E-4110-B989-EE2CD6514BE0}">
      <dsp:nvSpPr>
        <dsp:cNvPr id="0" name=""/>
        <dsp:cNvSpPr/>
      </dsp:nvSpPr>
      <dsp:spPr>
        <a:xfrm>
          <a:off x="5788351" y="692356"/>
          <a:ext cx="544482" cy="54448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EDC777-00B3-41D7-9AE1-23D741E941C3}">
      <dsp:nvSpPr>
        <dsp:cNvPr id="0" name=""/>
        <dsp:cNvSpPr/>
      </dsp:nvSpPr>
      <dsp:spPr>
        <a:xfrm>
          <a:off x="6744164" y="792544"/>
          <a:ext cx="1555664" cy="62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Exploration</a:t>
          </a:r>
        </a:p>
      </dsp:txBody>
      <dsp:txXfrm>
        <a:off x="6744164" y="792544"/>
        <a:ext cx="1555664" cy="622265"/>
      </dsp:txXfrm>
    </dsp:sp>
    <dsp:sp modelId="{E78B6415-0946-45B2-8E77-6FDA848BFB27}">
      <dsp:nvSpPr>
        <dsp:cNvPr id="0" name=""/>
        <dsp:cNvSpPr/>
      </dsp:nvSpPr>
      <dsp:spPr>
        <a:xfrm>
          <a:off x="5609314" y="1526173"/>
          <a:ext cx="948955" cy="948955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14214E-EEDF-4A6C-965D-931FCEFAE467}">
      <dsp:nvSpPr>
        <dsp:cNvPr id="0" name=""/>
        <dsp:cNvSpPr/>
      </dsp:nvSpPr>
      <dsp:spPr>
        <a:xfrm>
          <a:off x="5811553" y="1728419"/>
          <a:ext cx="544482" cy="54448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68E5EA-B940-4D1A-AB8A-ABB326D569C7}">
      <dsp:nvSpPr>
        <dsp:cNvPr id="0" name=""/>
        <dsp:cNvSpPr/>
      </dsp:nvSpPr>
      <dsp:spPr>
        <a:xfrm>
          <a:off x="6785918" y="1625410"/>
          <a:ext cx="1555664" cy="62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700" kern="1200" dirty="0"/>
            <a:t>Movement and Combat</a:t>
          </a:r>
        </a:p>
      </dsp:txBody>
      <dsp:txXfrm>
        <a:off x="6785918" y="1625410"/>
        <a:ext cx="1555664" cy="622265"/>
      </dsp:txXfrm>
    </dsp:sp>
    <dsp:sp modelId="{8C83A955-41BB-4841-A113-90FF70A16E7F}">
      <dsp:nvSpPr>
        <dsp:cNvPr id="0" name=""/>
        <dsp:cNvSpPr/>
      </dsp:nvSpPr>
      <dsp:spPr>
        <a:xfrm>
          <a:off x="2226020" y="2692011"/>
          <a:ext cx="948955" cy="94895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288694-880A-4710-99F7-EEC331DE2431}">
      <dsp:nvSpPr>
        <dsp:cNvPr id="0" name=""/>
        <dsp:cNvSpPr/>
      </dsp:nvSpPr>
      <dsp:spPr>
        <a:xfrm>
          <a:off x="2428266" y="2894252"/>
          <a:ext cx="544482" cy="54448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685672-8DBE-4F72-95E9-8753427362B1}">
      <dsp:nvSpPr>
        <dsp:cNvPr id="0" name=""/>
        <dsp:cNvSpPr/>
      </dsp:nvSpPr>
      <dsp:spPr>
        <a:xfrm>
          <a:off x="412657" y="3014138"/>
          <a:ext cx="1555664" cy="62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700" kern="1200" dirty="0"/>
            <a:t>Local story</a:t>
          </a:r>
        </a:p>
      </dsp:txBody>
      <dsp:txXfrm>
        <a:off x="412657" y="3014138"/>
        <a:ext cx="1555664" cy="622265"/>
      </dsp:txXfrm>
    </dsp:sp>
    <dsp:sp modelId="{BADA3916-5ED0-4A83-9273-27B2E6252BAA}">
      <dsp:nvSpPr>
        <dsp:cNvPr id="0" name=""/>
        <dsp:cNvSpPr/>
      </dsp:nvSpPr>
      <dsp:spPr>
        <a:xfrm>
          <a:off x="5611293" y="2627377"/>
          <a:ext cx="948955" cy="94895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1731AB-7F0D-4A42-A686-8D565E0F0101}">
      <dsp:nvSpPr>
        <dsp:cNvPr id="0" name=""/>
        <dsp:cNvSpPr/>
      </dsp:nvSpPr>
      <dsp:spPr>
        <a:xfrm>
          <a:off x="5813522" y="2829616"/>
          <a:ext cx="544482" cy="544482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DDCF66-8D02-40FD-921D-3FEFADF895D2}">
      <dsp:nvSpPr>
        <dsp:cNvPr id="0" name=""/>
        <dsp:cNvSpPr/>
      </dsp:nvSpPr>
      <dsp:spPr>
        <a:xfrm>
          <a:off x="6700496" y="2798119"/>
          <a:ext cx="1555664" cy="62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CA" sz="1700" kern="1200" dirty="0"/>
            <a:t>Strong Aesthetic</a:t>
          </a:r>
        </a:p>
      </dsp:txBody>
      <dsp:txXfrm>
        <a:off x="6700496" y="2798119"/>
        <a:ext cx="1555664" cy="62226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3A37F7-061D-4FC7-80AD-60BF5E3D4A81}">
      <dsp:nvSpPr>
        <dsp:cNvPr id="0" name=""/>
        <dsp:cNvSpPr/>
      </dsp:nvSpPr>
      <dsp:spPr>
        <a:xfrm>
          <a:off x="0" y="30373"/>
          <a:ext cx="10058399" cy="1415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l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5900" kern="1200" dirty="0"/>
            <a:t>Why our team?</a:t>
          </a:r>
        </a:p>
      </dsp:txBody>
      <dsp:txXfrm>
        <a:off x="69080" y="99453"/>
        <a:ext cx="9920239" cy="1276954"/>
      </dsp:txXfrm>
    </dsp:sp>
    <dsp:sp modelId="{9D650D9D-626C-44D7-AA02-D0AE5BDB5BA0}">
      <dsp:nvSpPr>
        <dsp:cNvPr id="0" name=""/>
        <dsp:cNvSpPr/>
      </dsp:nvSpPr>
      <dsp:spPr>
        <a:xfrm>
          <a:off x="0" y="1445488"/>
          <a:ext cx="10058399" cy="3602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9354" tIns="74930" rIns="419608" bIns="74930" numCol="1" spcCol="1270" anchor="t" anchorCtr="0">
          <a:noAutofit/>
        </a:bodyPr>
        <a:lstStyle/>
        <a:p>
          <a:pPr marL="285750" lvl="1" indent="-285750" algn="l" defTabSz="2044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4600" kern="1200" dirty="0"/>
            <a:t>Strong developers</a:t>
          </a:r>
        </a:p>
        <a:p>
          <a:pPr marL="285750" lvl="1" indent="-285750" algn="l" defTabSz="2044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4600" kern="1200" dirty="0"/>
            <a:t>Local writers, writing a local story</a:t>
          </a:r>
        </a:p>
        <a:p>
          <a:pPr marL="285750" lvl="1" indent="-285750" algn="l" defTabSz="2044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4600" kern="1200" dirty="0"/>
            <a:t>Experienced artists and musicians</a:t>
          </a:r>
        </a:p>
      </dsp:txBody>
      <dsp:txXfrm>
        <a:off x="0" y="1445488"/>
        <a:ext cx="10058399" cy="36028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4/13/2020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4/13/2020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4/13/2020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4/13/2020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4/13/2020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4/13/2020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4/13/2020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4/13/2020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4/13/2020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4/13/2020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g"/><Relationship Id="rId5" Type="http://schemas.openxmlformats.org/officeDocument/2006/relationships/image" Target="../media/image33.jp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bstract image">
            <a:extLst>
              <a:ext uri="{FF2B5EF4-FFF2-40B4-BE49-F238E27FC236}">
                <a16:creationId xmlns:a16="http://schemas.microsoft.com/office/drawing/2014/main" id="{8045422F-7258-40AC-BD2E-2469AA4489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Renegade planet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8"/>
            <a:ext cx="4775075" cy="55965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pitch presentation</a:t>
            </a:r>
          </a:p>
        </p:txBody>
      </p:sp>
    </p:spTree>
    <p:extLst>
      <p:ext uri="{BB962C8B-B14F-4D97-AF65-F5344CB8AC3E}">
        <p14:creationId xmlns:p14="http://schemas.microsoft.com/office/powerpoint/2010/main" val="258428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Renegade Planet</a:t>
            </a:r>
          </a:p>
        </p:txBody>
      </p:sp>
      <p:graphicFrame>
        <p:nvGraphicFramePr>
          <p:cNvPr id="5" name="Content Placeholder 2" descr="SmartArt graphic">
            <a:extLst>
              <a:ext uri="{FF2B5EF4-FFF2-40B4-BE49-F238E27FC236}">
                <a16:creationId xmlns:a16="http://schemas.microsoft.com/office/drawing/2014/main" id="{91DB1382-7276-49FA-9632-38D558F457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1594824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243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2B708D-D0AE-446B-9F76-73F6B264D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4652" y="0"/>
            <a:ext cx="8254652" cy="6858000"/>
          </a:xfrm>
          <a:prstGeom prst="rect">
            <a:avLst/>
          </a:prstGeom>
        </p:spPr>
      </p:pic>
      <p:pic>
        <p:nvPicPr>
          <p:cNvPr id="9" name="Picture 8" descr="A picture containing transport&#10;&#10;Description automatically generated">
            <a:extLst>
              <a:ext uri="{FF2B5EF4-FFF2-40B4-BE49-F238E27FC236}">
                <a16:creationId xmlns:a16="http://schemas.microsoft.com/office/drawing/2014/main" id="{3BFFFBC9-7C68-4AFE-9119-704E60876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-84841"/>
            <a:ext cx="4738540" cy="7579149"/>
          </a:xfrm>
          <a:prstGeom prst="rect">
            <a:avLst/>
          </a:prstGeom>
        </p:spPr>
      </p:pic>
      <p:pic>
        <p:nvPicPr>
          <p:cNvPr id="5" name="Picture 4" descr="A picture containing water, orange&#10;&#10;Description automatically generated">
            <a:extLst>
              <a:ext uri="{FF2B5EF4-FFF2-40B4-BE49-F238E27FC236}">
                <a16:creationId xmlns:a16="http://schemas.microsoft.com/office/drawing/2014/main" id="{9302223B-7D0A-41BC-AC80-5BC6F1756A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8681" y="-84841"/>
            <a:ext cx="4581255" cy="719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083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OUR PARTNERS</a:t>
            </a:r>
          </a:p>
        </p:txBody>
      </p:sp>
      <p:graphicFrame>
        <p:nvGraphicFramePr>
          <p:cNvPr id="5" name="Content Placeholder 2" descr="SmartArt graphic">
            <a:extLst>
              <a:ext uri="{FF2B5EF4-FFF2-40B4-BE49-F238E27FC236}">
                <a16:creationId xmlns:a16="http://schemas.microsoft.com/office/drawing/2014/main" id="{91DB1382-7276-49FA-9632-38D558F457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2414573"/>
              </p:ext>
            </p:extLst>
          </p:nvPr>
        </p:nvGraphicFramePr>
        <p:xfrm>
          <a:off x="507064" y="1896748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D1E3159-77C0-4141-9F2C-E6898894FB96}"/>
              </a:ext>
            </a:extLst>
          </p:cNvPr>
          <p:cNvSpPr txBox="1"/>
          <p:nvPr/>
        </p:nvSpPr>
        <p:spPr>
          <a:xfrm>
            <a:off x="5813571" y="2248250"/>
            <a:ext cx="44377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Why PlayStation?</a:t>
            </a:r>
          </a:p>
          <a:p>
            <a:pPr marL="285750" indent="-285750">
              <a:buFontTx/>
              <a:buChar char="-"/>
            </a:pPr>
            <a:r>
              <a:rPr lang="en-CA" dirty="0"/>
              <a:t>History of supporting developers</a:t>
            </a:r>
          </a:p>
          <a:p>
            <a:pPr marL="285750" indent="-285750">
              <a:buFontTx/>
              <a:buChar char="-"/>
            </a:pPr>
            <a:r>
              <a:rPr lang="en-CA" dirty="0"/>
              <a:t>Excellent first party community</a:t>
            </a:r>
          </a:p>
          <a:p>
            <a:pPr marL="285750" indent="-285750">
              <a:buFontTx/>
              <a:buChar char="-"/>
            </a:pPr>
            <a:r>
              <a:rPr lang="en-CA" dirty="0"/>
              <a:t>Stable platform</a:t>
            </a:r>
          </a:p>
          <a:p>
            <a:pPr marL="285750" indent="-285750">
              <a:buFontTx/>
              <a:buChar char="-"/>
            </a:pPr>
            <a:r>
              <a:rPr lang="en-CA" dirty="0"/>
              <a:t>Get behind unique and weird games</a:t>
            </a:r>
          </a:p>
        </p:txBody>
      </p:sp>
    </p:spTree>
    <p:extLst>
      <p:ext uri="{BB962C8B-B14F-4D97-AF65-F5344CB8AC3E}">
        <p14:creationId xmlns:p14="http://schemas.microsoft.com/office/powerpoint/2010/main" val="2257874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WHY OUR GAME</a:t>
            </a:r>
          </a:p>
        </p:txBody>
      </p:sp>
      <p:graphicFrame>
        <p:nvGraphicFramePr>
          <p:cNvPr id="5" name="Content Placeholder 2" descr="SmartArt graphic">
            <a:extLst>
              <a:ext uri="{FF2B5EF4-FFF2-40B4-BE49-F238E27FC236}">
                <a16:creationId xmlns:a16="http://schemas.microsoft.com/office/drawing/2014/main" id="{91DB1382-7276-49FA-9632-38D558F457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5321323"/>
              </p:ext>
            </p:extLst>
          </p:nvPr>
        </p:nvGraphicFramePr>
        <p:xfrm>
          <a:off x="1514212" y="2014193"/>
          <a:ext cx="10058400" cy="41265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22224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E03BB80-D0F5-4007-B5A1-06F8DBCB08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9135655"/>
              </p:ext>
            </p:extLst>
          </p:nvPr>
        </p:nvGraphicFramePr>
        <p:xfrm>
          <a:off x="1066800" y="768429"/>
          <a:ext cx="10058400" cy="50786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7517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639141D1-4470-4BDF-A471-30132225F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87" y="214312"/>
            <a:ext cx="11686914" cy="63962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70C2A4-3F25-403D-9E81-3021FC31A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387" y="2962838"/>
            <a:ext cx="3620549" cy="36476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0B6801E-6A79-4200-88AC-734EEE45BA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388" y="214313"/>
            <a:ext cx="2932652" cy="36476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ART AND INSPIRATION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6DB5EDD-5E21-4350-BBC0-586C63D335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7301" y="214311"/>
            <a:ext cx="3048000" cy="40660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8DEFF9-B4F6-460E-A437-35CD6BCB76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3746" y="3609757"/>
            <a:ext cx="5359866" cy="300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9490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iginal 5_01_Win32" id="{77344C68-A3F1-476B-8680-97D7F429B46B}" vid="{89780073-58E8-4DFF-BF29-BA99F805284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37651BA-F45C-4845-9AB3-E0A65B39F5E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CDB58277-F8DF-46FF-84EC-EF41B835E6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D276E62-80A3-44DD-9BCC-97ED2B99B5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{C78642DA-F002-40CB-A18F-043B39CA74CB}tf78438558</Template>
  <TotalTime>0</TotalTime>
  <Words>77</Words>
  <Application>Microsoft Office PowerPoint</Application>
  <PresentationFormat>Widescreen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Century Gothic</vt:lpstr>
      <vt:lpstr>Garamond</vt:lpstr>
      <vt:lpstr>SavonVTI</vt:lpstr>
      <vt:lpstr>Renegade planet</vt:lpstr>
      <vt:lpstr>Renegade Planet</vt:lpstr>
      <vt:lpstr>PowerPoint Presentation</vt:lpstr>
      <vt:lpstr>OUR PARTNERS</vt:lpstr>
      <vt:lpstr>WHY OUR GAME</vt:lpstr>
      <vt:lpstr>PowerPoint Presentation</vt:lpstr>
      <vt:lpstr>ART AND INSPIRATION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2020-04-09T17:04:15Z</dcterms:created>
  <dcterms:modified xsi:type="dcterms:W3CDTF">2020-04-13T19:35:20Z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