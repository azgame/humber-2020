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AAE9E-51A0-4FE1-A02A-F171CCCDF7B8}" v="1" dt="2019-03-15T15:49:27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3ECAAE9E-51A0-4FE1-A02A-F171CCCDF7B8}"/>
    <pc:docChg chg="addSld delSld modSld">
      <pc:chgData name="Aidan Dearing" userId="549f97a1b1354368" providerId="LiveId" clId="{3ECAAE9E-51A0-4FE1-A02A-F171CCCDF7B8}" dt="2019-03-15T15:49:31.282" v="1" actId="2696"/>
      <pc:docMkLst>
        <pc:docMk/>
      </pc:docMkLst>
      <pc:sldChg chg="add del">
        <pc:chgData name="Aidan Dearing" userId="549f97a1b1354368" providerId="LiveId" clId="{3ECAAE9E-51A0-4FE1-A02A-F171CCCDF7B8}" dt="2019-03-15T15:49:31.282" v="1" actId="2696"/>
        <pc:sldMkLst>
          <pc:docMk/>
          <pc:sldMk cId="2170128557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7672A0-E2BF-44E6-841C-A7776D558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7374" y="1263404"/>
            <a:ext cx="8247189" cy="3115075"/>
          </a:xfrm>
        </p:spPr>
        <p:txBody>
          <a:bodyPr>
            <a:normAutofit/>
          </a:bodyPr>
          <a:lstStyle/>
          <a:p>
            <a:pPr algn="l"/>
            <a:r>
              <a:rPr lang="en-CA" sz="7200">
                <a:solidFill>
                  <a:schemeClr val="accent1"/>
                </a:solidFill>
              </a:rPr>
              <a:t>GJK</a:t>
            </a:r>
            <a:br>
              <a:rPr lang="en-CA" sz="7200">
                <a:solidFill>
                  <a:schemeClr val="accent1"/>
                </a:solidFill>
              </a:rPr>
            </a:br>
            <a:r>
              <a:rPr lang="en-CA" sz="7200">
                <a:solidFill>
                  <a:schemeClr val="accent1"/>
                </a:solidFill>
              </a:rPr>
              <a:t>Additional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86A43-F649-40FF-8098-E481C3224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7374" y="4560432"/>
            <a:ext cx="8300202" cy="1228171"/>
          </a:xfrm>
        </p:spPr>
        <p:txBody>
          <a:bodyPr>
            <a:normAutofit/>
          </a:bodyPr>
          <a:lstStyle/>
          <a:p>
            <a:pPr algn="l"/>
            <a:r>
              <a:rPr lang="en-CA" sz="2400">
                <a:solidFill>
                  <a:schemeClr val="tx1"/>
                </a:solidFill>
              </a:rPr>
              <a:t>Game 256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1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61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CB4C3-C461-46BC-BB4A-2C072CB3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 vert="horz" lIns="228600" tIns="228600" rIns="228600" bIns="0" rtlCol="0">
            <a:normAutofit/>
          </a:bodyPr>
          <a:lstStyle/>
          <a:p>
            <a:pPr algn="r"/>
            <a:r>
              <a:rPr lang="en-US" sz="4400">
                <a:solidFill>
                  <a:schemeClr val="tx1"/>
                </a:solidFill>
              </a:rPr>
              <a:t>Triple Cross Product Expansion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FAE1-371C-479A-96FA-B38E1613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4" y="960120"/>
            <a:ext cx="5511800" cy="4171278"/>
          </a:xfrm>
        </p:spPr>
        <p:txBody>
          <a:bodyPr vert="horz" lIns="91440" tIns="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(A x B) x C = B(C.dot(A)) – A(C.dot(B))</a:t>
            </a:r>
          </a:p>
        </p:txBody>
      </p:sp>
    </p:spTree>
    <p:extLst>
      <p:ext uri="{BB962C8B-B14F-4D97-AF65-F5344CB8AC3E}">
        <p14:creationId xmlns:p14="http://schemas.microsoft.com/office/powerpoint/2010/main" val="361530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AC70A-079F-4A31-A0F3-876B7840B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14F530C-164D-4D2C-ADEA-879546DC2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1F51855-7FAC-40F6-81C4-CF97FEF38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AA19657-996A-4289-AF57-87A7A4F5D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60A93E9-DFD3-4FA8-B5AC-1A13BEF70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294FB64-F1ED-4C18-ADA1-31B1BAA72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5A5671FF-9E1E-4713-89B0-2746096A1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8C8E7B7-F29D-4678-8771-3252B09D6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A885B88-5C1F-4BEF-B26D-4C48A44F4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F7DEA99-EA5C-4460-AC72-E949D870E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DA1B093-E2A1-41F3-8956-3FA5FEF29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73C136EB-2B22-4EEC-9B05-6B3914C4F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4FEE12DA-D387-41EC-8D01-A15203FC4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FF35701-D481-4974-AC6A-70689FC51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5DF9176C-E88E-41FB-AD98-A19CD2D75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4FE8B715-4770-479D-84DE-11A37EC90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196B7BD3-A8AF-48C5-9287-D8B0769B1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58C47EED-7B7B-4600-AF41-E1F2BD5D8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A1B3187-C464-4BAF-A334-4D0CA58D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C1724F9-2248-4B30-9DD6-3BA49F699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BE1D0A-9654-4821-85BC-A0AFB93B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8822FD2-59D1-44C0-BB8E-E860665FF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03F828F3-A039-48FF-8372-EFAD1A1F5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3B0B37D-CA7C-4B22-841F-3F0C3D639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B54B7D9-2174-4FA8-8190-063AD316C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2F15F9-72AE-44EF-81F4-324739FD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4C1DA7EC-56F7-4BDF-96BE-B28C4A997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9CD36D12-D206-4241-952D-99010AB9C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33A88655-1E9E-4299-87F2-8639B1E76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8DB49E2A-60F9-4960-9115-30FCC7AFF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EA066110-9684-4905-813E-3ED6DA34D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FD7F7BD6-7BC2-4798-BE16-3237799D4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F1605537-F8D7-4B82-8AEB-908391D8B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E18E1F89-9AE2-4785-817D-07F97337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D6871EB3-BB16-428F-95DD-E304743F1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735D3DA-A6D4-4669-8E71-E8B181782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BB58E6CF-807A-47CA-A82B-C62CB4602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9310F9C7-3997-400E-B036-EB11A906E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6F06BB69-52B2-4D0C-B25E-1EB48FABF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D852046-9A5A-4ED1-88A7-B0F8BAACA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2D9191E4-AA28-4A2B-B572-BF279AD7E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8DC84CA7-56F9-4709-8C0E-CF4B8DEDE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90598FF9-7EF0-4683-B581-3F8AC00E5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41CBC4C3-9A4B-4DDE-B863-4B2BDFCF9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2BCBD5B-6A9D-4D3E-BDA9-585FC920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AD077A8-CA6B-4344-BCED-2BF2DD094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39" y="0"/>
            <a:ext cx="12191695" cy="4197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C8B2193-CC0B-4E06-9A57-387821AD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" y="420839"/>
            <a:ext cx="5973588" cy="3360142"/>
          </a:xfrm>
          <a:prstGeom prst="rect">
            <a:avLst/>
          </a:prstGeom>
          <a:ln w="12700">
            <a:noFill/>
          </a:ln>
        </p:spPr>
      </p:pic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BBC69329-C744-4402-B80B-232701E96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37148" y="422842"/>
            <a:ext cx="5966465" cy="3356136"/>
          </a:xfrm>
          <a:prstGeom prst="rect">
            <a:avLst/>
          </a:prstGeom>
          <a:ln w="12700">
            <a:noFill/>
          </a:ln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5BDAC276-A66B-45FC-8F0D-144663F18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4206292"/>
            <a:ext cx="12192755" cy="1771275"/>
            <a:chOff x="1" y="3893141"/>
            <a:chExt cx="12192755" cy="1771275"/>
          </a:xfrm>
        </p:grpSpPr>
        <p:sp>
          <p:nvSpPr>
            <p:cNvPr id="64" name="Isosceles Triangle 39">
              <a:extLst>
                <a:ext uri="{FF2B5EF4-FFF2-40B4-BE49-F238E27FC236}">
                  <a16:creationId xmlns:a16="http://schemas.microsoft.com/office/drawing/2014/main" id="{B4E7FDA1-8F82-405E-BDE9-8E65DCB7F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5A8FEAB-E552-45A9-8873-9E91BD48B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3893141"/>
              <a:ext cx="12192755" cy="1420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A4900-E5D4-47A5-BA53-3D895F4F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982" y="4293388"/>
            <a:ext cx="8833655" cy="727748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700"/>
              <a:t>Winding Direction &amp; Cross Product</a:t>
            </a:r>
          </a:p>
        </p:txBody>
      </p:sp>
    </p:spTree>
    <p:extLst>
      <p:ext uri="{BB962C8B-B14F-4D97-AF65-F5344CB8AC3E}">
        <p14:creationId xmlns:p14="http://schemas.microsoft.com/office/powerpoint/2010/main" val="165274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AC70A-079F-4A31-A0F3-876B7840B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14F530C-164D-4D2C-ADEA-879546DC2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1F51855-7FAC-40F6-81C4-CF97FEF38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AA19657-996A-4289-AF57-87A7A4F5D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60A93E9-DFD3-4FA8-B5AC-1A13BEF70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294FB64-F1ED-4C18-ADA1-31B1BAA72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5A5671FF-9E1E-4713-89B0-2746096A1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8C8E7B7-F29D-4678-8771-3252B09D6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A885B88-5C1F-4BEF-B26D-4C48A44F4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F7DEA99-EA5C-4460-AC72-E949D870E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DA1B093-E2A1-41F3-8956-3FA5FEF29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73C136EB-2B22-4EEC-9B05-6B3914C4F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4FEE12DA-D387-41EC-8D01-A15203FC4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FF35701-D481-4974-AC6A-70689FC51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5DF9176C-E88E-41FB-AD98-A19CD2D75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4FE8B715-4770-479D-84DE-11A37EC90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196B7BD3-A8AF-48C5-9287-D8B0769B1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58C47EED-7B7B-4600-AF41-E1F2BD5D8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A1B3187-C464-4BAF-A334-4D0CA58D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C1724F9-2248-4B30-9DD6-3BA49F699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BE1D0A-9654-4821-85BC-A0AFB93B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8822FD2-59D1-44C0-BB8E-E860665FF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03F828F3-A039-48FF-8372-EFAD1A1F5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3B0B37D-CA7C-4B22-841F-3F0C3D639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B54B7D9-2174-4FA8-8190-063AD316C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2F15F9-72AE-44EF-81F4-324739FD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4C1DA7EC-56F7-4BDF-96BE-B28C4A997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9CD36D12-D206-4241-952D-99010AB9C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33A88655-1E9E-4299-87F2-8639B1E76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8DB49E2A-60F9-4960-9115-30FCC7AFF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EA066110-9684-4905-813E-3ED6DA34D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FD7F7BD6-7BC2-4798-BE16-3237799D4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F1605537-F8D7-4B82-8AEB-908391D8B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E18E1F89-9AE2-4785-817D-07F97337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D6871EB3-BB16-428F-95DD-E304743F1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735D3DA-A6D4-4669-8E71-E8B181782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BB58E6CF-807A-47CA-A82B-C62CB4602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9310F9C7-3997-400E-B036-EB11A906E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6F06BB69-52B2-4D0C-B25E-1EB48FABF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D852046-9A5A-4ED1-88A7-B0F8BAACA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2D9191E4-AA28-4A2B-B572-BF279AD7E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8DC84CA7-56F9-4709-8C0E-CF4B8DEDE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90598FF9-7EF0-4683-B581-3F8AC00E5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41CBC4C3-9A4B-4DDE-B863-4B2BDFCF9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2BCBD5B-6A9D-4D3E-BDA9-585FC920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AD077A8-CA6B-4344-BCED-2BF2DD094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39" y="0"/>
            <a:ext cx="12191695" cy="4197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63A01DFD-9AAF-4D10-BBE0-01BC638BC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" y="420839"/>
            <a:ext cx="5973588" cy="3360142"/>
          </a:xfrm>
          <a:prstGeom prst="rect">
            <a:avLst/>
          </a:prstGeom>
          <a:ln w="12700">
            <a:noFill/>
          </a:ln>
        </p:spPr>
      </p:pic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48062919-10B7-47CA-932B-5AB84EA56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37148" y="422842"/>
            <a:ext cx="5966465" cy="3356136"/>
          </a:xfrm>
          <a:prstGeom prst="rect">
            <a:avLst/>
          </a:prstGeom>
          <a:ln w="12700">
            <a:noFill/>
          </a:ln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5BDAC276-A66B-45FC-8F0D-144663F18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4206292"/>
            <a:ext cx="12192755" cy="1771275"/>
            <a:chOff x="1" y="3893141"/>
            <a:chExt cx="12192755" cy="1771275"/>
          </a:xfrm>
        </p:grpSpPr>
        <p:sp>
          <p:nvSpPr>
            <p:cNvPr id="64" name="Isosceles Triangle 39">
              <a:extLst>
                <a:ext uri="{FF2B5EF4-FFF2-40B4-BE49-F238E27FC236}">
                  <a16:creationId xmlns:a16="http://schemas.microsoft.com/office/drawing/2014/main" id="{B4E7FDA1-8F82-405E-BDE9-8E65DCB7F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5A8FEAB-E552-45A9-8873-9E91BD48B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3893141"/>
              <a:ext cx="12192755" cy="1420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3F2B2-DF40-4AD4-88D7-49EE100F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982" y="4293388"/>
            <a:ext cx="8833655" cy="727748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700"/>
              <a:t>Winding Direction &amp; Cross Product</a:t>
            </a:r>
          </a:p>
        </p:txBody>
      </p:sp>
    </p:spTree>
    <p:extLst>
      <p:ext uri="{BB962C8B-B14F-4D97-AF65-F5344CB8AC3E}">
        <p14:creationId xmlns:p14="http://schemas.microsoft.com/office/powerpoint/2010/main" val="382133467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 Light</vt:lpstr>
      <vt:lpstr>Rockwell</vt:lpstr>
      <vt:lpstr>Wingdings</vt:lpstr>
      <vt:lpstr>Atlas</vt:lpstr>
      <vt:lpstr>GJK Additional Details</vt:lpstr>
      <vt:lpstr>Triple Cross Product Expansion</vt:lpstr>
      <vt:lpstr>Winding Direction &amp; Cross Product</vt:lpstr>
      <vt:lpstr>Winding Direction &amp; Cross Product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GJK Additional Details</dc:title>
  <dc:creator>Aidan Dearing</dc:creator>
  <cp:lastModifiedBy>Aidan Dearing</cp:lastModifiedBy>
  <cp:revision>2</cp:revision>
  <dcterms:created xsi:type="dcterms:W3CDTF">2019-03-15T15:16:19Z</dcterms:created>
  <dcterms:modified xsi:type="dcterms:W3CDTF">2019-03-15T15:49:39Z</dcterms:modified>
</cp:coreProperties>
</file>