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85689-43AF-4E47-81AB-E383B6A046A6}" v="244" dt="2019-03-29T15:21:37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79A85689-43AF-4E47-81AB-E383B6A046A6}"/>
    <pc:docChg chg="undo custSel addSld modSld">
      <pc:chgData name="Aidan Dearing" userId="549f97a1b1354368" providerId="LiveId" clId="{79A85689-43AF-4E47-81AB-E383B6A046A6}" dt="2019-03-29T15:22:11.196" v="557" actId="26606"/>
      <pc:docMkLst>
        <pc:docMk/>
      </pc:docMkLst>
      <pc:sldChg chg="modSp">
        <pc:chgData name="Aidan Dearing" userId="549f97a1b1354368" providerId="LiveId" clId="{79A85689-43AF-4E47-81AB-E383B6A046A6}" dt="2019-03-29T14:59:18.251" v="7" actId="20577"/>
        <pc:sldMkLst>
          <pc:docMk/>
          <pc:sldMk cId="3842904487" sldId="257"/>
        </pc:sldMkLst>
        <pc:spChg chg="mod">
          <ac:chgData name="Aidan Dearing" userId="549f97a1b1354368" providerId="LiveId" clId="{79A85689-43AF-4E47-81AB-E383B6A046A6}" dt="2019-03-29T14:59:18.251" v="7" actId="20577"/>
          <ac:spMkLst>
            <pc:docMk/>
            <pc:sldMk cId="3842904487" sldId="257"/>
            <ac:spMk id="7" creationId="{FDE4AAF0-438A-4158-A2CD-4A4A8BDDE407}"/>
          </ac:spMkLst>
        </pc:spChg>
      </pc:sldChg>
      <pc:sldChg chg="modSp">
        <pc:chgData name="Aidan Dearing" userId="549f97a1b1354368" providerId="LiveId" clId="{79A85689-43AF-4E47-81AB-E383B6A046A6}" dt="2019-03-29T15:05:54.106" v="148" actId="20577"/>
        <pc:sldMkLst>
          <pc:docMk/>
          <pc:sldMk cId="1174401999" sldId="259"/>
        </pc:sldMkLst>
        <pc:spChg chg="mod">
          <ac:chgData name="Aidan Dearing" userId="549f97a1b1354368" providerId="LiveId" clId="{79A85689-43AF-4E47-81AB-E383B6A046A6}" dt="2019-03-29T15:05:52.371" v="147" actId="20577"/>
          <ac:spMkLst>
            <pc:docMk/>
            <pc:sldMk cId="1174401999" sldId="259"/>
            <ac:spMk id="3" creationId="{B0272667-4B8B-4F33-A25C-331D39C0AB45}"/>
          </ac:spMkLst>
        </pc:spChg>
        <pc:spChg chg="mod">
          <ac:chgData name="Aidan Dearing" userId="549f97a1b1354368" providerId="LiveId" clId="{79A85689-43AF-4E47-81AB-E383B6A046A6}" dt="2019-03-29T15:05:54.106" v="148" actId="20577"/>
          <ac:spMkLst>
            <pc:docMk/>
            <pc:sldMk cId="1174401999" sldId="259"/>
            <ac:spMk id="6" creationId="{17849867-5097-470C-B720-8B1827FD23A4}"/>
          </ac:spMkLst>
        </pc:spChg>
      </pc:sldChg>
      <pc:sldChg chg="addSp delSp modSp add">
        <pc:chgData name="Aidan Dearing" userId="549f97a1b1354368" providerId="LiveId" clId="{79A85689-43AF-4E47-81AB-E383B6A046A6}" dt="2019-03-29T15:20:29.849" v="507"/>
        <pc:sldMkLst>
          <pc:docMk/>
          <pc:sldMk cId="557003253" sldId="264"/>
        </pc:sldMkLst>
        <pc:spChg chg="mod">
          <ac:chgData name="Aidan Dearing" userId="549f97a1b1354368" providerId="LiveId" clId="{79A85689-43AF-4E47-81AB-E383B6A046A6}" dt="2019-03-29T14:59:25.130" v="22" actId="20577"/>
          <ac:spMkLst>
            <pc:docMk/>
            <pc:sldMk cId="557003253" sldId="264"/>
            <ac:spMk id="2" creationId="{5AAADEC6-3900-40C0-8591-FDCCD4832278}"/>
          </ac:spMkLst>
        </pc:spChg>
        <pc:spChg chg="del">
          <ac:chgData name="Aidan Dearing" userId="549f97a1b1354368" providerId="LiveId" clId="{79A85689-43AF-4E47-81AB-E383B6A046A6}" dt="2019-03-29T14:59:40.924" v="23"/>
          <ac:spMkLst>
            <pc:docMk/>
            <pc:sldMk cId="557003253" sldId="264"/>
            <ac:spMk id="3" creationId="{539E7411-609A-4B74-AA17-556E6C8E705F}"/>
          </ac:spMkLst>
        </pc:spChg>
        <pc:spChg chg="add mod">
          <ac:chgData name="Aidan Dearing" userId="549f97a1b1354368" providerId="LiveId" clId="{79A85689-43AF-4E47-81AB-E383B6A046A6}" dt="2019-03-29T15:01:53.668" v="50" actId="20577"/>
          <ac:spMkLst>
            <pc:docMk/>
            <pc:sldMk cId="557003253" sldId="264"/>
            <ac:spMk id="4" creationId="{32D5E282-84AF-440E-984F-0ED052C5BEE6}"/>
          </ac:spMkLst>
        </pc:spChg>
        <pc:spChg chg="add mod">
          <ac:chgData name="Aidan Dearing" userId="549f97a1b1354368" providerId="LiveId" clId="{79A85689-43AF-4E47-81AB-E383B6A046A6}" dt="2019-03-29T15:07:15.402" v="235" actId="20577"/>
          <ac:spMkLst>
            <pc:docMk/>
            <pc:sldMk cId="557003253" sldId="264"/>
            <ac:spMk id="5" creationId="{24C01E3E-F507-446B-9EC1-45C74B8859EA}"/>
          </ac:spMkLst>
        </pc:spChg>
        <pc:spChg chg="add mod">
          <ac:chgData name="Aidan Dearing" userId="549f97a1b1354368" providerId="LiveId" clId="{79A85689-43AF-4E47-81AB-E383B6A046A6}" dt="2019-03-29T15:03:06.545" v="78" actId="20577"/>
          <ac:spMkLst>
            <pc:docMk/>
            <pc:sldMk cId="557003253" sldId="264"/>
            <ac:spMk id="6" creationId="{165B84A6-BB2E-4E8A-B4B7-70E2CF24F173}"/>
          </ac:spMkLst>
        </pc:spChg>
        <pc:spChg chg="add mod">
          <ac:chgData name="Aidan Dearing" userId="549f97a1b1354368" providerId="LiveId" clId="{79A85689-43AF-4E47-81AB-E383B6A046A6}" dt="2019-03-29T15:18:02.637" v="496" actId="20577"/>
          <ac:spMkLst>
            <pc:docMk/>
            <pc:sldMk cId="557003253" sldId="264"/>
            <ac:spMk id="7" creationId="{F00F73AC-1C74-4019-BE2A-8833D891CE11}"/>
          </ac:spMkLst>
        </pc:spChg>
        <pc:spChg chg="add mod">
          <ac:chgData name="Aidan Dearing" userId="549f97a1b1354368" providerId="LiveId" clId="{79A85689-43AF-4E47-81AB-E383B6A046A6}" dt="2019-03-29T15:12:42.663" v="455" actId="11529"/>
          <ac:spMkLst>
            <pc:docMk/>
            <pc:sldMk cId="557003253" sldId="264"/>
            <ac:spMk id="8" creationId="{FF0714CA-129A-4424-AFD1-A6001E22B301}"/>
          </ac:spMkLst>
        </pc:spChg>
        <pc:spChg chg="add del mod">
          <ac:chgData name="Aidan Dearing" userId="549f97a1b1354368" providerId="LiveId" clId="{79A85689-43AF-4E47-81AB-E383B6A046A6}" dt="2019-03-29T15:16:24.927" v="481" actId="478"/>
          <ac:spMkLst>
            <pc:docMk/>
            <pc:sldMk cId="557003253" sldId="264"/>
            <ac:spMk id="20" creationId="{82BF40B2-547D-4703-83D0-4F2508D6CBF5}"/>
          </ac:spMkLst>
        </pc:spChg>
        <pc:spChg chg="add del mod">
          <ac:chgData name="Aidan Dearing" userId="549f97a1b1354368" providerId="LiveId" clId="{79A85689-43AF-4E47-81AB-E383B6A046A6}" dt="2019-03-29T15:16:45.552" v="483" actId="11529"/>
          <ac:spMkLst>
            <pc:docMk/>
            <pc:sldMk cId="557003253" sldId="264"/>
            <ac:spMk id="21" creationId="{03102618-4429-4A3E-964F-B7C34F0B2B60}"/>
          </ac:spMkLst>
        </pc:spChg>
        <pc:spChg chg="add mod">
          <ac:chgData name="Aidan Dearing" userId="549f97a1b1354368" providerId="LiveId" clId="{79A85689-43AF-4E47-81AB-E383B6A046A6}" dt="2019-03-29T15:17:45.551" v="493" actId="1582"/>
          <ac:spMkLst>
            <pc:docMk/>
            <pc:sldMk cId="557003253" sldId="264"/>
            <ac:spMk id="28" creationId="{E1131CF2-3BEF-457C-B9DC-3F12BC63D793}"/>
          </ac:spMkLst>
        </pc:spChg>
        <pc:spChg chg="add mod">
          <ac:chgData name="Aidan Dearing" userId="549f97a1b1354368" providerId="LiveId" clId="{79A85689-43AF-4E47-81AB-E383B6A046A6}" dt="2019-03-29T15:19:36.780" v="500" actId="1076"/>
          <ac:spMkLst>
            <pc:docMk/>
            <pc:sldMk cId="557003253" sldId="264"/>
            <ac:spMk id="29" creationId="{20AC0D1D-5272-45E2-A247-4045E431CCFD}"/>
          </ac:spMkLst>
        </pc:spChg>
        <pc:spChg chg="add mod">
          <ac:chgData name="Aidan Dearing" userId="549f97a1b1354368" providerId="LiveId" clId="{79A85689-43AF-4E47-81AB-E383B6A046A6}" dt="2019-03-29T15:20:21.115" v="504" actId="1076"/>
          <ac:spMkLst>
            <pc:docMk/>
            <pc:sldMk cId="557003253" sldId="264"/>
            <ac:spMk id="30" creationId="{963CF019-2571-47CD-A2D5-F0B0FB825119}"/>
          </ac:spMkLst>
        </pc:spChg>
        <pc:spChg chg="add mod">
          <ac:chgData name="Aidan Dearing" userId="549f97a1b1354368" providerId="LiveId" clId="{79A85689-43AF-4E47-81AB-E383B6A046A6}" dt="2019-03-29T15:20:29.849" v="507"/>
          <ac:spMkLst>
            <pc:docMk/>
            <pc:sldMk cId="557003253" sldId="264"/>
            <ac:spMk id="31" creationId="{B7A8E8C9-DF4C-4156-B8B5-61F38A1C9FFB}"/>
          </ac:spMkLst>
        </pc:spChg>
        <pc:cxnChg chg="add mod">
          <ac:chgData name="Aidan Dearing" userId="549f97a1b1354368" providerId="LiveId" clId="{79A85689-43AF-4E47-81AB-E383B6A046A6}" dt="2019-03-29T15:14:28.008" v="466" actId="1582"/>
          <ac:cxnSpMkLst>
            <pc:docMk/>
            <pc:sldMk cId="557003253" sldId="264"/>
            <ac:cxnSpMk id="10" creationId="{96FC664A-5F9A-45BE-9702-117F46F3DE0C}"/>
          </ac:cxnSpMkLst>
        </pc:cxnChg>
        <pc:cxnChg chg="add mod">
          <ac:chgData name="Aidan Dearing" userId="549f97a1b1354368" providerId="LiveId" clId="{79A85689-43AF-4E47-81AB-E383B6A046A6}" dt="2019-03-29T15:13:55.001" v="461" actId="1582"/>
          <ac:cxnSpMkLst>
            <pc:docMk/>
            <pc:sldMk cId="557003253" sldId="264"/>
            <ac:cxnSpMk id="12" creationId="{D0A41911-FB4A-4814-96EF-89D7BB4D88D5}"/>
          </ac:cxnSpMkLst>
        </pc:cxnChg>
        <pc:cxnChg chg="add mod">
          <ac:chgData name="Aidan Dearing" userId="549f97a1b1354368" providerId="LiveId" clId="{79A85689-43AF-4E47-81AB-E383B6A046A6}" dt="2019-03-29T15:15:34.978" v="474" actId="693"/>
          <ac:cxnSpMkLst>
            <pc:docMk/>
            <pc:sldMk cId="557003253" sldId="264"/>
            <ac:cxnSpMk id="16" creationId="{7A2F4350-B075-46A6-9D85-23B6FD71B2EE}"/>
          </ac:cxnSpMkLst>
        </pc:cxnChg>
        <pc:cxnChg chg="add del mod">
          <ac:chgData name="Aidan Dearing" userId="549f97a1b1354368" providerId="LiveId" clId="{79A85689-43AF-4E47-81AB-E383B6A046A6}" dt="2019-03-29T15:17:16.297" v="489" actId="478"/>
          <ac:cxnSpMkLst>
            <pc:docMk/>
            <pc:sldMk cId="557003253" sldId="264"/>
            <ac:cxnSpMk id="23" creationId="{0F2AF7D9-D65F-4EA5-94D9-4D6D5BD49B86}"/>
          </ac:cxnSpMkLst>
        </pc:cxnChg>
      </pc:sldChg>
      <pc:sldChg chg="addSp delSp modSp add mod setBg">
        <pc:chgData name="Aidan Dearing" userId="549f97a1b1354368" providerId="LiveId" clId="{79A85689-43AF-4E47-81AB-E383B6A046A6}" dt="2019-03-29T15:22:11.196" v="557" actId="26606"/>
        <pc:sldMkLst>
          <pc:docMk/>
          <pc:sldMk cId="2429615080" sldId="265"/>
        </pc:sldMkLst>
        <pc:spChg chg="del">
          <ac:chgData name="Aidan Dearing" userId="549f97a1b1354368" providerId="LiveId" clId="{79A85689-43AF-4E47-81AB-E383B6A046A6}" dt="2019-03-29T15:21:37.026" v="509"/>
          <ac:spMkLst>
            <pc:docMk/>
            <pc:sldMk cId="2429615080" sldId="265"/>
            <ac:spMk id="2" creationId="{FB1C51EE-39A7-4FCE-91CB-FC77BF1FF221}"/>
          </ac:spMkLst>
        </pc:spChg>
        <pc:spChg chg="del">
          <ac:chgData name="Aidan Dearing" userId="549f97a1b1354368" providerId="LiveId" clId="{79A85689-43AF-4E47-81AB-E383B6A046A6}" dt="2019-03-29T15:21:37.026" v="509"/>
          <ac:spMkLst>
            <pc:docMk/>
            <pc:sldMk cId="2429615080" sldId="265"/>
            <ac:spMk id="3" creationId="{1E96D68B-6727-4DB1-8203-B756A62683A5}"/>
          </ac:spMkLst>
        </pc:spChg>
        <pc:spChg chg="del">
          <ac:chgData name="Aidan Dearing" userId="549f97a1b1354368" providerId="LiveId" clId="{79A85689-43AF-4E47-81AB-E383B6A046A6}" dt="2019-03-29T15:21:37.026" v="509"/>
          <ac:spMkLst>
            <pc:docMk/>
            <pc:sldMk cId="2429615080" sldId="265"/>
            <ac:spMk id="4" creationId="{1DA72BE3-791C-46C9-98FF-55C79B84F1C0}"/>
          </ac:spMkLst>
        </pc:spChg>
        <pc:spChg chg="del">
          <ac:chgData name="Aidan Dearing" userId="549f97a1b1354368" providerId="LiveId" clId="{79A85689-43AF-4E47-81AB-E383B6A046A6}" dt="2019-03-29T15:21:37.026" v="509"/>
          <ac:spMkLst>
            <pc:docMk/>
            <pc:sldMk cId="2429615080" sldId="265"/>
            <ac:spMk id="5" creationId="{136C9DAF-7D13-415F-B515-E2DB2CAB0786}"/>
          </ac:spMkLst>
        </pc:spChg>
        <pc:spChg chg="del">
          <ac:chgData name="Aidan Dearing" userId="549f97a1b1354368" providerId="LiveId" clId="{79A85689-43AF-4E47-81AB-E383B6A046A6}" dt="2019-03-29T15:21:37.026" v="509"/>
          <ac:spMkLst>
            <pc:docMk/>
            <pc:sldMk cId="2429615080" sldId="265"/>
            <ac:spMk id="6" creationId="{94D103D4-8A24-410C-A6D2-1BEBD8C3C1CA}"/>
          </ac:spMkLst>
        </pc:spChg>
        <pc:spChg chg="add mod">
          <ac:chgData name="Aidan Dearing" userId="549f97a1b1354368" providerId="LiveId" clId="{79A85689-43AF-4E47-81AB-E383B6A046A6}" dt="2019-03-29T15:22:11.196" v="557" actId="26606"/>
          <ac:spMkLst>
            <pc:docMk/>
            <pc:sldMk cId="2429615080" sldId="265"/>
            <ac:spMk id="7" creationId="{38536025-F05A-4159-BFE4-FDE6BCE9272A}"/>
          </ac:spMkLst>
        </pc:spChg>
        <pc:spChg chg="add mod">
          <ac:chgData name="Aidan Dearing" userId="549f97a1b1354368" providerId="LiveId" clId="{79A85689-43AF-4E47-81AB-E383B6A046A6}" dt="2019-03-29T15:22:11.196" v="557" actId="26606"/>
          <ac:spMkLst>
            <pc:docMk/>
            <pc:sldMk cId="2429615080" sldId="265"/>
            <ac:spMk id="8" creationId="{7F9F9FCD-BEF5-48EA-9546-6699742573F5}"/>
          </ac:spMkLst>
        </pc:spChg>
        <pc:spChg chg="add">
          <ac:chgData name="Aidan Dearing" userId="549f97a1b1354368" providerId="LiveId" clId="{79A85689-43AF-4E47-81AB-E383B6A046A6}" dt="2019-03-29T15:22:11.196" v="557" actId="26606"/>
          <ac:spMkLst>
            <pc:docMk/>
            <pc:sldMk cId="2429615080" sldId="265"/>
            <ac:spMk id="13" creationId="{8D98EE46-797C-45B8-8337-491B94E0583F}"/>
          </ac:spMkLst>
        </pc:spChg>
        <pc:spChg chg="add">
          <ac:chgData name="Aidan Dearing" userId="549f97a1b1354368" providerId="LiveId" clId="{79A85689-43AF-4E47-81AB-E383B6A046A6}" dt="2019-03-29T15:22:11.196" v="557" actId="26606"/>
          <ac:spMkLst>
            <pc:docMk/>
            <pc:sldMk cId="2429615080" sldId="265"/>
            <ac:spMk id="17" creationId="{619704C7-B579-43B7-89ED-555E6619AF92}"/>
          </ac:spMkLst>
        </pc:spChg>
        <pc:cxnChg chg="add">
          <ac:chgData name="Aidan Dearing" userId="549f97a1b1354368" providerId="LiveId" clId="{79A85689-43AF-4E47-81AB-E383B6A046A6}" dt="2019-03-29T15:22:11.196" v="557" actId="26606"/>
          <ac:cxnSpMkLst>
            <pc:docMk/>
            <pc:sldMk cId="2429615080" sldId="265"/>
            <ac:cxnSpMk id="15" creationId="{4E4CA735-62CB-4665-AA7D-4A259E3F7CE6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Integral</a:t>
            </a:r>
            <a:r>
              <a:rPr lang="en-CA" baseline="0" dirty="0"/>
              <a:t> of a function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infinitesimal area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Sheet1!$A$2:$A$12</c:f>
              <c:numCache>
                <c:formatCode>General</c:formatCode>
                <c:ptCount val="11"/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1.1000000000000001</c:v>
                </c:pt>
                <c:pt idx="2">
                  <c:v>1.4750000000000001</c:v>
                </c:pt>
                <c:pt idx="3">
                  <c:v>1.8</c:v>
                </c:pt>
                <c:pt idx="4">
                  <c:v>2.06</c:v>
                </c:pt>
                <c:pt idx="5">
                  <c:v>2.29</c:v>
                </c:pt>
                <c:pt idx="6">
                  <c:v>2.5</c:v>
                </c:pt>
                <c:pt idx="7">
                  <c:v>2.7</c:v>
                </c:pt>
                <c:pt idx="8">
                  <c:v>2.87</c:v>
                </c:pt>
                <c:pt idx="9">
                  <c:v>3.05</c:v>
                </c:pt>
                <c:pt idx="10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0C-4F1B-96E9-AAADABC06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661503"/>
        <c:axId val="11682924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function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1.4142135623730951</c:v>
                </c:pt>
                <c:pt idx="3">
                  <c:v>1.7320508075688772</c:v>
                </c:pt>
                <c:pt idx="4">
                  <c:v>2</c:v>
                </c:pt>
                <c:pt idx="5">
                  <c:v>2.2360679774997898</c:v>
                </c:pt>
                <c:pt idx="6">
                  <c:v>2.4494897427831779</c:v>
                </c:pt>
                <c:pt idx="7">
                  <c:v>2.6457513110645907</c:v>
                </c:pt>
                <c:pt idx="8">
                  <c:v>2.8284271247461903</c:v>
                </c:pt>
                <c:pt idx="9">
                  <c:v>3</c:v>
                </c:pt>
                <c:pt idx="10">
                  <c:v>3.1622776601683795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0C-4F1B-96E9-AAADABC06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61503"/>
        <c:axId val="116829247"/>
      </c:lineChart>
      <c:catAx>
        <c:axId val="1366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829247"/>
        <c:crosses val="autoZero"/>
        <c:auto val="1"/>
        <c:lblAlgn val="ctr"/>
        <c:lblOffset val="100"/>
        <c:noMultiLvlLbl val="0"/>
      </c:catAx>
      <c:valAx>
        <c:axId val="116829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61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smtClean="0"/>
              <a:pPr/>
              <a:t>3/29/2019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87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37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20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344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86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78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1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278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29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5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smtClean="0"/>
              <a:pPr/>
              <a:t>3/29/2019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48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1579DD07-B6CD-4C04-8A4A-3B92CE8C8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0" ty="0" sx="75000" sy="75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995F0-906C-4573-A739-16EED217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9343" y="620720"/>
            <a:ext cx="6442480" cy="55931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77215-FE3A-41B0-8F33-C3A6879D0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0120" y="1105351"/>
            <a:ext cx="5477071" cy="3023981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chemeClr val="bg1"/>
                </a:solidFill>
              </a:rPr>
              <a:t>Impulses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D806C-C7DA-44AD-B065-E4D74156D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120" y="4297556"/>
            <a:ext cx="5477071" cy="1431695"/>
          </a:xfrm>
        </p:spPr>
        <p:txBody>
          <a:bodyPr anchor="t">
            <a:norm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Game 256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F5F06D-7250-43A5-9B61-0B7F1FD7E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09960" y="4214336"/>
            <a:ext cx="51206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03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300B3-650C-4D6F-B13F-ED2CB7BA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 dirty="0"/>
              <a:t>Overview</a:t>
            </a:r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E4AAF0-438A-4158-A2CD-4A4A8BDD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Force</a:t>
            </a:r>
          </a:p>
          <a:p>
            <a:r>
              <a:rPr lang="en-CA" dirty="0"/>
              <a:t>Linear Impulse</a:t>
            </a:r>
          </a:p>
          <a:p>
            <a:r>
              <a:rPr lang="en-CA" dirty="0"/>
              <a:t>Integrals</a:t>
            </a:r>
          </a:p>
          <a:p>
            <a:r>
              <a:rPr lang="en-CA" dirty="0"/>
              <a:t>Inertia</a:t>
            </a:r>
          </a:p>
          <a:p>
            <a:r>
              <a:rPr lang="en-CA" dirty="0"/>
              <a:t>Angular Impulse</a:t>
            </a:r>
          </a:p>
        </p:txBody>
      </p:sp>
    </p:spTree>
    <p:extLst>
      <p:ext uri="{BB962C8B-B14F-4D97-AF65-F5344CB8AC3E}">
        <p14:creationId xmlns:p14="http://schemas.microsoft.com/office/powerpoint/2010/main" val="384290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74893-0A13-4CDB-A42A-D9198842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Force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189832-A330-4272-A641-21621D4E7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en-CA" b="0" dirty="0"/>
                  <a:t>Force as mass times acceleration: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𝑚𝑎</m:t>
                    </m:r>
                  </m:oMath>
                </a14:m>
                <a:endParaRPr lang="en-CA" b="0" dirty="0"/>
              </a:p>
              <a:p>
                <a:r>
                  <a:rPr lang="en-CA" b="0" dirty="0"/>
                  <a:t>Force with acceleration definition: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CA" b="0" dirty="0"/>
              </a:p>
              <a:p>
                <a:r>
                  <a:rPr lang="en-CA" b="0" dirty="0"/>
                  <a:t>Impulse equation: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189832-A330-4272-A641-21621D4E7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31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E633-171D-4169-8DAB-A0242CB81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Linear Impulse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B20DF0E-BF05-4824-81B9-843E13C2B1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B20DF0E-BF05-4824-81B9-843E13C2B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72667-4B8B-4F33-A25C-331D39C0AB4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CA" dirty="0"/>
                  <a:t>The </a:t>
                </a:r>
                <a:r>
                  <a:rPr lang="en-CA" b="1" dirty="0"/>
                  <a:t>impulse</a:t>
                </a:r>
                <a:r>
                  <a:rPr lang="en-CA" dirty="0"/>
                  <a:t> is force over time, its unit is Newton seconds. </a:t>
                </a:r>
                <a:r>
                  <a:rPr lang="en-CA" i="1" dirty="0"/>
                  <a:t>J</a:t>
                </a:r>
                <a:r>
                  <a:rPr lang="en-CA" dirty="0"/>
                  <a:t> is impulse. </a:t>
                </a:r>
              </a:p>
              <a:p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𝑘𝑔𝑚</m:t>
                          </m:r>
                        </m:num>
                        <m:den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CA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b="0" dirty="0"/>
              </a:p>
              <a:p>
                <a:pPr marL="0" indent="0">
                  <a:buNone/>
                </a:pPr>
                <a:endParaRPr lang="en-CA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72667-4B8B-4F33-A25C-331D39C0A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641" t="-2190" r="-102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B8D9EE1-D330-4C70-B254-CE25936BD99F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B8D9EE1-D330-4C70-B254-CE25936BD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849867-5097-470C-B720-8B1827FD23A4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CA" dirty="0"/>
                  <a:t>The </a:t>
                </a:r>
                <a:r>
                  <a:rPr lang="en-CA" b="1" dirty="0"/>
                  <a:t>change in momentum</a:t>
                </a:r>
                <a:r>
                  <a:rPr lang="en-CA" dirty="0"/>
                  <a:t>, its unit is equivalent to a Newton second, and is kilogram-metres per second.</a:t>
                </a:r>
              </a:p>
              <a:p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849867-5097-470C-B720-8B1827FD23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769" t="-21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2B460810-DA4B-495E-B282-8112DA6CF125}"/>
              </a:ext>
            </a:extLst>
          </p:cNvPr>
          <p:cNvSpPr/>
          <p:nvPr/>
        </p:nvSpPr>
        <p:spPr>
          <a:xfrm>
            <a:off x="3761874" y="5406189"/>
            <a:ext cx="240632" cy="2406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388E55-CA21-4FCB-9E83-E9C3662A17FC}"/>
              </a:ext>
            </a:extLst>
          </p:cNvPr>
          <p:cNvSpPr/>
          <p:nvPr/>
        </p:nvSpPr>
        <p:spPr>
          <a:xfrm>
            <a:off x="3271708" y="5590673"/>
            <a:ext cx="240632" cy="2406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440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F04F6-7747-4983-86A7-AF54EF78F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Linear Impulse &amp; Integrals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59919C8-FB3C-47EA-A316-D9BD002ED3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/>
                  <a:t>Impulse is the integral of force, over the time the force acts. Impulse, just like force, is a vector.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𝐹𝑑𝑡</m:t>
                        </m:r>
                      </m:e>
                    </m:nary>
                  </m:oMath>
                </a14:m>
                <a:endParaRPr lang="en-CA" dirty="0"/>
              </a:p>
              <a:p>
                <a:r>
                  <a:rPr lang="en-CA" dirty="0"/>
                  <a:t>Integrals describe functions via displacement, area, volume, and other concepts by using </a:t>
                </a:r>
                <a:r>
                  <a:rPr lang="en-CA" i="1" dirty="0"/>
                  <a:t>infinitesimal</a:t>
                </a:r>
                <a:r>
                  <a:rPr lang="en-CA" dirty="0"/>
                  <a:t> data.</a:t>
                </a:r>
              </a:p>
              <a:p>
                <a:r>
                  <a:rPr lang="en-CA" dirty="0" err="1"/>
                  <a:t>In∙fin∙i∙tes∙i∙mal</a:t>
                </a:r>
                <a:br>
                  <a:rPr lang="en-CA" dirty="0"/>
                </a:br>
                <a:r>
                  <a:rPr lang="en-CA" i="1"/>
                  <a:t>adjective</a:t>
                </a:r>
                <a:endParaRPr lang="en-CA"/>
              </a:p>
              <a:p>
                <a:pPr marL="516636" lvl="1" indent="-342900">
                  <a:buFont typeface="+mj-lt"/>
                  <a:buAutoNum type="arabicPeriod"/>
                </a:pPr>
                <a:r>
                  <a:rPr lang="en-CA"/>
                  <a:t>Extremely small.</a:t>
                </a:r>
              </a:p>
              <a:p>
                <a:r>
                  <a:rPr lang="en-CA" i="1"/>
                  <a:t>noun (mathematics)</a:t>
                </a:r>
                <a:endParaRPr lang="en-CA"/>
              </a:p>
              <a:p>
                <a:pPr marL="516636" lvl="1" indent="-342900">
                  <a:buFont typeface="+mj-lt"/>
                  <a:buAutoNum type="arabicPeriod"/>
                </a:pPr>
                <a:r>
                  <a:rPr lang="en-CA"/>
                  <a:t>An indefinitely small quantity; a value approaching zero.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59919C8-FB3C-47EA-A316-D9BD002ED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1932" r="-144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23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EBE7-2B48-4C6D-A7AC-6472FB76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Integrals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D232193-8E4E-4FD2-A8CA-2E782E2FE48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2433072"/>
              </p:ext>
            </p:extLst>
          </p:nvPr>
        </p:nvGraphicFramePr>
        <p:xfrm>
          <a:off x="1023938" y="2286000"/>
          <a:ext cx="47545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E1C2AE-D798-466E-9FF7-B988D09D8D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In this case the whole function is ‘above’ the x axis, so the integral is the sum of all the infinitesimal areas.</a:t>
            </a:r>
          </a:p>
          <a:p>
            <a:r>
              <a:rPr lang="en-CA" dirty="0"/>
              <a:t>Any area that goes below the x axis is subtracted, and area that goes above the x axis is added.</a:t>
            </a:r>
          </a:p>
          <a:p>
            <a:r>
              <a:rPr lang="en-CA" dirty="0"/>
              <a:t>This is the definition of a </a:t>
            </a:r>
            <a:r>
              <a:rPr lang="en-CA" b="1" dirty="0"/>
              <a:t>definite</a:t>
            </a:r>
            <a:r>
              <a:rPr lang="en-CA" dirty="0"/>
              <a:t> </a:t>
            </a:r>
            <a:r>
              <a:rPr lang="en-CA" b="1" dirty="0"/>
              <a:t>integral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684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DC0A8-DA42-4F69-9AC7-3A022A832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Integrals and Change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42FAB2-2D06-4C5F-B297-4DFDD3D9B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If impulse is the rate of change of force over time, and it is the integral of force, we could derive that integrals measure the rate of change of a function.</a:t>
            </a:r>
          </a:p>
          <a:p>
            <a:r>
              <a:rPr lang="en-CA" dirty="0"/>
              <a:t>In impulse’s case the function is force.</a:t>
            </a:r>
          </a:p>
        </p:txBody>
      </p:sp>
    </p:spTree>
    <p:extLst>
      <p:ext uri="{BB962C8B-B14F-4D97-AF65-F5344CB8AC3E}">
        <p14:creationId xmlns:p14="http://schemas.microsoft.com/office/powerpoint/2010/main" val="39426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D39B7-D172-4523-A1DF-3B2DE7FA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Inertia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378F5-1111-4A34-B234-DFE6686BCA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en-CA" b="0" dirty="0"/>
                  <a:t>Angular momentum as moment of inertia times angular velocity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CA" dirty="0"/>
              </a:p>
              <a:p>
                <a:r>
                  <a:rPr lang="en-CA" dirty="0"/>
                  <a:t>Sum of torques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nary>
                  </m:oMath>
                </a14:m>
                <a:endParaRPr lang="en-CA" dirty="0"/>
              </a:p>
              <a:p>
                <a:r>
                  <a:rPr lang="en-CA" dirty="0">
                    <a:ea typeface="Cambria Math" panose="02040503050406030204" pitchFamily="18" charset="0"/>
                  </a:rPr>
                  <a:t>Angular acceleration as change in velocity over time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CA" dirty="0"/>
              </a:p>
              <a:p>
                <a:r>
                  <a:rPr lang="en-CA" dirty="0"/>
                  <a:t>Angular impulse equation: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378F5-1111-4A34-B234-DFE6686BCA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483" r="-202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83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DEC6-3900-40C0-8591-FDCCD4832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Angular Impulse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2D5E282-84AF-440E-984F-0ED052C5BEE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2D5E282-84AF-440E-984F-0ED052C5BE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4C01E3E-F507-446B-9EC1-45C74B8859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CA" dirty="0"/>
                  <a:t>Angular impulse is angular momentum over time, its unit is kilogram metre-squared per second.</a:t>
                </a:r>
              </a:p>
              <a:p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4C01E3E-F507-446B-9EC1-45C74B885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641" t="-21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65B84A6-BB2E-4E8A-B4B7-70E2CF24F173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65B84A6-BB2E-4E8A-B4B7-70E2CF24F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00F73AC-1C74-4019-BE2A-8833D891CE1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CA" dirty="0"/>
                  <a:t>Torque being applied from a linear force: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𝑟𝐹𝑠𝑖𝑛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A" dirty="0"/>
              </a:p>
              <a:p>
                <a:r>
                  <a:rPr lang="en-CA" dirty="0"/>
                  <a:t>Where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dirty="0"/>
                  <a:t> is the angle between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CA" dirty="0"/>
                  <a:t> if they are placed tail to tail.</a:t>
                </a:r>
              </a:p>
              <a:p>
                <a:endParaRPr lang="en-CA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00F73AC-1C74-4019-BE2A-8833D891C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769" t="-21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FF0714CA-129A-4424-AFD1-A6001E22B301}"/>
              </a:ext>
            </a:extLst>
          </p:cNvPr>
          <p:cNvSpPr/>
          <p:nvPr/>
        </p:nvSpPr>
        <p:spPr>
          <a:xfrm>
            <a:off x="7451558" y="4563979"/>
            <a:ext cx="1828800" cy="18288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FC664A-5F9A-45BE-9702-117F46F3DE0C}"/>
              </a:ext>
            </a:extLst>
          </p:cNvPr>
          <p:cNvCxnSpPr>
            <a:cxnSpLocks/>
          </p:cNvCxnSpPr>
          <p:nvPr/>
        </p:nvCxnSpPr>
        <p:spPr>
          <a:xfrm flipH="1" flipV="1">
            <a:off x="8642684" y="4764505"/>
            <a:ext cx="284748" cy="44918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A41911-FB4A-4814-96EF-89D7BB4D88D5}"/>
              </a:ext>
            </a:extLst>
          </p:cNvPr>
          <p:cNvCxnSpPr/>
          <p:nvPr/>
        </p:nvCxnSpPr>
        <p:spPr>
          <a:xfrm flipV="1">
            <a:off x="8357937" y="5213684"/>
            <a:ext cx="569495" cy="2486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2F4350-B075-46A6-9D85-23B6FD71B2EE}"/>
              </a:ext>
            </a:extLst>
          </p:cNvPr>
          <p:cNvCxnSpPr>
            <a:cxnSpLocks/>
          </p:cNvCxnSpPr>
          <p:nvPr/>
        </p:nvCxnSpPr>
        <p:spPr>
          <a:xfrm flipV="1">
            <a:off x="8927432" y="4904876"/>
            <a:ext cx="794084" cy="30880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E1131CF2-3BEF-457C-B9DC-3F12BC63D793}"/>
              </a:ext>
            </a:extLst>
          </p:cNvPr>
          <p:cNvSpPr/>
          <p:nvPr/>
        </p:nvSpPr>
        <p:spPr>
          <a:xfrm>
            <a:off x="8458202" y="4815643"/>
            <a:ext cx="705852" cy="543426"/>
          </a:xfrm>
          <a:prstGeom prst="arc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AC0D1D-5272-45E2-A247-4045E431CCFD}"/>
                  </a:ext>
                </a:extLst>
              </p:cNvPr>
              <p:cNvSpPr txBox="1"/>
              <p:nvPr/>
            </p:nvSpPr>
            <p:spPr>
              <a:xfrm>
                <a:off x="8798375" y="4823662"/>
                <a:ext cx="2460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AC0D1D-5272-45E2-A247-4045E431C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375" y="4823662"/>
                <a:ext cx="246086" cy="369332"/>
              </a:xfrm>
              <a:prstGeom prst="rect">
                <a:avLst/>
              </a:prstGeom>
              <a:blipFill>
                <a:blip r:embed="rId6"/>
                <a:stretch>
                  <a:fillRect r="-219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3CF019-2571-47CD-A2D5-F0B0FB825119}"/>
                  </a:ext>
                </a:extLst>
              </p:cNvPr>
              <p:cNvSpPr txBox="1"/>
              <p:nvPr/>
            </p:nvSpPr>
            <p:spPr>
              <a:xfrm>
                <a:off x="8369244" y="4597021"/>
                <a:ext cx="3128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3CF019-2571-47CD-A2D5-F0B0FB82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244" y="4597021"/>
                <a:ext cx="31282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A8E8C9-DF4C-4156-B8B5-61F38A1C9FFB}"/>
                  </a:ext>
                </a:extLst>
              </p:cNvPr>
              <p:cNvSpPr txBox="1"/>
              <p:nvPr/>
            </p:nvSpPr>
            <p:spPr>
              <a:xfrm>
                <a:off x="8343180" y="5037187"/>
                <a:ext cx="3128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A8E8C9-DF4C-4156-B8B5-61F38A1C9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180" y="5037187"/>
                <a:ext cx="31282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00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D98EE46-797C-45B8-8337-491B94E05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8536025-F05A-4159-BFE4-FDE6BCE92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501" y="640080"/>
            <a:ext cx="4019429" cy="3339348"/>
          </a:xfrm>
        </p:spPr>
        <p:txBody>
          <a:bodyPr anchor="b">
            <a:normAutofit/>
          </a:bodyPr>
          <a:lstStyle/>
          <a:p>
            <a:r>
              <a:rPr lang="en-CA" sz="4400">
                <a:solidFill>
                  <a:srgbClr val="FFFFFF"/>
                </a:solidFill>
              </a:rPr>
              <a:t>Fin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F9F9FCD-BEF5-48EA-9546-669974257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921" y="4315017"/>
            <a:ext cx="4015009" cy="1893939"/>
          </a:xfrm>
        </p:spPr>
        <p:txBody>
          <a:bodyPr anchor="t">
            <a:normAutofit/>
          </a:bodyPr>
          <a:lstStyle/>
          <a:p>
            <a:pPr algn="r"/>
            <a:r>
              <a:rPr lang="en-CA" sz="1600">
                <a:solidFill>
                  <a:srgbClr val="FFFFFF"/>
                </a:solidFill>
              </a:rPr>
              <a:t>Next up, EPA and Collision Resolution in GJK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4CA735-62CB-4665-AA7D-4A259E3F7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130" y="4156010"/>
            <a:ext cx="35661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19704C7-B579-43B7-89ED-555E6619A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396" y="0"/>
            <a:ext cx="6909991" cy="6858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0" ty="0" sx="75000" sy="75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9615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361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 Math</vt:lpstr>
      <vt:lpstr>Tw Cen MT</vt:lpstr>
      <vt:lpstr>Tw Cen MT Condensed</vt:lpstr>
      <vt:lpstr>Wingdings 3</vt:lpstr>
      <vt:lpstr>Integral</vt:lpstr>
      <vt:lpstr>Impulses</vt:lpstr>
      <vt:lpstr>Overview</vt:lpstr>
      <vt:lpstr>Force</vt:lpstr>
      <vt:lpstr>Linear Impulse</vt:lpstr>
      <vt:lpstr>Linear Impulse &amp; Integrals</vt:lpstr>
      <vt:lpstr>Integrals</vt:lpstr>
      <vt:lpstr>Integrals and Change</vt:lpstr>
      <vt:lpstr>Inertia</vt:lpstr>
      <vt:lpstr>Angular Impulse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Impulses</dc:title>
  <dc:creator>Aidan Dearing</dc:creator>
  <cp:lastModifiedBy>Aidan Dearing</cp:lastModifiedBy>
  <cp:revision>7</cp:revision>
  <dcterms:created xsi:type="dcterms:W3CDTF">2019-03-29T13:58:40Z</dcterms:created>
  <dcterms:modified xsi:type="dcterms:W3CDTF">2019-03-29T15:22:20Z</dcterms:modified>
</cp:coreProperties>
</file>