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03" d="100"/>
          <a:sy n="103" d="100"/>
        </p:scale>
        <p:origin x="126" y="3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diagrams/_rels/data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_rels/data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_rels/data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diagrams/_rels/data4.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3.svg"/><Relationship Id="rId1" Type="http://schemas.openxmlformats.org/officeDocument/2006/relationships/image" Target="../media/image22.png"/><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5.svg"/></Relationships>
</file>

<file path=ppt/diagrams/_rels/data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svg"/><Relationship Id="rId1" Type="http://schemas.openxmlformats.org/officeDocument/2006/relationships/image" Target="../media/image33.png"/><Relationship Id="rId4" Type="http://schemas.openxmlformats.org/officeDocument/2006/relationships/image" Target="../media/image36.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image" Target="../media/image2.png"/><Relationship Id="rId4" Type="http://schemas.openxmlformats.org/officeDocument/2006/relationships/image" Target="../media/image5.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diagrams/_rels/drawing4.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3.svg"/><Relationship Id="rId1" Type="http://schemas.openxmlformats.org/officeDocument/2006/relationships/image" Target="../media/image22.png"/><Relationship Id="rId6" Type="http://schemas.openxmlformats.org/officeDocument/2006/relationships/image" Target="../media/image27.svg"/><Relationship Id="rId5" Type="http://schemas.openxmlformats.org/officeDocument/2006/relationships/image" Target="../media/image26.png"/><Relationship Id="rId4" Type="http://schemas.openxmlformats.org/officeDocument/2006/relationships/image" Target="../media/image25.svg"/></Relationships>
</file>

<file path=ppt/diagrams/_rels/drawing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svg"/><Relationship Id="rId1" Type="http://schemas.openxmlformats.org/officeDocument/2006/relationships/image" Target="../media/image33.png"/><Relationship Id="rId4" Type="http://schemas.openxmlformats.org/officeDocument/2006/relationships/image" Target="../media/image36.svg"/></Relationships>
</file>

<file path=ppt/diagrams/colors1.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7A67CE6-9F73-4A07-9664-63D1DBFB3CDD}" type="doc">
      <dgm:prSet loTypeId="urn:microsoft.com/office/officeart/2018/5/layout/IconCircleLabel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FBEA3340-F0F9-4F2C-BB21-589AFE3F70CA}">
      <dgm:prSet/>
      <dgm:spPr/>
      <dgm:t>
        <a:bodyPr/>
        <a:lstStyle/>
        <a:p>
          <a:pPr>
            <a:defRPr cap="all"/>
          </a:pPr>
          <a:r>
            <a:rPr lang="en-CA"/>
            <a:t>The factory method decouples instantiation code from implementation code.</a:t>
          </a:r>
          <a:endParaRPr lang="en-US"/>
        </a:p>
      </dgm:t>
    </dgm:pt>
    <dgm:pt modelId="{3E2568A4-BD7A-444F-848A-8583C3473928}" type="parTrans" cxnId="{2A35F36B-1595-494C-9FC3-2EE2E2F1A60C}">
      <dgm:prSet/>
      <dgm:spPr/>
      <dgm:t>
        <a:bodyPr/>
        <a:lstStyle/>
        <a:p>
          <a:endParaRPr lang="en-US"/>
        </a:p>
      </dgm:t>
    </dgm:pt>
    <dgm:pt modelId="{B693D337-1C56-4B32-9B04-04036E2F181B}" type="sibTrans" cxnId="{2A35F36B-1595-494C-9FC3-2EE2E2F1A60C}">
      <dgm:prSet/>
      <dgm:spPr/>
      <dgm:t>
        <a:bodyPr/>
        <a:lstStyle/>
        <a:p>
          <a:endParaRPr lang="en-US"/>
        </a:p>
      </dgm:t>
    </dgm:pt>
    <dgm:pt modelId="{979DA9B9-0F16-4C80-8713-2870A105154B}">
      <dgm:prSet/>
      <dgm:spPr/>
      <dgm:t>
        <a:bodyPr/>
        <a:lstStyle/>
        <a:p>
          <a:pPr>
            <a:defRPr cap="all"/>
          </a:pPr>
          <a:r>
            <a:rPr lang="en-CA"/>
            <a:t>Allows for adding new types of components.</a:t>
          </a:r>
          <a:endParaRPr lang="en-US"/>
        </a:p>
      </dgm:t>
    </dgm:pt>
    <dgm:pt modelId="{E80B7C75-73E0-4CB0-B77F-C3CE3F370F49}" type="parTrans" cxnId="{35CA7D2C-A15D-4F99-8CAB-0191CBD96E68}">
      <dgm:prSet/>
      <dgm:spPr/>
      <dgm:t>
        <a:bodyPr/>
        <a:lstStyle/>
        <a:p>
          <a:endParaRPr lang="en-US"/>
        </a:p>
      </dgm:t>
    </dgm:pt>
    <dgm:pt modelId="{DA9B5525-A8EC-43C1-B52D-59DE8FD48B95}" type="sibTrans" cxnId="{35CA7D2C-A15D-4F99-8CAB-0191CBD96E68}">
      <dgm:prSet/>
      <dgm:spPr/>
      <dgm:t>
        <a:bodyPr/>
        <a:lstStyle/>
        <a:p>
          <a:endParaRPr lang="en-US"/>
        </a:p>
      </dgm:t>
    </dgm:pt>
    <dgm:pt modelId="{F1B18B0B-2F06-44C5-8A8B-252550F39724}" type="pres">
      <dgm:prSet presAssocID="{67A67CE6-9F73-4A07-9664-63D1DBFB3CDD}" presName="root" presStyleCnt="0">
        <dgm:presLayoutVars>
          <dgm:dir/>
          <dgm:resizeHandles val="exact"/>
        </dgm:presLayoutVars>
      </dgm:prSet>
      <dgm:spPr/>
    </dgm:pt>
    <dgm:pt modelId="{94122766-AAF5-475F-8058-780D3D63A69C}" type="pres">
      <dgm:prSet presAssocID="{FBEA3340-F0F9-4F2C-BB21-589AFE3F70CA}" presName="compNode" presStyleCnt="0"/>
      <dgm:spPr/>
    </dgm:pt>
    <dgm:pt modelId="{647777F3-20BE-49DA-9095-338693EEAD97}" type="pres">
      <dgm:prSet presAssocID="{FBEA3340-F0F9-4F2C-BB21-589AFE3F70CA}" presName="iconBgRect" presStyleLbl="bgShp" presStyleIdx="0" presStyleCnt="2"/>
      <dgm:spPr/>
    </dgm:pt>
    <dgm:pt modelId="{4812E485-8E7B-4ECA-86A2-C5AE720ECCA1}" type="pres">
      <dgm:prSet presAssocID="{FBEA3340-F0F9-4F2C-BB21-589AFE3F70CA}"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arcode"/>
        </a:ext>
      </dgm:extLst>
    </dgm:pt>
    <dgm:pt modelId="{AAB80935-FA2E-4EAF-82BC-3CEBCB0126EB}" type="pres">
      <dgm:prSet presAssocID="{FBEA3340-F0F9-4F2C-BB21-589AFE3F70CA}" presName="spaceRect" presStyleCnt="0"/>
      <dgm:spPr/>
    </dgm:pt>
    <dgm:pt modelId="{66524362-1882-4A7B-92D9-644D5C2AC4EB}" type="pres">
      <dgm:prSet presAssocID="{FBEA3340-F0F9-4F2C-BB21-589AFE3F70CA}" presName="textRect" presStyleLbl="revTx" presStyleIdx="0" presStyleCnt="2">
        <dgm:presLayoutVars>
          <dgm:chMax val="1"/>
          <dgm:chPref val="1"/>
        </dgm:presLayoutVars>
      </dgm:prSet>
      <dgm:spPr/>
    </dgm:pt>
    <dgm:pt modelId="{62CD6535-7CC5-4AE2-A22A-71D24C58F18C}" type="pres">
      <dgm:prSet presAssocID="{B693D337-1C56-4B32-9B04-04036E2F181B}" presName="sibTrans" presStyleCnt="0"/>
      <dgm:spPr/>
    </dgm:pt>
    <dgm:pt modelId="{8B44A921-E136-4020-946E-ADB9F2E70D7C}" type="pres">
      <dgm:prSet presAssocID="{979DA9B9-0F16-4C80-8713-2870A105154B}" presName="compNode" presStyleCnt="0"/>
      <dgm:spPr/>
    </dgm:pt>
    <dgm:pt modelId="{C70546BB-84F3-4EE3-BE24-DC28498DB002}" type="pres">
      <dgm:prSet presAssocID="{979DA9B9-0F16-4C80-8713-2870A105154B}" presName="iconBgRect" presStyleLbl="bgShp" presStyleIdx="1" presStyleCnt="2"/>
      <dgm:spPr/>
    </dgm:pt>
    <dgm:pt modelId="{B0C0CFAB-A262-4D49-B32D-FDA610C79025}" type="pres">
      <dgm:prSet presAssocID="{979DA9B9-0F16-4C80-8713-2870A105154B}"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Right Pointing Backhand Index"/>
        </a:ext>
      </dgm:extLst>
    </dgm:pt>
    <dgm:pt modelId="{B1CAE02F-CB07-4729-9C54-86883A6ECCE2}" type="pres">
      <dgm:prSet presAssocID="{979DA9B9-0F16-4C80-8713-2870A105154B}" presName="spaceRect" presStyleCnt="0"/>
      <dgm:spPr/>
    </dgm:pt>
    <dgm:pt modelId="{0C8F4927-869E-46FE-9B6A-35E291880ABD}" type="pres">
      <dgm:prSet presAssocID="{979DA9B9-0F16-4C80-8713-2870A105154B}" presName="textRect" presStyleLbl="revTx" presStyleIdx="1" presStyleCnt="2">
        <dgm:presLayoutVars>
          <dgm:chMax val="1"/>
          <dgm:chPref val="1"/>
        </dgm:presLayoutVars>
      </dgm:prSet>
      <dgm:spPr/>
    </dgm:pt>
  </dgm:ptLst>
  <dgm:cxnLst>
    <dgm:cxn modelId="{35CA7D2C-A15D-4F99-8CAB-0191CBD96E68}" srcId="{67A67CE6-9F73-4A07-9664-63D1DBFB3CDD}" destId="{979DA9B9-0F16-4C80-8713-2870A105154B}" srcOrd="1" destOrd="0" parTransId="{E80B7C75-73E0-4CB0-B77F-C3CE3F370F49}" sibTransId="{DA9B5525-A8EC-43C1-B52D-59DE8FD48B95}"/>
    <dgm:cxn modelId="{2A35F36B-1595-494C-9FC3-2EE2E2F1A60C}" srcId="{67A67CE6-9F73-4A07-9664-63D1DBFB3CDD}" destId="{FBEA3340-F0F9-4F2C-BB21-589AFE3F70CA}" srcOrd="0" destOrd="0" parTransId="{3E2568A4-BD7A-444F-848A-8583C3473928}" sibTransId="{B693D337-1C56-4B32-9B04-04036E2F181B}"/>
    <dgm:cxn modelId="{015321C8-DF4A-4805-A0B0-F6FC78859BFB}" type="presOf" srcId="{FBEA3340-F0F9-4F2C-BB21-589AFE3F70CA}" destId="{66524362-1882-4A7B-92D9-644D5C2AC4EB}" srcOrd="0" destOrd="0" presId="urn:microsoft.com/office/officeart/2018/5/layout/IconCircleLabelList"/>
    <dgm:cxn modelId="{E313FCD1-C89D-494E-AAF0-94892370BE43}" type="presOf" srcId="{979DA9B9-0F16-4C80-8713-2870A105154B}" destId="{0C8F4927-869E-46FE-9B6A-35E291880ABD}" srcOrd="0" destOrd="0" presId="urn:microsoft.com/office/officeart/2018/5/layout/IconCircleLabelList"/>
    <dgm:cxn modelId="{8F4B88E7-530E-4D74-8579-5E45E8268356}" type="presOf" srcId="{67A67CE6-9F73-4A07-9664-63D1DBFB3CDD}" destId="{F1B18B0B-2F06-44C5-8A8B-252550F39724}" srcOrd="0" destOrd="0" presId="urn:microsoft.com/office/officeart/2018/5/layout/IconCircleLabelList"/>
    <dgm:cxn modelId="{EDBF342C-1483-48BA-810E-AA52A0672251}" type="presParOf" srcId="{F1B18B0B-2F06-44C5-8A8B-252550F39724}" destId="{94122766-AAF5-475F-8058-780D3D63A69C}" srcOrd="0" destOrd="0" presId="urn:microsoft.com/office/officeart/2018/5/layout/IconCircleLabelList"/>
    <dgm:cxn modelId="{A530838B-900E-4AE5-8897-68CFBEB4DFAC}" type="presParOf" srcId="{94122766-AAF5-475F-8058-780D3D63A69C}" destId="{647777F3-20BE-49DA-9095-338693EEAD97}" srcOrd="0" destOrd="0" presId="urn:microsoft.com/office/officeart/2018/5/layout/IconCircleLabelList"/>
    <dgm:cxn modelId="{3E8BBACA-A0F1-4D23-AAB0-FE8F411D6AAD}" type="presParOf" srcId="{94122766-AAF5-475F-8058-780D3D63A69C}" destId="{4812E485-8E7B-4ECA-86A2-C5AE720ECCA1}" srcOrd="1" destOrd="0" presId="urn:microsoft.com/office/officeart/2018/5/layout/IconCircleLabelList"/>
    <dgm:cxn modelId="{FDCCDAEB-C7F5-40C5-86FB-7E04326B4847}" type="presParOf" srcId="{94122766-AAF5-475F-8058-780D3D63A69C}" destId="{AAB80935-FA2E-4EAF-82BC-3CEBCB0126EB}" srcOrd="2" destOrd="0" presId="urn:microsoft.com/office/officeart/2018/5/layout/IconCircleLabelList"/>
    <dgm:cxn modelId="{D6DDD4B4-46EB-4E2A-94ED-EAC70D97D312}" type="presParOf" srcId="{94122766-AAF5-475F-8058-780D3D63A69C}" destId="{66524362-1882-4A7B-92D9-644D5C2AC4EB}" srcOrd="3" destOrd="0" presId="urn:microsoft.com/office/officeart/2018/5/layout/IconCircleLabelList"/>
    <dgm:cxn modelId="{30DBA73F-212F-4B00-B3D8-A7F9229273A9}" type="presParOf" srcId="{F1B18B0B-2F06-44C5-8A8B-252550F39724}" destId="{62CD6535-7CC5-4AE2-A22A-71D24C58F18C}" srcOrd="1" destOrd="0" presId="urn:microsoft.com/office/officeart/2018/5/layout/IconCircleLabelList"/>
    <dgm:cxn modelId="{51EB9CE5-5713-42CB-A7CA-81015AED7E77}" type="presParOf" srcId="{F1B18B0B-2F06-44C5-8A8B-252550F39724}" destId="{8B44A921-E136-4020-946E-ADB9F2E70D7C}" srcOrd="2" destOrd="0" presId="urn:microsoft.com/office/officeart/2018/5/layout/IconCircleLabelList"/>
    <dgm:cxn modelId="{593ED550-859B-4475-AF02-2C57034E5261}" type="presParOf" srcId="{8B44A921-E136-4020-946E-ADB9F2E70D7C}" destId="{C70546BB-84F3-4EE3-BE24-DC28498DB002}" srcOrd="0" destOrd="0" presId="urn:microsoft.com/office/officeart/2018/5/layout/IconCircleLabelList"/>
    <dgm:cxn modelId="{208FCB89-568C-4C18-8139-347C27E17FD7}" type="presParOf" srcId="{8B44A921-E136-4020-946E-ADB9F2E70D7C}" destId="{B0C0CFAB-A262-4D49-B32D-FDA610C79025}" srcOrd="1" destOrd="0" presId="urn:microsoft.com/office/officeart/2018/5/layout/IconCircleLabelList"/>
    <dgm:cxn modelId="{89B7A3BB-D9C5-4AFA-B533-81818C05658E}" type="presParOf" srcId="{8B44A921-E136-4020-946E-ADB9F2E70D7C}" destId="{B1CAE02F-CB07-4729-9C54-86883A6ECCE2}" srcOrd="2" destOrd="0" presId="urn:microsoft.com/office/officeart/2018/5/layout/IconCircleLabelList"/>
    <dgm:cxn modelId="{69578D02-E5F7-4A05-8C4C-981D373CB5AC}" type="presParOf" srcId="{8B44A921-E136-4020-946E-ADB9F2E70D7C}" destId="{0C8F4927-869E-46FE-9B6A-35E291880ABD}"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A843CCA-58B0-4470-84B5-59A212B0F24A}"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E379DEB3-37A6-4E22-B431-CB6010AB12FD}">
      <dgm:prSet/>
      <dgm:spPr/>
      <dgm:t>
        <a:bodyPr/>
        <a:lstStyle/>
        <a:p>
          <a:pPr>
            <a:defRPr cap="all"/>
          </a:pPr>
          <a:r>
            <a:rPr lang="en-CA"/>
            <a:t>Models hold the data</a:t>
          </a:r>
          <a:endParaRPr lang="en-US"/>
        </a:p>
      </dgm:t>
    </dgm:pt>
    <dgm:pt modelId="{3233C368-0163-4AEF-A11C-FFA47C298107}" type="parTrans" cxnId="{C45FDD7A-3CC5-4A1F-952F-473AC21BB835}">
      <dgm:prSet/>
      <dgm:spPr/>
      <dgm:t>
        <a:bodyPr/>
        <a:lstStyle/>
        <a:p>
          <a:endParaRPr lang="en-US"/>
        </a:p>
      </dgm:t>
    </dgm:pt>
    <dgm:pt modelId="{8965C767-FDDB-4721-BF39-14122D7381C5}" type="sibTrans" cxnId="{C45FDD7A-3CC5-4A1F-952F-473AC21BB835}">
      <dgm:prSet/>
      <dgm:spPr/>
      <dgm:t>
        <a:bodyPr/>
        <a:lstStyle/>
        <a:p>
          <a:endParaRPr lang="en-US"/>
        </a:p>
      </dgm:t>
    </dgm:pt>
    <dgm:pt modelId="{82801405-632E-4C38-BA42-09494DF7B037}">
      <dgm:prSet/>
      <dgm:spPr/>
      <dgm:t>
        <a:bodyPr/>
        <a:lstStyle/>
        <a:p>
          <a:pPr>
            <a:defRPr cap="all"/>
          </a:pPr>
          <a:r>
            <a:rPr lang="en-CA"/>
            <a:t>Views render the game on screen</a:t>
          </a:r>
          <a:endParaRPr lang="en-US"/>
        </a:p>
      </dgm:t>
    </dgm:pt>
    <dgm:pt modelId="{BC53EB83-67A2-4A9E-92F9-01791AC26A1F}" type="parTrans" cxnId="{D06142A4-F009-44FF-A051-0A351854CDBC}">
      <dgm:prSet/>
      <dgm:spPr/>
      <dgm:t>
        <a:bodyPr/>
        <a:lstStyle/>
        <a:p>
          <a:endParaRPr lang="en-US"/>
        </a:p>
      </dgm:t>
    </dgm:pt>
    <dgm:pt modelId="{8953EB73-A9DB-4B25-90E8-2C7ADD3432FD}" type="sibTrans" cxnId="{D06142A4-F009-44FF-A051-0A351854CDBC}">
      <dgm:prSet/>
      <dgm:spPr/>
      <dgm:t>
        <a:bodyPr/>
        <a:lstStyle/>
        <a:p>
          <a:endParaRPr lang="en-US"/>
        </a:p>
      </dgm:t>
    </dgm:pt>
    <dgm:pt modelId="{93820BB7-BC7E-40D4-923F-DED4490565F9}">
      <dgm:prSet/>
      <dgm:spPr/>
      <dgm:t>
        <a:bodyPr/>
        <a:lstStyle/>
        <a:p>
          <a:pPr>
            <a:defRPr cap="all"/>
          </a:pPr>
          <a:r>
            <a:rPr lang="en-CA"/>
            <a:t>Controllers perform game logic</a:t>
          </a:r>
          <a:endParaRPr lang="en-US"/>
        </a:p>
      </dgm:t>
    </dgm:pt>
    <dgm:pt modelId="{CD8A9948-1E77-4400-8618-6BADBFFC71BE}" type="parTrans" cxnId="{8DB1D656-D2A5-4BD5-8766-F80636499A5B}">
      <dgm:prSet/>
      <dgm:spPr/>
      <dgm:t>
        <a:bodyPr/>
        <a:lstStyle/>
        <a:p>
          <a:endParaRPr lang="en-US"/>
        </a:p>
      </dgm:t>
    </dgm:pt>
    <dgm:pt modelId="{E7F23E60-3D55-48E9-BC48-F8D0455786B0}" type="sibTrans" cxnId="{8DB1D656-D2A5-4BD5-8766-F80636499A5B}">
      <dgm:prSet/>
      <dgm:spPr/>
      <dgm:t>
        <a:bodyPr/>
        <a:lstStyle/>
        <a:p>
          <a:endParaRPr lang="en-US"/>
        </a:p>
      </dgm:t>
    </dgm:pt>
    <dgm:pt modelId="{EEC8EFA8-183D-49D1-90D4-48F62C9128BC}" type="pres">
      <dgm:prSet presAssocID="{DA843CCA-58B0-4470-84B5-59A212B0F24A}" presName="root" presStyleCnt="0">
        <dgm:presLayoutVars>
          <dgm:dir/>
          <dgm:resizeHandles val="exact"/>
        </dgm:presLayoutVars>
      </dgm:prSet>
      <dgm:spPr/>
    </dgm:pt>
    <dgm:pt modelId="{FD7BBDC4-202C-47B6-9052-2B913914DE7D}" type="pres">
      <dgm:prSet presAssocID="{E379DEB3-37A6-4E22-B431-CB6010AB12FD}" presName="compNode" presStyleCnt="0"/>
      <dgm:spPr/>
    </dgm:pt>
    <dgm:pt modelId="{F89633A3-D150-4569-A7F1-03F51D0B2C31}" type="pres">
      <dgm:prSet presAssocID="{E379DEB3-37A6-4E22-B431-CB6010AB12FD}" presName="iconBgRect" presStyleLbl="bgShp" presStyleIdx="0" presStyleCnt="3"/>
      <dgm:spPr/>
    </dgm:pt>
    <dgm:pt modelId="{1673D989-A5E0-4CF1-BD70-6359E183F3A2}" type="pres">
      <dgm:prSet presAssocID="{E379DEB3-37A6-4E22-B431-CB6010AB12FD}"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atabase"/>
        </a:ext>
      </dgm:extLst>
    </dgm:pt>
    <dgm:pt modelId="{E2603E4B-F3DF-4A43-8B0F-3137E057E857}" type="pres">
      <dgm:prSet presAssocID="{E379DEB3-37A6-4E22-B431-CB6010AB12FD}" presName="spaceRect" presStyleCnt="0"/>
      <dgm:spPr/>
    </dgm:pt>
    <dgm:pt modelId="{BFF6B04A-DEBB-4E84-B9A3-ABB636399C1B}" type="pres">
      <dgm:prSet presAssocID="{E379DEB3-37A6-4E22-B431-CB6010AB12FD}" presName="textRect" presStyleLbl="revTx" presStyleIdx="0" presStyleCnt="3">
        <dgm:presLayoutVars>
          <dgm:chMax val="1"/>
          <dgm:chPref val="1"/>
        </dgm:presLayoutVars>
      </dgm:prSet>
      <dgm:spPr/>
    </dgm:pt>
    <dgm:pt modelId="{D4FEE3E1-4A0A-4710-8D53-87C14E182A99}" type="pres">
      <dgm:prSet presAssocID="{8965C767-FDDB-4721-BF39-14122D7381C5}" presName="sibTrans" presStyleCnt="0"/>
      <dgm:spPr/>
    </dgm:pt>
    <dgm:pt modelId="{E5553B2F-9CA3-4604-9552-2E0D76CCE7B5}" type="pres">
      <dgm:prSet presAssocID="{82801405-632E-4C38-BA42-09494DF7B037}" presName="compNode" presStyleCnt="0"/>
      <dgm:spPr/>
    </dgm:pt>
    <dgm:pt modelId="{772DEB89-497E-4862-AF0F-7D1A7F3732C2}" type="pres">
      <dgm:prSet presAssocID="{82801405-632E-4C38-BA42-09494DF7B037}" presName="iconBgRect" presStyleLbl="bgShp" presStyleIdx="1" presStyleCnt="3"/>
      <dgm:spPr/>
    </dgm:pt>
    <dgm:pt modelId="{07A3988C-4408-400B-99B8-2CF87EA5F640}" type="pres">
      <dgm:prSet presAssocID="{82801405-632E-4C38-BA42-09494DF7B037}"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ame controller"/>
        </a:ext>
      </dgm:extLst>
    </dgm:pt>
    <dgm:pt modelId="{76FF3DF5-11C4-41A3-9195-111F23FA2403}" type="pres">
      <dgm:prSet presAssocID="{82801405-632E-4C38-BA42-09494DF7B037}" presName="spaceRect" presStyleCnt="0"/>
      <dgm:spPr/>
    </dgm:pt>
    <dgm:pt modelId="{1DAE5588-43E3-41E4-B85F-3898EF9ADEBC}" type="pres">
      <dgm:prSet presAssocID="{82801405-632E-4C38-BA42-09494DF7B037}" presName="textRect" presStyleLbl="revTx" presStyleIdx="1" presStyleCnt="3">
        <dgm:presLayoutVars>
          <dgm:chMax val="1"/>
          <dgm:chPref val="1"/>
        </dgm:presLayoutVars>
      </dgm:prSet>
      <dgm:spPr/>
    </dgm:pt>
    <dgm:pt modelId="{56522061-A624-4243-A765-D77E3D2C50B0}" type="pres">
      <dgm:prSet presAssocID="{8953EB73-A9DB-4B25-90E8-2C7ADD3432FD}" presName="sibTrans" presStyleCnt="0"/>
      <dgm:spPr/>
    </dgm:pt>
    <dgm:pt modelId="{6A274C0F-1CA5-4F55-A613-0E39E97DEEAD}" type="pres">
      <dgm:prSet presAssocID="{93820BB7-BC7E-40D4-923F-DED4490565F9}" presName="compNode" presStyleCnt="0"/>
      <dgm:spPr/>
    </dgm:pt>
    <dgm:pt modelId="{71A9574E-399E-42BB-993F-4AF7A2CF0715}" type="pres">
      <dgm:prSet presAssocID="{93820BB7-BC7E-40D4-923F-DED4490565F9}" presName="iconBgRect" presStyleLbl="bgShp" presStyleIdx="2" presStyleCnt="3"/>
      <dgm:spPr/>
    </dgm:pt>
    <dgm:pt modelId="{A7F4DB58-7D57-4718-A981-4F42DD0171DD}" type="pres">
      <dgm:prSet presAssocID="{93820BB7-BC7E-40D4-923F-DED4490565F9}"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ead with Gears"/>
        </a:ext>
      </dgm:extLst>
    </dgm:pt>
    <dgm:pt modelId="{9C4B7ED0-BA64-4B97-A636-5093A62BC192}" type="pres">
      <dgm:prSet presAssocID="{93820BB7-BC7E-40D4-923F-DED4490565F9}" presName="spaceRect" presStyleCnt="0"/>
      <dgm:spPr/>
    </dgm:pt>
    <dgm:pt modelId="{958AD1A1-F98C-46D1-8648-15EE3FFF0958}" type="pres">
      <dgm:prSet presAssocID="{93820BB7-BC7E-40D4-923F-DED4490565F9}" presName="textRect" presStyleLbl="revTx" presStyleIdx="2" presStyleCnt="3">
        <dgm:presLayoutVars>
          <dgm:chMax val="1"/>
          <dgm:chPref val="1"/>
        </dgm:presLayoutVars>
      </dgm:prSet>
      <dgm:spPr/>
    </dgm:pt>
  </dgm:ptLst>
  <dgm:cxnLst>
    <dgm:cxn modelId="{2E73D131-9F2D-4B0A-A0DD-DE80596A23EF}" type="presOf" srcId="{DA843CCA-58B0-4470-84B5-59A212B0F24A}" destId="{EEC8EFA8-183D-49D1-90D4-48F62C9128BC}" srcOrd="0" destOrd="0" presId="urn:microsoft.com/office/officeart/2018/5/layout/IconCircleLabelList"/>
    <dgm:cxn modelId="{8DB1D656-D2A5-4BD5-8766-F80636499A5B}" srcId="{DA843CCA-58B0-4470-84B5-59A212B0F24A}" destId="{93820BB7-BC7E-40D4-923F-DED4490565F9}" srcOrd="2" destOrd="0" parTransId="{CD8A9948-1E77-4400-8618-6BADBFFC71BE}" sibTransId="{E7F23E60-3D55-48E9-BC48-F8D0455786B0}"/>
    <dgm:cxn modelId="{C45FDD7A-3CC5-4A1F-952F-473AC21BB835}" srcId="{DA843CCA-58B0-4470-84B5-59A212B0F24A}" destId="{E379DEB3-37A6-4E22-B431-CB6010AB12FD}" srcOrd="0" destOrd="0" parTransId="{3233C368-0163-4AEF-A11C-FFA47C298107}" sibTransId="{8965C767-FDDB-4721-BF39-14122D7381C5}"/>
    <dgm:cxn modelId="{D5D24B8E-7739-4409-B6EA-F1071BF0A21B}" type="presOf" srcId="{93820BB7-BC7E-40D4-923F-DED4490565F9}" destId="{958AD1A1-F98C-46D1-8648-15EE3FFF0958}" srcOrd="0" destOrd="0" presId="urn:microsoft.com/office/officeart/2018/5/layout/IconCircleLabelList"/>
    <dgm:cxn modelId="{D06142A4-F009-44FF-A051-0A351854CDBC}" srcId="{DA843CCA-58B0-4470-84B5-59A212B0F24A}" destId="{82801405-632E-4C38-BA42-09494DF7B037}" srcOrd="1" destOrd="0" parTransId="{BC53EB83-67A2-4A9E-92F9-01791AC26A1F}" sibTransId="{8953EB73-A9DB-4B25-90E8-2C7ADD3432FD}"/>
    <dgm:cxn modelId="{429B6BB3-0B6F-4E70-B863-5F1B4292C62A}" type="presOf" srcId="{E379DEB3-37A6-4E22-B431-CB6010AB12FD}" destId="{BFF6B04A-DEBB-4E84-B9A3-ABB636399C1B}" srcOrd="0" destOrd="0" presId="urn:microsoft.com/office/officeart/2018/5/layout/IconCircleLabelList"/>
    <dgm:cxn modelId="{D92299F2-A483-4715-8C9B-1E2FC32C11DA}" type="presOf" srcId="{82801405-632E-4C38-BA42-09494DF7B037}" destId="{1DAE5588-43E3-41E4-B85F-3898EF9ADEBC}" srcOrd="0" destOrd="0" presId="urn:microsoft.com/office/officeart/2018/5/layout/IconCircleLabelList"/>
    <dgm:cxn modelId="{5B5D2CF9-4D13-4025-9457-2703BDB7D4A6}" type="presParOf" srcId="{EEC8EFA8-183D-49D1-90D4-48F62C9128BC}" destId="{FD7BBDC4-202C-47B6-9052-2B913914DE7D}" srcOrd="0" destOrd="0" presId="urn:microsoft.com/office/officeart/2018/5/layout/IconCircleLabelList"/>
    <dgm:cxn modelId="{2854DDDE-BE0D-45B5-9312-41C21759BFBD}" type="presParOf" srcId="{FD7BBDC4-202C-47B6-9052-2B913914DE7D}" destId="{F89633A3-D150-4569-A7F1-03F51D0B2C31}" srcOrd="0" destOrd="0" presId="urn:microsoft.com/office/officeart/2018/5/layout/IconCircleLabelList"/>
    <dgm:cxn modelId="{4EF018EB-5672-4D5C-8A84-16BD269ECA27}" type="presParOf" srcId="{FD7BBDC4-202C-47B6-9052-2B913914DE7D}" destId="{1673D989-A5E0-4CF1-BD70-6359E183F3A2}" srcOrd="1" destOrd="0" presId="urn:microsoft.com/office/officeart/2018/5/layout/IconCircleLabelList"/>
    <dgm:cxn modelId="{545D6772-1809-496E-B52E-4456CAB4821D}" type="presParOf" srcId="{FD7BBDC4-202C-47B6-9052-2B913914DE7D}" destId="{E2603E4B-F3DF-4A43-8B0F-3137E057E857}" srcOrd="2" destOrd="0" presId="urn:microsoft.com/office/officeart/2018/5/layout/IconCircleLabelList"/>
    <dgm:cxn modelId="{CB2BB776-8ED5-43FA-B80F-C9E6235BDCCF}" type="presParOf" srcId="{FD7BBDC4-202C-47B6-9052-2B913914DE7D}" destId="{BFF6B04A-DEBB-4E84-B9A3-ABB636399C1B}" srcOrd="3" destOrd="0" presId="urn:microsoft.com/office/officeart/2018/5/layout/IconCircleLabelList"/>
    <dgm:cxn modelId="{2CDC367E-061B-4EBC-911F-701CBCA33ECA}" type="presParOf" srcId="{EEC8EFA8-183D-49D1-90D4-48F62C9128BC}" destId="{D4FEE3E1-4A0A-4710-8D53-87C14E182A99}" srcOrd="1" destOrd="0" presId="urn:microsoft.com/office/officeart/2018/5/layout/IconCircleLabelList"/>
    <dgm:cxn modelId="{1E1937D0-41A0-4153-8773-98571E2BDB91}" type="presParOf" srcId="{EEC8EFA8-183D-49D1-90D4-48F62C9128BC}" destId="{E5553B2F-9CA3-4604-9552-2E0D76CCE7B5}" srcOrd="2" destOrd="0" presId="urn:microsoft.com/office/officeart/2018/5/layout/IconCircleLabelList"/>
    <dgm:cxn modelId="{CAC441E6-FCC2-43AC-B0A8-A9D4301B9C0C}" type="presParOf" srcId="{E5553B2F-9CA3-4604-9552-2E0D76CCE7B5}" destId="{772DEB89-497E-4862-AF0F-7D1A7F3732C2}" srcOrd="0" destOrd="0" presId="urn:microsoft.com/office/officeart/2018/5/layout/IconCircleLabelList"/>
    <dgm:cxn modelId="{FA9D38F8-20A8-477D-BA1B-2AA14C7E912F}" type="presParOf" srcId="{E5553B2F-9CA3-4604-9552-2E0D76CCE7B5}" destId="{07A3988C-4408-400B-99B8-2CF87EA5F640}" srcOrd="1" destOrd="0" presId="urn:microsoft.com/office/officeart/2018/5/layout/IconCircleLabelList"/>
    <dgm:cxn modelId="{A845E47B-F15E-47CD-8CB5-BCECC0D38B17}" type="presParOf" srcId="{E5553B2F-9CA3-4604-9552-2E0D76CCE7B5}" destId="{76FF3DF5-11C4-41A3-9195-111F23FA2403}" srcOrd="2" destOrd="0" presId="urn:microsoft.com/office/officeart/2018/5/layout/IconCircleLabelList"/>
    <dgm:cxn modelId="{1D863B86-A876-4B7B-AC24-B72FF90F57B4}" type="presParOf" srcId="{E5553B2F-9CA3-4604-9552-2E0D76CCE7B5}" destId="{1DAE5588-43E3-41E4-B85F-3898EF9ADEBC}" srcOrd="3" destOrd="0" presId="urn:microsoft.com/office/officeart/2018/5/layout/IconCircleLabelList"/>
    <dgm:cxn modelId="{B5D816B3-AEDC-4026-B26F-33A8FAE8FD20}" type="presParOf" srcId="{EEC8EFA8-183D-49D1-90D4-48F62C9128BC}" destId="{56522061-A624-4243-A765-D77E3D2C50B0}" srcOrd="3" destOrd="0" presId="urn:microsoft.com/office/officeart/2018/5/layout/IconCircleLabelList"/>
    <dgm:cxn modelId="{772841A3-A1AF-4406-9105-57876DE77BE8}" type="presParOf" srcId="{EEC8EFA8-183D-49D1-90D4-48F62C9128BC}" destId="{6A274C0F-1CA5-4F55-A613-0E39E97DEEAD}" srcOrd="4" destOrd="0" presId="urn:microsoft.com/office/officeart/2018/5/layout/IconCircleLabelList"/>
    <dgm:cxn modelId="{E6E669CE-874E-4998-8155-D99897D316CD}" type="presParOf" srcId="{6A274C0F-1CA5-4F55-A613-0E39E97DEEAD}" destId="{71A9574E-399E-42BB-993F-4AF7A2CF0715}" srcOrd="0" destOrd="0" presId="urn:microsoft.com/office/officeart/2018/5/layout/IconCircleLabelList"/>
    <dgm:cxn modelId="{31CCC1C4-316C-426F-B3AD-9EAF24BB0F9C}" type="presParOf" srcId="{6A274C0F-1CA5-4F55-A613-0E39E97DEEAD}" destId="{A7F4DB58-7D57-4718-A981-4F42DD0171DD}" srcOrd="1" destOrd="0" presId="urn:microsoft.com/office/officeart/2018/5/layout/IconCircleLabelList"/>
    <dgm:cxn modelId="{A6BB2AAB-F336-4AAF-BAD0-6BED94F0AC4E}" type="presParOf" srcId="{6A274C0F-1CA5-4F55-A613-0E39E97DEEAD}" destId="{9C4B7ED0-BA64-4B97-A636-5093A62BC192}" srcOrd="2" destOrd="0" presId="urn:microsoft.com/office/officeart/2018/5/layout/IconCircleLabelList"/>
    <dgm:cxn modelId="{E6DD2AB3-0BE9-4F90-ABEF-9C3981F36944}" type="presParOf" srcId="{6A274C0F-1CA5-4F55-A613-0E39E97DEEAD}" destId="{958AD1A1-F98C-46D1-8648-15EE3FFF0958}"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DAC82EA-8A71-47D0-836C-F240C7D2B99D}" type="doc">
      <dgm:prSet loTypeId="urn:microsoft.com/office/officeart/2018/2/layout/IconCircle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27DCDB4C-8A44-4D37-9315-1DC8628B9914}">
      <dgm:prSet/>
      <dgm:spPr/>
      <dgm:t>
        <a:bodyPr/>
        <a:lstStyle/>
        <a:p>
          <a:r>
            <a:rPr lang="en-CA"/>
            <a:t>Interfaces are used to communicate between parts</a:t>
          </a:r>
          <a:endParaRPr lang="en-US"/>
        </a:p>
      </dgm:t>
    </dgm:pt>
    <dgm:pt modelId="{9DC40FBE-CC24-47F3-8ACE-DF48C2B65B89}" type="parTrans" cxnId="{DDBA74A2-90B1-452F-A2BF-1E9AD5776DFC}">
      <dgm:prSet/>
      <dgm:spPr/>
      <dgm:t>
        <a:bodyPr/>
        <a:lstStyle/>
        <a:p>
          <a:endParaRPr lang="en-US"/>
        </a:p>
      </dgm:t>
    </dgm:pt>
    <dgm:pt modelId="{5E4DA773-01C1-4F58-91FC-3EA1F6516042}" type="sibTrans" cxnId="{DDBA74A2-90B1-452F-A2BF-1E9AD5776DFC}">
      <dgm:prSet/>
      <dgm:spPr/>
      <dgm:t>
        <a:bodyPr/>
        <a:lstStyle/>
        <a:p>
          <a:endParaRPr lang="en-US"/>
        </a:p>
      </dgm:t>
    </dgm:pt>
    <dgm:pt modelId="{9B9E5B35-9657-4719-A3D7-1A9E5B73807E}">
      <dgm:prSet/>
      <dgm:spPr/>
      <dgm:t>
        <a:bodyPr/>
        <a:lstStyle/>
        <a:p>
          <a:r>
            <a:rPr lang="en-CA"/>
            <a:t>You should be able to modify a part without changing its interface</a:t>
          </a:r>
          <a:endParaRPr lang="en-US"/>
        </a:p>
      </dgm:t>
    </dgm:pt>
    <dgm:pt modelId="{4536D82B-12C5-42D9-8204-46BACBFEFBA3}" type="parTrans" cxnId="{6BB7F9A0-8946-4536-96B7-536393CBD594}">
      <dgm:prSet/>
      <dgm:spPr/>
      <dgm:t>
        <a:bodyPr/>
        <a:lstStyle/>
        <a:p>
          <a:endParaRPr lang="en-US"/>
        </a:p>
      </dgm:t>
    </dgm:pt>
    <dgm:pt modelId="{07CE149A-D6B9-460D-98A9-8F14EDF068FB}" type="sibTrans" cxnId="{6BB7F9A0-8946-4536-96B7-536393CBD594}">
      <dgm:prSet/>
      <dgm:spPr/>
      <dgm:t>
        <a:bodyPr/>
        <a:lstStyle/>
        <a:p>
          <a:endParaRPr lang="en-US"/>
        </a:p>
      </dgm:t>
    </dgm:pt>
    <dgm:pt modelId="{FE1000DE-A24B-4CBA-BF10-981ACFA5013B}">
      <dgm:prSet/>
      <dgm:spPr/>
      <dgm:t>
        <a:bodyPr/>
        <a:lstStyle/>
        <a:p>
          <a:r>
            <a:rPr lang="en-CA"/>
            <a:t>You should be able to replace one part with a new part and not require any change to the code in other parts</a:t>
          </a:r>
          <a:endParaRPr lang="en-US"/>
        </a:p>
      </dgm:t>
    </dgm:pt>
    <dgm:pt modelId="{303275C0-602B-4A98-92D4-75E34D94DA15}" type="parTrans" cxnId="{6E1EA71D-7581-4368-8E1D-CD083F8C06E0}">
      <dgm:prSet/>
      <dgm:spPr/>
      <dgm:t>
        <a:bodyPr/>
        <a:lstStyle/>
        <a:p>
          <a:endParaRPr lang="en-US"/>
        </a:p>
      </dgm:t>
    </dgm:pt>
    <dgm:pt modelId="{ADDABB3B-A3E6-4134-9E44-7E04D357434E}" type="sibTrans" cxnId="{6E1EA71D-7581-4368-8E1D-CD083F8C06E0}">
      <dgm:prSet/>
      <dgm:spPr/>
      <dgm:t>
        <a:bodyPr/>
        <a:lstStyle/>
        <a:p>
          <a:endParaRPr lang="en-US"/>
        </a:p>
      </dgm:t>
    </dgm:pt>
    <dgm:pt modelId="{6BA6B372-62BC-4D06-A918-DA3FAB52D111}" type="pres">
      <dgm:prSet presAssocID="{2DAC82EA-8A71-47D0-836C-F240C7D2B99D}" presName="root" presStyleCnt="0">
        <dgm:presLayoutVars>
          <dgm:dir/>
          <dgm:resizeHandles val="exact"/>
        </dgm:presLayoutVars>
      </dgm:prSet>
      <dgm:spPr/>
    </dgm:pt>
    <dgm:pt modelId="{C788005A-4FD0-47D6-8059-283AFC3A5969}" type="pres">
      <dgm:prSet presAssocID="{2DAC82EA-8A71-47D0-836C-F240C7D2B99D}" presName="container" presStyleCnt="0">
        <dgm:presLayoutVars>
          <dgm:dir/>
          <dgm:resizeHandles val="exact"/>
        </dgm:presLayoutVars>
      </dgm:prSet>
      <dgm:spPr/>
    </dgm:pt>
    <dgm:pt modelId="{7DD16FBC-8438-4AF9-BD72-3E5E45CFBCB9}" type="pres">
      <dgm:prSet presAssocID="{27DCDB4C-8A44-4D37-9315-1DC8628B9914}" presName="compNode" presStyleCnt="0"/>
      <dgm:spPr/>
    </dgm:pt>
    <dgm:pt modelId="{0AC556F8-3B04-40BF-A82E-328630AF9114}" type="pres">
      <dgm:prSet presAssocID="{27DCDB4C-8A44-4D37-9315-1DC8628B9914}" presName="iconBgRect" presStyleLbl="bgShp" presStyleIdx="0" presStyleCnt="3"/>
      <dgm:spPr/>
    </dgm:pt>
    <dgm:pt modelId="{6D7F8B23-041D-4521-9E31-BE2A224F5B02}" type="pres">
      <dgm:prSet presAssocID="{27DCDB4C-8A44-4D37-9315-1DC8628B9914}"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cessor"/>
        </a:ext>
      </dgm:extLst>
    </dgm:pt>
    <dgm:pt modelId="{40A853A9-B44F-42D7-A769-BFBC579D9241}" type="pres">
      <dgm:prSet presAssocID="{27DCDB4C-8A44-4D37-9315-1DC8628B9914}" presName="spaceRect" presStyleCnt="0"/>
      <dgm:spPr/>
    </dgm:pt>
    <dgm:pt modelId="{8E3D354A-F3A1-42DD-A4E2-9559D91494E3}" type="pres">
      <dgm:prSet presAssocID="{27DCDB4C-8A44-4D37-9315-1DC8628B9914}" presName="textRect" presStyleLbl="revTx" presStyleIdx="0" presStyleCnt="3">
        <dgm:presLayoutVars>
          <dgm:chMax val="1"/>
          <dgm:chPref val="1"/>
        </dgm:presLayoutVars>
      </dgm:prSet>
      <dgm:spPr/>
    </dgm:pt>
    <dgm:pt modelId="{60AE4B41-156C-4770-BF4F-81D35B819ACC}" type="pres">
      <dgm:prSet presAssocID="{5E4DA773-01C1-4F58-91FC-3EA1F6516042}" presName="sibTrans" presStyleLbl="sibTrans2D1" presStyleIdx="0" presStyleCnt="0"/>
      <dgm:spPr/>
    </dgm:pt>
    <dgm:pt modelId="{09BBD2FC-7ED1-4433-9CBE-B683A0F06E07}" type="pres">
      <dgm:prSet presAssocID="{9B9E5B35-9657-4719-A3D7-1A9E5B73807E}" presName="compNode" presStyleCnt="0"/>
      <dgm:spPr/>
    </dgm:pt>
    <dgm:pt modelId="{227A488C-381D-458F-8416-70AFC59EFFBC}" type="pres">
      <dgm:prSet presAssocID="{9B9E5B35-9657-4719-A3D7-1A9E5B73807E}" presName="iconBgRect" presStyleLbl="bgShp" presStyleIdx="1" presStyleCnt="3"/>
      <dgm:spPr/>
    </dgm:pt>
    <dgm:pt modelId="{159A973F-A3DF-4EE3-B0C4-46A9C421E46A}" type="pres">
      <dgm:prSet presAssocID="{9B9E5B35-9657-4719-A3D7-1A9E5B73807E}"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aximize"/>
        </a:ext>
      </dgm:extLst>
    </dgm:pt>
    <dgm:pt modelId="{1EB976D7-04A3-477A-9241-46FFEAD37545}" type="pres">
      <dgm:prSet presAssocID="{9B9E5B35-9657-4719-A3D7-1A9E5B73807E}" presName="spaceRect" presStyleCnt="0"/>
      <dgm:spPr/>
    </dgm:pt>
    <dgm:pt modelId="{D3EE677E-8DBF-499B-BB35-AACEE9EF6D9F}" type="pres">
      <dgm:prSet presAssocID="{9B9E5B35-9657-4719-A3D7-1A9E5B73807E}" presName="textRect" presStyleLbl="revTx" presStyleIdx="1" presStyleCnt="3">
        <dgm:presLayoutVars>
          <dgm:chMax val="1"/>
          <dgm:chPref val="1"/>
        </dgm:presLayoutVars>
      </dgm:prSet>
      <dgm:spPr/>
    </dgm:pt>
    <dgm:pt modelId="{1E7B7912-C6DD-4396-AF9C-EB6554F64491}" type="pres">
      <dgm:prSet presAssocID="{07CE149A-D6B9-460D-98A9-8F14EDF068FB}" presName="sibTrans" presStyleLbl="sibTrans2D1" presStyleIdx="0" presStyleCnt="0"/>
      <dgm:spPr/>
    </dgm:pt>
    <dgm:pt modelId="{6ED7BE3D-4CD8-4D9A-8DC3-65E3384BF69D}" type="pres">
      <dgm:prSet presAssocID="{FE1000DE-A24B-4CBA-BF10-981ACFA5013B}" presName="compNode" presStyleCnt="0"/>
      <dgm:spPr/>
    </dgm:pt>
    <dgm:pt modelId="{29BE77FB-90B7-47E0-B828-4B4B9CC9D0D7}" type="pres">
      <dgm:prSet presAssocID="{FE1000DE-A24B-4CBA-BF10-981ACFA5013B}" presName="iconBgRect" presStyleLbl="bgShp" presStyleIdx="2" presStyleCnt="3"/>
      <dgm:spPr/>
    </dgm:pt>
    <dgm:pt modelId="{A95938A0-AEF0-4A82-94E2-34B1362B51B2}" type="pres">
      <dgm:prSet presAssocID="{FE1000DE-A24B-4CBA-BF10-981ACFA5013B}"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Gears"/>
        </a:ext>
      </dgm:extLst>
    </dgm:pt>
    <dgm:pt modelId="{DEFEE248-7702-4AF8-9F50-07222D602AF8}" type="pres">
      <dgm:prSet presAssocID="{FE1000DE-A24B-4CBA-BF10-981ACFA5013B}" presName="spaceRect" presStyleCnt="0"/>
      <dgm:spPr/>
    </dgm:pt>
    <dgm:pt modelId="{A30CB7A9-0E00-49DD-8336-E2BBFD886EC7}" type="pres">
      <dgm:prSet presAssocID="{FE1000DE-A24B-4CBA-BF10-981ACFA5013B}" presName="textRect" presStyleLbl="revTx" presStyleIdx="2" presStyleCnt="3">
        <dgm:presLayoutVars>
          <dgm:chMax val="1"/>
          <dgm:chPref val="1"/>
        </dgm:presLayoutVars>
      </dgm:prSet>
      <dgm:spPr/>
    </dgm:pt>
  </dgm:ptLst>
  <dgm:cxnLst>
    <dgm:cxn modelId="{FF3FE30D-E577-459B-8C6B-3695A10E8536}" type="presOf" srcId="{9B9E5B35-9657-4719-A3D7-1A9E5B73807E}" destId="{D3EE677E-8DBF-499B-BB35-AACEE9EF6D9F}" srcOrd="0" destOrd="0" presId="urn:microsoft.com/office/officeart/2018/2/layout/IconCircleList"/>
    <dgm:cxn modelId="{6E1EA71D-7581-4368-8E1D-CD083F8C06E0}" srcId="{2DAC82EA-8A71-47D0-836C-F240C7D2B99D}" destId="{FE1000DE-A24B-4CBA-BF10-981ACFA5013B}" srcOrd="2" destOrd="0" parTransId="{303275C0-602B-4A98-92D4-75E34D94DA15}" sibTransId="{ADDABB3B-A3E6-4134-9E44-7E04D357434E}"/>
    <dgm:cxn modelId="{A826595D-A4E0-436C-9085-983E2E74C4A0}" type="presOf" srcId="{07CE149A-D6B9-460D-98A9-8F14EDF068FB}" destId="{1E7B7912-C6DD-4396-AF9C-EB6554F64491}" srcOrd="0" destOrd="0" presId="urn:microsoft.com/office/officeart/2018/2/layout/IconCircleList"/>
    <dgm:cxn modelId="{F4672244-34C8-488F-B459-1AC8FD5A8D24}" type="presOf" srcId="{FE1000DE-A24B-4CBA-BF10-981ACFA5013B}" destId="{A30CB7A9-0E00-49DD-8336-E2BBFD886EC7}" srcOrd="0" destOrd="0" presId="urn:microsoft.com/office/officeart/2018/2/layout/IconCircleList"/>
    <dgm:cxn modelId="{2A93A34F-8AAB-48FE-961E-295C39226546}" type="presOf" srcId="{5E4DA773-01C1-4F58-91FC-3EA1F6516042}" destId="{60AE4B41-156C-4770-BF4F-81D35B819ACC}" srcOrd="0" destOrd="0" presId="urn:microsoft.com/office/officeart/2018/2/layout/IconCircleList"/>
    <dgm:cxn modelId="{6BB7F9A0-8946-4536-96B7-536393CBD594}" srcId="{2DAC82EA-8A71-47D0-836C-F240C7D2B99D}" destId="{9B9E5B35-9657-4719-A3D7-1A9E5B73807E}" srcOrd="1" destOrd="0" parTransId="{4536D82B-12C5-42D9-8204-46BACBFEFBA3}" sibTransId="{07CE149A-D6B9-460D-98A9-8F14EDF068FB}"/>
    <dgm:cxn modelId="{DDBA74A2-90B1-452F-A2BF-1E9AD5776DFC}" srcId="{2DAC82EA-8A71-47D0-836C-F240C7D2B99D}" destId="{27DCDB4C-8A44-4D37-9315-1DC8628B9914}" srcOrd="0" destOrd="0" parTransId="{9DC40FBE-CC24-47F3-8ACE-DF48C2B65B89}" sibTransId="{5E4DA773-01C1-4F58-91FC-3EA1F6516042}"/>
    <dgm:cxn modelId="{FB0251C3-BA47-4D38-B1B1-E072587894FD}" type="presOf" srcId="{27DCDB4C-8A44-4D37-9315-1DC8628B9914}" destId="{8E3D354A-F3A1-42DD-A4E2-9559D91494E3}" srcOrd="0" destOrd="0" presId="urn:microsoft.com/office/officeart/2018/2/layout/IconCircleList"/>
    <dgm:cxn modelId="{C8843EE4-7653-4770-A209-A5A9147F6856}" type="presOf" srcId="{2DAC82EA-8A71-47D0-836C-F240C7D2B99D}" destId="{6BA6B372-62BC-4D06-A918-DA3FAB52D111}" srcOrd="0" destOrd="0" presId="urn:microsoft.com/office/officeart/2018/2/layout/IconCircleList"/>
    <dgm:cxn modelId="{C14BA201-A4C4-4076-A2BD-86D4DBBDEE55}" type="presParOf" srcId="{6BA6B372-62BC-4D06-A918-DA3FAB52D111}" destId="{C788005A-4FD0-47D6-8059-283AFC3A5969}" srcOrd="0" destOrd="0" presId="urn:microsoft.com/office/officeart/2018/2/layout/IconCircleList"/>
    <dgm:cxn modelId="{A8B7E526-28C3-4FE5-8EB6-C188ABC8E6BF}" type="presParOf" srcId="{C788005A-4FD0-47D6-8059-283AFC3A5969}" destId="{7DD16FBC-8438-4AF9-BD72-3E5E45CFBCB9}" srcOrd="0" destOrd="0" presId="urn:microsoft.com/office/officeart/2018/2/layout/IconCircleList"/>
    <dgm:cxn modelId="{E64F13E4-5403-4FA8-AA4B-E8F72DB9C726}" type="presParOf" srcId="{7DD16FBC-8438-4AF9-BD72-3E5E45CFBCB9}" destId="{0AC556F8-3B04-40BF-A82E-328630AF9114}" srcOrd="0" destOrd="0" presId="urn:microsoft.com/office/officeart/2018/2/layout/IconCircleList"/>
    <dgm:cxn modelId="{CCAA4C0A-C9FB-4A75-8A0E-F6B06C5A7D7B}" type="presParOf" srcId="{7DD16FBC-8438-4AF9-BD72-3E5E45CFBCB9}" destId="{6D7F8B23-041D-4521-9E31-BE2A224F5B02}" srcOrd="1" destOrd="0" presId="urn:microsoft.com/office/officeart/2018/2/layout/IconCircleList"/>
    <dgm:cxn modelId="{53C68ACC-E9C7-435F-9E71-8C0B11908736}" type="presParOf" srcId="{7DD16FBC-8438-4AF9-BD72-3E5E45CFBCB9}" destId="{40A853A9-B44F-42D7-A769-BFBC579D9241}" srcOrd="2" destOrd="0" presId="urn:microsoft.com/office/officeart/2018/2/layout/IconCircleList"/>
    <dgm:cxn modelId="{55B2650D-CC49-4241-83A7-589598284351}" type="presParOf" srcId="{7DD16FBC-8438-4AF9-BD72-3E5E45CFBCB9}" destId="{8E3D354A-F3A1-42DD-A4E2-9559D91494E3}" srcOrd="3" destOrd="0" presId="urn:microsoft.com/office/officeart/2018/2/layout/IconCircleList"/>
    <dgm:cxn modelId="{E8957114-7BEA-4157-ADF1-6B39CF2A95A1}" type="presParOf" srcId="{C788005A-4FD0-47D6-8059-283AFC3A5969}" destId="{60AE4B41-156C-4770-BF4F-81D35B819ACC}" srcOrd="1" destOrd="0" presId="urn:microsoft.com/office/officeart/2018/2/layout/IconCircleList"/>
    <dgm:cxn modelId="{D04A1CC5-3943-472C-9EE7-FEEC355C0A17}" type="presParOf" srcId="{C788005A-4FD0-47D6-8059-283AFC3A5969}" destId="{09BBD2FC-7ED1-4433-9CBE-B683A0F06E07}" srcOrd="2" destOrd="0" presId="urn:microsoft.com/office/officeart/2018/2/layout/IconCircleList"/>
    <dgm:cxn modelId="{F64069BD-319C-483A-89B2-292A242EA32F}" type="presParOf" srcId="{09BBD2FC-7ED1-4433-9CBE-B683A0F06E07}" destId="{227A488C-381D-458F-8416-70AFC59EFFBC}" srcOrd="0" destOrd="0" presId="urn:microsoft.com/office/officeart/2018/2/layout/IconCircleList"/>
    <dgm:cxn modelId="{571AB8EA-C6B9-42D3-A1E5-388DD870D19E}" type="presParOf" srcId="{09BBD2FC-7ED1-4433-9CBE-B683A0F06E07}" destId="{159A973F-A3DF-4EE3-B0C4-46A9C421E46A}" srcOrd="1" destOrd="0" presId="urn:microsoft.com/office/officeart/2018/2/layout/IconCircleList"/>
    <dgm:cxn modelId="{F798DA68-5718-44AB-B4BC-12B571AE07A1}" type="presParOf" srcId="{09BBD2FC-7ED1-4433-9CBE-B683A0F06E07}" destId="{1EB976D7-04A3-477A-9241-46FFEAD37545}" srcOrd="2" destOrd="0" presId="urn:microsoft.com/office/officeart/2018/2/layout/IconCircleList"/>
    <dgm:cxn modelId="{E1206195-6A2A-4FCD-A638-58C4CCBA390D}" type="presParOf" srcId="{09BBD2FC-7ED1-4433-9CBE-B683A0F06E07}" destId="{D3EE677E-8DBF-499B-BB35-AACEE9EF6D9F}" srcOrd="3" destOrd="0" presId="urn:microsoft.com/office/officeart/2018/2/layout/IconCircleList"/>
    <dgm:cxn modelId="{89FD3913-3100-4A8B-9F80-51DDC22D49E5}" type="presParOf" srcId="{C788005A-4FD0-47D6-8059-283AFC3A5969}" destId="{1E7B7912-C6DD-4396-AF9C-EB6554F64491}" srcOrd="3" destOrd="0" presId="urn:microsoft.com/office/officeart/2018/2/layout/IconCircleList"/>
    <dgm:cxn modelId="{A1A5D934-58E5-4829-8FDB-35F6F70A8F8B}" type="presParOf" srcId="{C788005A-4FD0-47D6-8059-283AFC3A5969}" destId="{6ED7BE3D-4CD8-4D9A-8DC3-65E3384BF69D}" srcOrd="4" destOrd="0" presId="urn:microsoft.com/office/officeart/2018/2/layout/IconCircleList"/>
    <dgm:cxn modelId="{661CD348-10B4-4AFC-B74A-7E62DF7E4860}" type="presParOf" srcId="{6ED7BE3D-4CD8-4D9A-8DC3-65E3384BF69D}" destId="{29BE77FB-90B7-47E0-B828-4B4B9CC9D0D7}" srcOrd="0" destOrd="0" presId="urn:microsoft.com/office/officeart/2018/2/layout/IconCircleList"/>
    <dgm:cxn modelId="{7A1CB418-3A68-41C2-9B4E-8F40A7C24804}" type="presParOf" srcId="{6ED7BE3D-4CD8-4D9A-8DC3-65E3384BF69D}" destId="{A95938A0-AEF0-4A82-94E2-34B1362B51B2}" srcOrd="1" destOrd="0" presId="urn:microsoft.com/office/officeart/2018/2/layout/IconCircleList"/>
    <dgm:cxn modelId="{32A1816D-7556-457D-9D15-7DD159F24C46}" type="presParOf" srcId="{6ED7BE3D-4CD8-4D9A-8DC3-65E3384BF69D}" destId="{DEFEE248-7702-4AF8-9F50-07222D602AF8}" srcOrd="2" destOrd="0" presId="urn:microsoft.com/office/officeart/2018/2/layout/IconCircleList"/>
    <dgm:cxn modelId="{68B8B051-5D57-418D-AA7F-592CFDD39A7C}" type="presParOf" srcId="{6ED7BE3D-4CD8-4D9A-8DC3-65E3384BF69D}" destId="{A30CB7A9-0E00-49DD-8336-E2BBFD886EC7}"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90656FB-23D2-4FB8-AE0E-A3B77B9857E0}" type="doc">
      <dgm:prSet loTypeId="urn:microsoft.com/office/officeart/2018/2/layout/IconCircle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890DBE49-FE91-4110-BB05-006D16321259}">
      <dgm:prSet/>
      <dgm:spPr/>
      <dgm:t>
        <a:bodyPr/>
        <a:lstStyle/>
        <a:p>
          <a:r>
            <a:rPr lang="en-CA"/>
            <a:t>Often necessary to find an object at a location as rapidly as possible</a:t>
          </a:r>
          <a:endParaRPr lang="en-US"/>
        </a:p>
      </dgm:t>
    </dgm:pt>
    <dgm:pt modelId="{C5C671D1-16D8-4ECB-97CF-8A08CFCEAC76}" type="parTrans" cxnId="{BA325E13-0FCA-4B80-BCD1-B966D24AABE9}">
      <dgm:prSet/>
      <dgm:spPr/>
      <dgm:t>
        <a:bodyPr/>
        <a:lstStyle/>
        <a:p>
          <a:endParaRPr lang="en-US"/>
        </a:p>
      </dgm:t>
    </dgm:pt>
    <dgm:pt modelId="{B57FA4A8-5C6B-4F13-ADEA-C09071A2AF47}" type="sibTrans" cxnId="{BA325E13-0FCA-4B80-BCD1-B966D24AABE9}">
      <dgm:prSet/>
      <dgm:spPr/>
      <dgm:t>
        <a:bodyPr/>
        <a:lstStyle/>
        <a:p>
          <a:endParaRPr lang="en-US"/>
        </a:p>
      </dgm:t>
    </dgm:pt>
    <dgm:pt modelId="{E7DF6282-AC32-45AB-AF42-43A025D9ECF4}">
      <dgm:prSet/>
      <dgm:spPr/>
      <dgm:t>
        <a:bodyPr/>
        <a:lstStyle/>
        <a:p>
          <a:r>
            <a:rPr lang="en-CA"/>
            <a:t>Spatial indexing solves this problem by splitting space in the game into smaller and smaller spaces</a:t>
          </a:r>
          <a:endParaRPr lang="en-US"/>
        </a:p>
      </dgm:t>
    </dgm:pt>
    <dgm:pt modelId="{E06D4A3D-7BCC-4511-B113-D6E78594843E}" type="parTrans" cxnId="{6EBA6A73-D602-45B3-95CB-D95F28CEDC80}">
      <dgm:prSet/>
      <dgm:spPr/>
      <dgm:t>
        <a:bodyPr/>
        <a:lstStyle/>
        <a:p>
          <a:endParaRPr lang="en-US"/>
        </a:p>
      </dgm:t>
    </dgm:pt>
    <dgm:pt modelId="{E28DB70F-6996-48CB-B1A0-BBBB7997D41C}" type="sibTrans" cxnId="{6EBA6A73-D602-45B3-95CB-D95F28CEDC80}">
      <dgm:prSet/>
      <dgm:spPr/>
      <dgm:t>
        <a:bodyPr/>
        <a:lstStyle/>
        <a:p>
          <a:endParaRPr lang="en-US"/>
        </a:p>
      </dgm:t>
    </dgm:pt>
    <dgm:pt modelId="{4178D6EC-428A-498A-AB76-74D3337DD35F}">
      <dgm:prSet/>
      <dgm:spPr/>
      <dgm:t>
        <a:bodyPr/>
        <a:lstStyle/>
        <a:p>
          <a:r>
            <a:rPr lang="en-CA"/>
            <a:t>Each space has a list of all objects inside that space</a:t>
          </a:r>
          <a:endParaRPr lang="en-US"/>
        </a:p>
      </dgm:t>
    </dgm:pt>
    <dgm:pt modelId="{231F84F3-1F88-4DD0-9E74-B2855C8EDAC2}" type="parTrans" cxnId="{5745F34B-4B80-4E83-85A9-86EA28C9A1E6}">
      <dgm:prSet/>
      <dgm:spPr/>
      <dgm:t>
        <a:bodyPr/>
        <a:lstStyle/>
        <a:p>
          <a:endParaRPr lang="en-US"/>
        </a:p>
      </dgm:t>
    </dgm:pt>
    <dgm:pt modelId="{DA69B241-7188-475E-B228-7D75DEEA278B}" type="sibTrans" cxnId="{5745F34B-4B80-4E83-85A9-86EA28C9A1E6}">
      <dgm:prSet/>
      <dgm:spPr/>
      <dgm:t>
        <a:bodyPr/>
        <a:lstStyle/>
        <a:p>
          <a:endParaRPr lang="en-US"/>
        </a:p>
      </dgm:t>
    </dgm:pt>
    <dgm:pt modelId="{2EC5B32E-53BD-4665-8284-BDC721005889}">
      <dgm:prSet/>
      <dgm:spPr/>
      <dgm:t>
        <a:bodyPr/>
        <a:lstStyle/>
        <a:p>
          <a:r>
            <a:rPr lang="en-CA"/>
            <a:t>These spaces are structured as a tree, so that large portions of the tree can be eliminated depending on the depth</a:t>
          </a:r>
          <a:endParaRPr lang="en-US"/>
        </a:p>
      </dgm:t>
    </dgm:pt>
    <dgm:pt modelId="{B5B88F0B-F20D-4674-92A2-3FC83BDC37E8}" type="parTrans" cxnId="{277238BF-0333-4871-837C-5B48415CF205}">
      <dgm:prSet/>
      <dgm:spPr/>
      <dgm:t>
        <a:bodyPr/>
        <a:lstStyle/>
        <a:p>
          <a:endParaRPr lang="en-US"/>
        </a:p>
      </dgm:t>
    </dgm:pt>
    <dgm:pt modelId="{7D189BDD-795A-4769-9848-695E9379B5DD}" type="sibTrans" cxnId="{277238BF-0333-4871-837C-5B48415CF205}">
      <dgm:prSet/>
      <dgm:spPr/>
      <dgm:t>
        <a:bodyPr/>
        <a:lstStyle/>
        <a:p>
          <a:endParaRPr lang="en-US"/>
        </a:p>
      </dgm:t>
    </dgm:pt>
    <dgm:pt modelId="{83749CCF-3787-404D-B6EB-8911B4D5BFF8}" type="pres">
      <dgm:prSet presAssocID="{D90656FB-23D2-4FB8-AE0E-A3B77B9857E0}" presName="root" presStyleCnt="0">
        <dgm:presLayoutVars>
          <dgm:dir/>
          <dgm:resizeHandles val="exact"/>
        </dgm:presLayoutVars>
      </dgm:prSet>
      <dgm:spPr/>
    </dgm:pt>
    <dgm:pt modelId="{F429A033-2CA0-4DF5-A71F-2EECC36002CB}" type="pres">
      <dgm:prSet presAssocID="{D90656FB-23D2-4FB8-AE0E-A3B77B9857E0}" presName="container" presStyleCnt="0">
        <dgm:presLayoutVars>
          <dgm:dir/>
          <dgm:resizeHandles val="exact"/>
        </dgm:presLayoutVars>
      </dgm:prSet>
      <dgm:spPr/>
    </dgm:pt>
    <dgm:pt modelId="{CB317D9B-2B26-4293-8707-C03653AB5EF0}" type="pres">
      <dgm:prSet presAssocID="{890DBE49-FE91-4110-BB05-006D16321259}" presName="compNode" presStyleCnt="0"/>
      <dgm:spPr/>
    </dgm:pt>
    <dgm:pt modelId="{B386C219-2E0A-47A3-903D-B937F1D2919A}" type="pres">
      <dgm:prSet presAssocID="{890DBE49-FE91-4110-BB05-006D16321259}" presName="iconBgRect" presStyleLbl="bgShp" presStyleIdx="0" presStyleCnt="4"/>
      <dgm:spPr/>
    </dgm:pt>
    <dgm:pt modelId="{9BBA5CA7-F6AF-40AD-8AF0-E60CC9AA671D}" type="pres">
      <dgm:prSet presAssocID="{890DBE49-FE91-4110-BB05-006D16321259}"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arker"/>
        </a:ext>
      </dgm:extLst>
    </dgm:pt>
    <dgm:pt modelId="{3797E521-7DBC-4344-8C1A-B9C33E303BA0}" type="pres">
      <dgm:prSet presAssocID="{890DBE49-FE91-4110-BB05-006D16321259}" presName="spaceRect" presStyleCnt="0"/>
      <dgm:spPr/>
    </dgm:pt>
    <dgm:pt modelId="{024D42F7-F63D-426E-B480-94704CFABF7C}" type="pres">
      <dgm:prSet presAssocID="{890DBE49-FE91-4110-BB05-006D16321259}" presName="textRect" presStyleLbl="revTx" presStyleIdx="0" presStyleCnt="4">
        <dgm:presLayoutVars>
          <dgm:chMax val="1"/>
          <dgm:chPref val="1"/>
        </dgm:presLayoutVars>
      </dgm:prSet>
      <dgm:spPr/>
    </dgm:pt>
    <dgm:pt modelId="{FC2EFE37-575A-4A2A-AB1C-676A5A9777D3}" type="pres">
      <dgm:prSet presAssocID="{B57FA4A8-5C6B-4F13-ADEA-C09071A2AF47}" presName="sibTrans" presStyleLbl="sibTrans2D1" presStyleIdx="0" presStyleCnt="0"/>
      <dgm:spPr/>
    </dgm:pt>
    <dgm:pt modelId="{E62623E5-2076-42C6-8CA0-BEA00C5834EB}" type="pres">
      <dgm:prSet presAssocID="{E7DF6282-AC32-45AB-AF42-43A025D9ECF4}" presName="compNode" presStyleCnt="0"/>
      <dgm:spPr/>
    </dgm:pt>
    <dgm:pt modelId="{E37016B9-6DC1-4F69-8D9E-35E607059D82}" type="pres">
      <dgm:prSet presAssocID="{E7DF6282-AC32-45AB-AF42-43A025D9ECF4}" presName="iconBgRect" presStyleLbl="bgShp" presStyleIdx="1" presStyleCnt="4"/>
      <dgm:spPr/>
    </dgm:pt>
    <dgm:pt modelId="{FFA2CC32-AFAC-4063-B41D-F38F3186BCBC}" type="pres">
      <dgm:prSet presAssocID="{E7DF6282-AC32-45AB-AF42-43A025D9ECF4}"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aze"/>
        </a:ext>
      </dgm:extLst>
    </dgm:pt>
    <dgm:pt modelId="{48929AFD-1DE6-4292-A690-BBDA89B7180D}" type="pres">
      <dgm:prSet presAssocID="{E7DF6282-AC32-45AB-AF42-43A025D9ECF4}" presName="spaceRect" presStyleCnt="0"/>
      <dgm:spPr/>
    </dgm:pt>
    <dgm:pt modelId="{9A8F91CE-B430-47DB-B03D-7F77ABAE7E35}" type="pres">
      <dgm:prSet presAssocID="{E7DF6282-AC32-45AB-AF42-43A025D9ECF4}" presName="textRect" presStyleLbl="revTx" presStyleIdx="1" presStyleCnt="4">
        <dgm:presLayoutVars>
          <dgm:chMax val="1"/>
          <dgm:chPref val="1"/>
        </dgm:presLayoutVars>
      </dgm:prSet>
      <dgm:spPr/>
    </dgm:pt>
    <dgm:pt modelId="{5D76A631-6400-4BD8-9F96-A6D9A00B2AF7}" type="pres">
      <dgm:prSet presAssocID="{E28DB70F-6996-48CB-B1A0-BBBB7997D41C}" presName="sibTrans" presStyleLbl="sibTrans2D1" presStyleIdx="0" presStyleCnt="0"/>
      <dgm:spPr/>
    </dgm:pt>
    <dgm:pt modelId="{2D31E228-8949-4982-A74B-72EED0019D04}" type="pres">
      <dgm:prSet presAssocID="{4178D6EC-428A-498A-AB76-74D3337DD35F}" presName="compNode" presStyleCnt="0"/>
      <dgm:spPr/>
    </dgm:pt>
    <dgm:pt modelId="{6DF9A03A-FB78-4904-A2F2-DF71DC19900B}" type="pres">
      <dgm:prSet presAssocID="{4178D6EC-428A-498A-AB76-74D3337DD35F}" presName="iconBgRect" presStyleLbl="bgShp" presStyleIdx="2" presStyleCnt="4"/>
      <dgm:spPr/>
    </dgm:pt>
    <dgm:pt modelId="{65855837-D699-487A-A843-6722CF9A18B2}" type="pres">
      <dgm:prSet presAssocID="{4178D6EC-428A-498A-AB76-74D3337DD35F}"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Astronaut"/>
        </a:ext>
      </dgm:extLst>
    </dgm:pt>
    <dgm:pt modelId="{364F2876-C4BA-4459-B0B2-159A5D5F7050}" type="pres">
      <dgm:prSet presAssocID="{4178D6EC-428A-498A-AB76-74D3337DD35F}" presName="spaceRect" presStyleCnt="0"/>
      <dgm:spPr/>
    </dgm:pt>
    <dgm:pt modelId="{72CAF93A-64E9-4E19-A5D4-1A05B3537DB7}" type="pres">
      <dgm:prSet presAssocID="{4178D6EC-428A-498A-AB76-74D3337DD35F}" presName="textRect" presStyleLbl="revTx" presStyleIdx="2" presStyleCnt="4">
        <dgm:presLayoutVars>
          <dgm:chMax val="1"/>
          <dgm:chPref val="1"/>
        </dgm:presLayoutVars>
      </dgm:prSet>
      <dgm:spPr/>
    </dgm:pt>
    <dgm:pt modelId="{9B5F950D-993F-4A2B-8A7E-D0422E85C089}" type="pres">
      <dgm:prSet presAssocID="{DA69B241-7188-475E-B228-7D75DEEA278B}" presName="sibTrans" presStyleLbl="sibTrans2D1" presStyleIdx="0" presStyleCnt="0"/>
      <dgm:spPr/>
    </dgm:pt>
    <dgm:pt modelId="{6940F8C4-3C63-4EBE-9DDE-BDE987688336}" type="pres">
      <dgm:prSet presAssocID="{2EC5B32E-53BD-4665-8284-BDC721005889}" presName="compNode" presStyleCnt="0"/>
      <dgm:spPr/>
    </dgm:pt>
    <dgm:pt modelId="{7A803C9D-5AD0-4F08-93DC-64D62AFB3F0F}" type="pres">
      <dgm:prSet presAssocID="{2EC5B32E-53BD-4665-8284-BDC721005889}" presName="iconBgRect" presStyleLbl="bgShp" presStyleIdx="3" presStyleCnt="4"/>
      <dgm:spPr/>
    </dgm:pt>
    <dgm:pt modelId="{AF5AB710-D7D4-40DC-A558-9C92A249386E}" type="pres">
      <dgm:prSet presAssocID="{2EC5B32E-53BD-4665-8284-BDC721005889}"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Deciduous tree"/>
        </a:ext>
      </dgm:extLst>
    </dgm:pt>
    <dgm:pt modelId="{03D686CB-631F-4979-A00A-47F1B87EDC09}" type="pres">
      <dgm:prSet presAssocID="{2EC5B32E-53BD-4665-8284-BDC721005889}" presName="spaceRect" presStyleCnt="0"/>
      <dgm:spPr/>
    </dgm:pt>
    <dgm:pt modelId="{C7D7801A-275A-4536-BB3F-8F08C83BA6CF}" type="pres">
      <dgm:prSet presAssocID="{2EC5B32E-53BD-4665-8284-BDC721005889}" presName="textRect" presStyleLbl="revTx" presStyleIdx="3" presStyleCnt="4">
        <dgm:presLayoutVars>
          <dgm:chMax val="1"/>
          <dgm:chPref val="1"/>
        </dgm:presLayoutVars>
      </dgm:prSet>
      <dgm:spPr/>
    </dgm:pt>
  </dgm:ptLst>
  <dgm:cxnLst>
    <dgm:cxn modelId="{BA325E13-0FCA-4B80-BCD1-B966D24AABE9}" srcId="{D90656FB-23D2-4FB8-AE0E-A3B77B9857E0}" destId="{890DBE49-FE91-4110-BB05-006D16321259}" srcOrd="0" destOrd="0" parTransId="{C5C671D1-16D8-4ECB-97CF-8A08CFCEAC76}" sibTransId="{B57FA4A8-5C6B-4F13-ADEA-C09071A2AF47}"/>
    <dgm:cxn modelId="{6977D91E-16E3-4DDA-9E88-BD28883712D5}" type="presOf" srcId="{D90656FB-23D2-4FB8-AE0E-A3B77B9857E0}" destId="{83749CCF-3787-404D-B6EB-8911B4D5BFF8}" srcOrd="0" destOrd="0" presId="urn:microsoft.com/office/officeart/2018/2/layout/IconCircleList"/>
    <dgm:cxn modelId="{7C209B23-CCB8-4FB8-9259-F3936B125989}" type="presOf" srcId="{E7DF6282-AC32-45AB-AF42-43A025D9ECF4}" destId="{9A8F91CE-B430-47DB-B03D-7F77ABAE7E35}" srcOrd="0" destOrd="0" presId="urn:microsoft.com/office/officeart/2018/2/layout/IconCircleList"/>
    <dgm:cxn modelId="{0633BE42-3502-4E79-82CD-C190097BED48}" type="presOf" srcId="{DA69B241-7188-475E-B228-7D75DEEA278B}" destId="{9B5F950D-993F-4A2B-8A7E-D0422E85C089}" srcOrd="0" destOrd="0" presId="urn:microsoft.com/office/officeart/2018/2/layout/IconCircleList"/>
    <dgm:cxn modelId="{5745F34B-4B80-4E83-85A9-86EA28C9A1E6}" srcId="{D90656FB-23D2-4FB8-AE0E-A3B77B9857E0}" destId="{4178D6EC-428A-498A-AB76-74D3337DD35F}" srcOrd="2" destOrd="0" parTransId="{231F84F3-1F88-4DD0-9E74-B2855C8EDAC2}" sibTransId="{DA69B241-7188-475E-B228-7D75DEEA278B}"/>
    <dgm:cxn modelId="{611BD071-1211-45AE-84AA-857DEF4F0027}" type="presOf" srcId="{E28DB70F-6996-48CB-B1A0-BBBB7997D41C}" destId="{5D76A631-6400-4BD8-9F96-A6D9A00B2AF7}" srcOrd="0" destOrd="0" presId="urn:microsoft.com/office/officeart/2018/2/layout/IconCircleList"/>
    <dgm:cxn modelId="{6EBA6A73-D602-45B3-95CB-D95F28CEDC80}" srcId="{D90656FB-23D2-4FB8-AE0E-A3B77B9857E0}" destId="{E7DF6282-AC32-45AB-AF42-43A025D9ECF4}" srcOrd="1" destOrd="0" parTransId="{E06D4A3D-7BCC-4511-B113-D6E78594843E}" sibTransId="{E28DB70F-6996-48CB-B1A0-BBBB7997D41C}"/>
    <dgm:cxn modelId="{0974F29A-DE49-42E9-AE74-2292749F16BB}" type="presOf" srcId="{B57FA4A8-5C6B-4F13-ADEA-C09071A2AF47}" destId="{FC2EFE37-575A-4A2A-AB1C-676A5A9777D3}" srcOrd="0" destOrd="0" presId="urn:microsoft.com/office/officeart/2018/2/layout/IconCircleList"/>
    <dgm:cxn modelId="{4097129F-8FD2-4B59-A77B-293878FD4552}" type="presOf" srcId="{890DBE49-FE91-4110-BB05-006D16321259}" destId="{024D42F7-F63D-426E-B480-94704CFABF7C}" srcOrd="0" destOrd="0" presId="urn:microsoft.com/office/officeart/2018/2/layout/IconCircleList"/>
    <dgm:cxn modelId="{FB9515B7-8CF2-4FD2-B424-90E599090085}" type="presOf" srcId="{2EC5B32E-53BD-4665-8284-BDC721005889}" destId="{C7D7801A-275A-4536-BB3F-8F08C83BA6CF}" srcOrd="0" destOrd="0" presId="urn:microsoft.com/office/officeart/2018/2/layout/IconCircleList"/>
    <dgm:cxn modelId="{277238BF-0333-4871-837C-5B48415CF205}" srcId="{D90656FB-23D2-4FB8-AE0E-A3B77B9857E0}" destId="{2EC5B32E-53BD-4665-8284-BDC721005889}" srcOrd="3" destOrd="0" parTransId="{B5B88F0B-F20D-4674-92A2-3FC83BDC37E8}" sibTransId="{7D189BDD-795A-4769-9848-695E9379B5DD}"/>
    <dgm:cxn modelId="{895E6EFD-1ED1-4FA6-A1C3-6A515E7075C9}" type="presOf" srcId="{4178D6EC-428A-498A-AB76-74D3337DD35F}" destId="{72CAF93A-64E9-4E19-A5D4-1A05B3537DB7}" srcOrd="0" destOrd="0" presId="urn:microsoft.com/office/officeart/2018/2/layout/IconCircleList"/>
    <dgm:cxn modelId="{4FBC5A4E-666C-432A-A35D-5A9810C6D56C}" type="presParOf" srcId="{83749CCF-3787-404D-B6EB-8911B4D5BFF8}" destId="{F429A033-2CA0-4DF5-A71F-2EECC36002CB}" srcOrd="0" destOrd="0" presId="urn:microsoft.com/office/officeart/2018/2/layout/IconCircleList"/>
    <dgm:cxn modelId="{F02F1B31-FA45-4F0C-96A7-88052A9ECE9B}" type="presParOf" srcId="{F429A033-2CA0-4DF5-A71F-2EECC36002CB}" destId="{CB317D9B-2B26-4293-8707-C03653AB5EF0}" srcOrd="0" destOrd="0" presId="urn:microsoft.com/office/officeart/2018/2/layout/IconCircleList"/>
    <dgm:cxn modelId="{077666D8-29D7-4012-8390-356498C065A1}" type="presParOf" srcId="{CB317D9B-2B26-4293-8707-C03653AB5EF0}" destId="{B386C219-2E0A-47A3-903D-B937F1D2919A}" srcOrd="0" destOrd="0" presId="urn:microsoft.com/office/officeart/2018/2/layout/IconCircleList"/>
    <dgm:cxn modelId="{3C36AFEA-3D63-48D2-B154-174209DB300D}" type="presParOf" srcId="{CB317D9B-2B26-4293-8707-C03653AB5EF0}" destId="{9BBA5CA7-F6AF-40AD-8AF0-E60CC9AA671D}" srcOrd="1" destOrd="0" presId="urn:microsoft.com/office/officeart/2018/2/layout/IconCircleList"/>
    <dgm:cxn modelId="{26F2E79E-28FD-4278-9276-A7FE555AEDE3}" type="presParOf" srcId="{CB317D9B-2B26-4293-8707-C03653AB5EF0}" destId="{3797E521-7DBC-4344-8C1A-B9C33E303BA0}" srcOrd="2" destOrd="0" presId="urn:microsoft.com/office/officeart/2018/2/layout/IconCircleList"/>
    <dgm:cxn modelId="{680A856D-DEE7-47C9-8655-E270006967E3}" type="presParOf" srcId="{CB317D9B-2B26-4293-8707-C03653AB5EF0}" destId="{024D42F7-F63D-426E-B480-94704CFABF7C}" srcOrd="3" destOrd="0" presId="urn:microsoft.com/office/officeart/2018/2/layout/IconCircleList"/>
    <dgm:cxn modelId="{441A300D-F714-4DFD-BD5C-DBE52FEAB4B8}" type="presParOf" srcId="{F429A033-2CA0-4DF5-A71F-2EECC36002CB}" destId="{FC2EFE37-575A-4A2A-AB1C-676A5A9777D3}" srcOrd="1" destOrd="0" presId="urn:microsoft.com/office/officeart/2018/2/layout/IconCircleList"/>
    <dgm:cxn modelId="{5A1CBAC2-4F7C-40EC-953C-A748D79DA533}" type="presParOf" srcId="{F429A033-2CA0-4DF5-A71F-2EECC36002CB}" destId="{E62623E5-2076-42C6-8CA0-BEA00C5834EB}" srcOrd="2" destOrd="0" presId="urn:microsoft.com/office/officeart/2018/2/layout/IconCircleList"/>
    <dgm:cxn modelId="{415D2A78-00F0-4ED5-911D-46054C41F9D4}" type="presParOf" srcId="{E62623E5-2076-42C6-8CA0-BEA00C5834EB}" destId="{E37016B9-6DC1-4F69-8D9E-35E607059D82}" srcOrd="0" destOrd="0" presId="urn:microsoft.com/office/officeart/2018/2/layout/IconCircleList"/>
    <dgm:cxn modelId="{73BC0AF5-BAAD-459D-BC36-8992829DFD61}" type="presParOf" srcId="{E62623E5-2076-42C6-8CA0-BEA00C5834EB}" destId="{FFA2CC32-AFAC-4063-B41D-F38F3186BCBC}" srcOrd="1" destOrd="0" presId="urn:microsoft.com/office/officeart/2018/2/layout/IconCircleList"/>
    <dgm:cxn modelId="{A6EE72EA-73B1-4C30-8C75-6067EC6B82DE}" type="presParOf" srcId="{E62623E5-2076-42C6-8CA0-BEA00C5834EB}" destId="{48929AFD-1DE6-4292-A690-BBDA89B7180D}" srcOrd="2" destOrd="0" presId="urn:microsoft.com/office/officeart/2018/2/layout/IconCircleList"/>
    <dgm:cxn modelId="{CCD7222C-079A-4D36-93CA-47AFEED2C7B9}" type="presParOf" srcId="{E62623E5-2076-42C6-8CA0-BEA00C5834EB}" destId="{9A8F91CE-B430-47DB-B03D-7F77ABAE7E35}" srcOrd="3" destOrd="0" presId="urn:microsoft.com/office/officeart/2018/2/layout/IconCircleList"/>
    <dgm:cxn modelId="{4437906B-1E14-43B9-A469-D374248CD502}" type="presParOf" srcId="{F429A033-2CA0-4DF5-A71F-2EECC36002CB}" destId="{5D76A631-6400-4BD8-9F96-A6D9A00B2AF7}" srcOrd="3" destOrd="0" presId="urn:microsoft.com/office/officeart/2018/2/layout/IconCircleList"/>
    <dgm:cxn modelId="{2F2CECDD-9119-4093-BC42-04926728F4C1}" type="presParOf" srcId="{F429A033-2CA0-4DF5-A71F-2EECC36002CB}" destId="{2D31E228-8949-4982-A74B-72EED0019D04}" srcOrd="4" destOrd="0" presId="urn:microsoft.com/office/officeart/2018/2/layout/IconCircleList"/>
    <dgm:cxn modelId="{DA3ED228-1D99-40BD-8480-9ABA03184DC5}" type="presParOf" srcId="{2D31E228-8949-4982-A74B-72EED0019D04}" destId="{6DF9A03A-FB78-4904-A2F2-DF71DC19900B}" srcOrd="0" destOrd="0" presId="urn:microsoft.com/office/officeart/2018/2/layout/IconCircleList"/>
    <dgm:cxn modelId="{8ECD496A-BB3F-4206-951D-D48048142232}" type="presParOf" srcId="{2D31E228-8949-4982-A74B-72EED0019D04}" destId="{65855837-D699-487A-A843-6722CF9A18B2}" srcOrd="1" destOrd="0" presId="urn:microsoft.com/office/officeart/2018/2/layout/IconCircleList"/>
    <dgm:cxn modelId="{4339B026-F259-4CB6-91A2-B1336853BCA0}" type="presParOf" srcId="{2D31E228-8949-4982-A74B-72EED0019D04}" destId="{364F2876-C4BA-4459-B0B2-159A5D5F7050}" srcOrd="2" destOrd="0" presId="urn:microsoft.com/office/officeart/2018/2/layout/IconCircleList"/>
    <dgm:cxn modelId="{0458D347-581C-4DA8-A62F-356CA53EA464}" type="presParOf" srcId="{2D31E228-8949-4982-A74B-72EED0019D04}" destId="{72CAF93A-64E9-4E19-A5D4-1A05B3537DB7}" srcOrd="3" destOrd="0" presId="urn:microsoft.com/office/officeart/2018/2/layout/IconCircleList"/>
    <dgm:cxn modelId="{FBD33248-79F1-4F28-93EF-51FCE357112C}" type="presParOf" srcId="{F429A033-2CA0-4DF5-A71F-2EECC36002CB}" destId="{9B5F950D-993F-4A2B-8A7E-D0422E85C089}" srcOrd="5" destOrd="0" presId="urn:microsoft.com/office/officeart/2018/2/layout/IconCircleList"/>
    <dgm:cxn modelId="{08DDB619-E78E-4A1E-922E-01667DBDFA65}" type="presParOf" srcId="{F429A033-2CA0-4DF5-A71F-2EECC36002CB}" destId="{6940F8C4-3C63-4EBE-9DDE-BDE987688336}" srcOrd="6" destOrd="0" presId="urn:microsoft.com/office/officeart/2018/2/layout/IconCircleList"/>
    <dgm:cxn modelId="{3A2A9BB1-B848-4755-8C17-46CBBED26FCD}" type="presParOf" srcId="{6940F8C4-3C63-4EBE-9DDE-BDE987688336}" destId="{7A803C9D-5AD0-4F08-93DC-64D62AFB3F0F}" srcOrd="0" destOrd="0" presId="urn:microsoft.com/office/officeart/2018/2/layout/IconCircleList"/>
    <dgm:cxn modelId="{CCF9F7D9-6E96-4FAF-A07C-328AD7AB059B}" type="presParOf" srcId="{6940F8C4-3C63-4EBE-9DDE-BDE987688336}" destId="{AF5AB710-D7D4-40DC-A558-9C92A249386E}" srcOrd="1" destOrd="0" presId="urn:microsoft.com/office/officeart/2018/2/layout/IconCircleList"/>
    <dgm:cxn modelId="{6382A083-8F18-4F61-91DA-00D7D64638A8}" type="presParOf" srcId="{6940F8C4-3C63-4EBE-9DDE-BDE987688336}" destId="{03D686CB-631F-4979-A00A-47F1B87EDC09}" srcOrd="2" destOrd="0" presId="urn:microsoft.com/office/officeart/2018/2/layout/IconCircleList"/>
    <dgm:cxn modelId="{A400ABA5-FCD6-4842-8532-44716D568864}" type="presParOf" srcId="{6940F8C4-3C63-4EBE-9DDE-BDE987688336}" destId="{C7D7801A-275A-4536-BB3F-8F08C83BA6CF}"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CED8674-7AAD-4D07-9964-7252D03680E3}" type="doc">
      <dgm:prSet loTypeId="urn:microsoft.com/office/officeart/2018/2/layout/IconCircle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425E3E90-392E-41E8-BD45-FD7277955D45}">
      <dgm:prSet/>
      <dgm:spPr/>
      <dgm:t>
        <a:bodyPr/>
        <a:lstStyle/>
        <a:p>
          <a:pPr>
            <a:lnSpc>
              <a:spcPct val="100000"/>
            </a:lnSpc>
          </a:pPr>
          <a:r>
            <a:rPr lang="en-CA"/>
            <a:t>Separate attributes that do not vary into a referenced object that exists in one place in memory</a:t>
          </a:r>
          <a:endParaRPr lang="en-US"/>
        </a:p>
      </dgm:t>
    </dgm:pt>
    <dgm:pt modelId="{C7A2CDA5-3215-4ECF-AFE5-475B5A8A4E7E}" type="parTrans" cxnId="{488EECCE-72C4-48D5-96A1-461C751A8F73}">
      <dgm:prSet/>
      <dgm:spPr/>
      <dgm:t>
        <a:bodyPr/>
        <a:lstStyle/>
        <a:p>
          <a:endParaRPr lang="en-US"/>
        </a:p>
      </dgm:t>
    </dgm:pt>
    <dgm:pt modelId="{E923EC65-86D0-4D71-8D2E-F78A9F6622B5}" type="sibTrans" cxnId="{488EECCE-72C4-48D5-96A1-461C751A8F73}">
      <dgm:prSet/>
      <dgm:spPr/>
      <dgm:t>
        <a:bodyPr/>
        <a:lstStyle/>
        <a:p>
          <a:pPr>
            <a:lnSpc>
              <a:spcPct val="100000"/>
            </a:lnSpc>
          </a:pPr>
          <a:endParaRPr lang="en-US"/>
        </a:p>
      </dgm:t>
    </dgm:pt>
    <dgm:pt modelId="{1BBCE98E-D74B-482E-B392-12EAE3242860}">
      <dgm:prSet/>
      <dgm:spPr/>
      <dgm:t>
        <a:bodyPr/>
        <a:lstStyle/>
        <a:p>
          <a:pPr>
            <a:lnSpc>
              <a:spcPct val="100000"/>
            </a:lnSpc>
          </a:pPr>
          <a:r>
            <a:rPr lang="en-CA"/>
            <a:t>Store only the instance based attributes with the flyweight instance, in that way it is smaller in memory, and less expensive to construct and destroy</a:t>
          </a:r>
          <a:endParaRPr lang="en-US"/>
        </a:p>
      </dgm:t>
    </dgm:pt>
    <dgm:pt modelId="{C0CA309C-B5D7-4AF2-9FAA-0377441B2CF3}" type="parTrans" cxnId="{F1139C55-F682-4F38-B3AC-8531A43B430F}">
      <dgm:prSet/>
      <dgm:spPr/>
      <dgm:t>
        <a:bodyPr/>
        <a:lstStyle/>
        <a:p>
          <a:endParaRPr lang="en-US"/>
        </a:p>
      </dgm:t>
    </dgm:pt>
    <dgm:pt modelId="{672977F0-623C-4357-B9A1-59DB8F8D33D3}" type="sibTrans" cxnId="{F1139C55-F682-4F38-B3AC-8531A43B430F}">
      <dgm:prSet/>
      <dgm:spPr/>
      <dgm:t>
        <a:bodyPr/>
        <a:lstStyle/>
        <a:p>
          <a:endParaRPr lang="en-US"/>
        </a:p>
      </dgm:t>
    </dgm:pt>
    <dgm:pt modelId="{7E72F8E9-3793-43CC-881B-ED49F0A3B05D}" type="pres">
      <dgm:prSet presAssocID="{6CED8674-7AAD-4D07-9964-7252D03680E3}" presName="root" presStyleCnt="0">
        <dgm:presLayoutVars>
          <dgm:dir/>
          <dgm:resizeHandles val="exact"/>
        </dgm:presLayoutVars>
      </dgm:prSet>
      <dgm:spPr/>
    </dgm:pt>
    <dgm:pt modelId="{75B909E7-6B57-4F02-9480-AFE05846D488}" type="pres">
      <dgm:prSet presAssocID="{6CED8674-7AAD-4D07-9964-7252D03680E3}" presName="container" presStyleCnt="0">
        <dgm:presLayoutVars>
          <dgm:dir/>
          <dgm:resizeHandles val="exact"/>
        </dgm:presLayoutVars>
      </dgm:prSet>
      <dgm:spPr/>
    </dgm:pt>
    <dgm:pt modelId="{29C39861-BED3-4AD7-84D4-74CCA59C817E}" type="pres">
      <dgm:prSet presAssocID="{425E3E90-392E-41E8-BD45-FD7277955D45}" presName="compNode" presStyleCnt="0"/>
      <dgm:spPr/>
    </dgm:pt>
    <dgm:pt modelId="{BDD84BE2-11E3-4945-B23F-2CFA143A7968}" type="pres">
      <dgm:prSet presAssocID="{425E3E90-392E-41E8-BD45-FD7277955D45}" presName="iconBgRect" presStyleLbl="bgShp" presStyleIdx="0" presStyleCnt="2"/>
      <dgm:spPr/>
    </dgm:pt>
    <dgm:pt modelId="{39472014-5F83-4FC8-9C0D-36E36E2DA140}" type="pres">
      <dgm:prSet presAssocID="{425E3E90-392E-41E8-BD45-FD7277955D45}"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onnected"/>
        </a:ext>
      </dgm:extLst>
    </dgm:pt>
    <dgm:pt modelId="{8CC5CF8F-FF88-4F28-95A9-8DC05CFFD2EC}" type="pres">
      <dgm:prSet presAssocID="{425E3E90-392E-41E8-BD45-FD7277955D45}" presName="spaceRect" presStyleCnt="0"/>
      <dgm:spPr/>
    </dgm:pt>
    <dgm:pt modelId="{40EB0B13-5F25-4269-9800-77E4276DCDDE}" type="pres">
      <dgm:prSet presAssocID="{425E3E90-392E-41E8-BD45-FD7277955D45}" presName="textRect" presStyleLbl="revTx" presStyleIdx="0" presStyleCnt="2">
        <dgm:presLayoutVars>
          <dgm:chMax val="1"/>
          <dgm:chPref val="1"/>
        </dgm:presLayoutVars>
      </dgm:prSet>
      <dgm:spPr/>
    </dgm:pt>
    <dgm:pt modelId="{7CF54E0E-A231-4F19-956E-4DBF2213CF62}" type="pres">
      <dgm:prSet presAssocID="{E923EC65-86D0-4D71-8D2E-F78A9F6622B5}" presName="sibTrans" presStyleLbl="sibTrans2D1" presStyleIdx="0" presStyleCnt="0"/>
      <dgm:spPr/>
    </dgm:pt>
    <dgm:pt modelId="{6A78854E-455C-47DA-865F-00F8959B0B8B}" type="pres">
      <dgm:prSet presAssocID="{1BBCE98E-D74B-482E-B392-12EAE3242860}" presName="compNode" presStyleCnt="0"/>
      <dgm:spPr/>
    </dgm:pt>
    <dgm:pt modelId="{9704534D-A52D-4118-8679-42E557DFE6C9}" type="pres">
      <dgm:prSet presAssocID="{1BBCE98E-D74B-482E-B392-12EAE3242860}" presName="iconBgRect" presStyleLbl="bgShp" presStyleIdx="1" presStyleCnt="2"/>
      <dgm:spPr/>
    </dgm:pt>
    <dgm:pt modelId="{94F4E0CD-EB69-44D6-B1AF-0476724BD5E5}" type="pres">
      <dgm:prSet presAssocID="{1BBCE98E-D74B-482E-B392-12EAE3242860}"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itcoin"/>
        </a:ext>
      </dgm:extLst>
    </dgm:pt>
    <dgm:pt modelId="{E870868D-35E0-455B-955F-4BE2575B62C2}" type="pres">
      <dgm:prSet presAssocID="{1BBCE98E-D74B-482E-B392-12EAE3242860}" presName="spaceRect" presStyleCnt="0"/>
      <dgm:spPr/>
    </dgm:pt>
    <dgm:pt modelId="{4F2026B3-F8E2-44C7-9046-4A2EC245543F}" type="pres">
      <dgm:prSet presAssocID="{1BBCE98E-D74B-482E-B392-12EAE3242860}" presName="textRect" presStyleLbl="revTx" presStyleIdx="1" presStyleCnt="2">
        <dgm:presLayoutVars>
          <dgm:chMax val="1"/>
          <dgm:chPref val="1"/>
        </dgm:presLayoutVars>
      </dgm:prSet>
      <dgm:spPr/>
    </dgm:pt>
  </dgm:ptLst>
  <dgm:cxnLst>
    <dgm:cxn modelId="{CB9B7019-DE3F-4899-A8B0-DEC21601BCCD}" type="presOf" srcId="{6CED8674-7AAD-4D07-9964-7252D03680E3}" destId="{7E72F8E9-3793-43CC-881B-ED49F0A3B05D}" srcOrd="0" destOrd="0" presId="urn:microsoft.com/office/officeart/2018/2/layout/IconCircleList"/>
    <dgm:cxn modelId="{AB302C1E-03AB-4670-B4DB-C6E5F7AECEBA}" type="presOf" srcId="{425E3E90-392E-41E8-BD45-FD7277955D45}" destId="{40EB0B13-5F25-4269-9800-77E4276DCDDE}" srcOrd="0" destOrd="0" presId="urn:microsoft.com/office/officeart/2018/2/layout/IconCircleList"/>
    <dgm:cxn modelId="{7F82C96A-3F62-4BA3-A21F-DFCA49F1EC3A}" type="presOf" srcId="{1BBCE98E-D74B-482E-B392-12EAE3242860}" destId="{4F2026B3-F8E2-44C7-9046-4A2EC245543F}" srcOrd="0" destOrd="0" presId="urn:microsoft.com/office/officeart/2018/2/layout/IconCircleList"/>
    <dgm:cxn modelId="{F1139C55-F682-4F38-B3AC-8531A43B430F}" srcId="{6CED8674-7AAD-4D07-9964-7252D03680E3}" destId="{1BBCE98E-D74B-482E-B392-12EAE3242860}" srcOrd="1" destOrd="0" parTransId="{C0CA309C-B5D7-4AF2-9FAA-0377441B2CF3}" sibTransId="{672977F0-623C-4357-B9A1-59DB8F8D33D3}"/>
    <dgm:cxn modelId="{DE575C9A-2676-456F-9DF3-F46385F2CF8B}" type="presOf" srcId="{E923EC65-86D0-4D71-8D2E-F78A9F6622B5}" destId="{7CF54E0E-A231-4F19-956E-4DBF2213CF62}" srcOrd="0" destOrd="0" presId="urn:microsoft.com/office/officeart/2018/2/layout/IconCircleList"/>
    <dgm:cxn modelId="{488EECCE-72C4-48D5-96A1-461C751A8F73}" srcId="{6CED8674-7AAD-4D07-9964-7252D03680E3}" destId="{425E3E90-392E-41E8-BD45-FD7277955D45}" srcOrd="0" destOrd="0" parTransId="{C7A2CDA5-3215-4ECF-AFE5-475B5A8A4E7E}" sibTransId="{E923EC65-86D0-4D71-8D2E-F78A9F6622B5}"/>
    <dgm:cxn modelId="{32DC2A8C-D141-4670-AB41-1ABA21A122A3}" type="presParOf" srcId="{7E72F8E9-3793-43CC-881B-ED49F0A3B05D}" destId="{75B909E7-6B57-4F02-9480-AFE05846D488}" srcOrd="0" destOrd="0" presId="urn:microsoft.com/office/officeart/2018/2/layout/IconCircleList"/>
    <dgm:cxn modelId="{A2A019E5-27B2-4A16-B46E-BA5626044148}" type="presParOf" srcId="{75B909E7-6B57-4F02-9480-AFE05846D488}" destId="{29C39861-BED3-4AD7-84D4-74CCA59C817E}" srcOrd="0" destOrd="0" presId="urn:microsoft.com/office/officeart/2018/2/layout/IconCircleList"/>
    <dgm:cxn modelId="{E440E0EF-0C58-41AD-A274-102220A79192}" type="presParOf" srcId="{29C39861-BED3-4AD7-84D4-74CCA59C817E}" destId="{BDD84BE2-11E3-4945-B23F-2CFA143A7968}" srcOrd="0" destOrd="0" presId="urn:microsoft.com/office/officeart/2018/2/layout/IconCircleList"/>
    <dgm:cxn modelId="{E15DC091-B446-4AB3-9C38-0BD2F3895443}" type="presParOf" srcId="{29C39861-BED3-4AD7-84D4-74CCA59C817E}" destId="{39472014-5F83-4FC8-9C0D-36E36E2DA140}" srcOrd="1" destOrd="0" presId="urn:microsoft.com/office/officeart/2018/2/layout/IconCircleList"/>
    <dgm:cxn modelId="{D896BE15-414D-4E8A-B180-62092AD20A0F}" type="presParOf" srcId="{29C39861-BED3-4AD7-84D4-74CCA59C817E}" destId="{8CC5CF8F-FF88-4F28-95A9-8DC05CFFD2EC}" srcOrd="2" destOrd="0" presId="urn:microsoft.com/office/officeart/2018/2/layout/IconCircleList"/>
    <dgm:cxn modelId="{CE94A920-2BAA-4FC7-811E-1DBCFD614BA5}" type="presParOf" srcId="{29C39861-BED3-4AD7-84D4-74CCA59C817E}" destId="{40EB0B13-5F25-4269-9800-77E4276DCDDE}" srcOrd="3" destOrd="0" presId="urn:microsoft.com/office/officeart/2018/2/layout/IconCircleList"/>
    <dgm:cxn modelId="{B6285D95-F18B-46EE-ADAE-86909C0F780C}" type="presParOf" srcId="{75B909E7-6B57-4F02-9480-AFE05846D488}" destId="{7CF54E0E-A231-4F19-956E-4DBF2213CF62}" srcOrd="1" destOrd="0" presId="urn:microsoft.com/office/officeart/2018/2/layout/IconCircleList"/>
    <dgm:cxn modelId="{6237E50F-4691-4C8E-B0D0-B6F000462BF0}" type="presParOf" srcId="{75B909E7-6B57-4F02-9480-AFE05846D488}" destId="{6A78854E-455C-47DA-865F-00F8959B0B8B}" srcOrd="2" destOrd="0" presId="urn:microsoft.com/office/officeart/2018/2/layout/IconCircleList"/>
    <dgm:cxn modelId="{0A2E7281-70FB-4647-9DDC-5B4F307B2734}" type="presParOf" srcId="{6A78854E-455C-47DA-865F-00F8959B0B8B}" destId="{9704534D-A52D-4118-8679-42E557DFE6C9}" srcOrd="0" destOrd="0" presId="urn:microsoft.com/office/officeart/2018/2/layout/IconCircleList"/>
    <dgm:cxn modelId="{422E0102-7BFF-400B-B097-B40823653445}" type="presParOf" srcId="{6A78854E-455C-47DA-865F-00F8959B0B8B}" destId="{94F4E0CD-EB69-44D6-B1AF-0476724BD5E5}" srcOrd="1" destOrd="0" presId="urn:microsoft.com/office/officeart/2018/2/layout/IconCircleList"/>
    <dgm:cxn modelId="{B730A321-64DF-4E61-8DE1-4CD21B176A5C}" type="presParOf" srcId="{6A78854E-455C-47DA-865F-00F8959B0B8B}" destId="{E870868D-35E0-455B-955F-4BE2575B62C2}" srcOrd="2" destOrd="0" presId="urn:microsoft.com/office/officeart/2018/2/layout/IconCircleList"/>
    <dgm:cxn modelId="{1C1687E1-9B62-48EB-A293-43B5A1DE7100}" type="presParOf" srcId="{6A78854E-455C-47DA-865F-00F8959B0B8B}" destId="{4F2026B3-F8E2-44C7-9046-4A2EC245543F}"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7777F3-20BE-49DA-9095-338693EEAD97}">
      <dsp:nvSpPr>
        <dsp:cNvPr id="0" name=""/>
        <dsp:cNvSpPr/>
      </dsp:nvSpPr>
      <dsp:spPr>
        <a:xfrm>
          <a:off x="2214065" y="22116"/>
          <a:ext cx="2161687" cy="2161687"/>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812E485-8E7B-4ECA-86A2-C5AE720ECCA1}">
      <dsp:nvSpPr>
        <dsp:cNvPr id="0" name=""/>
        <dsp:cNvSpPr/>
      </dsp:nvSpPr>
      <dsp:spPr>
        <a:xfrm>
          <a:off x="2674753" y="482804"/>
          <a:ext cx="1240312" cy="124031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6524362-1882-4A7B-92D9-644D5C2AC4EB}">
      <dsp:nvSpPr>
        <dsp:cNvPr id="0" name=""/>
        <dsp:cNvSpPr/>
      </dsp:nvSpPr>
      <dsp:spPr>
        <a:xfrm>
          <a:off x="1523034" y="2857117"/>
          <a:ext cx="354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CA" sz="1700" kern="1200"/>
            <a:t>The factory method decouples instantiation code from implementation code.</a:t>
          </a:r>
          <a:endParaRPr lang="en-US" sz="1700" kern="1200"/>
        </a:p>
      </dsp:txBody>
      <dsp:txXfrm>
        <a:off x="1523034" y="2857117"/>
        <a:ext cx="3543750" cy="720000"/>
      </dsp:txXfrm>
    </dsp:sp>
    <dsp:sp modelId="{C70546BB-84F3-4EE3-BE24-DC28498DB002}">
      <dsp:nvSpPr>
        <dsp:cNvPr id="0" name=""/>
        <dsp:cNvSpPr/>
      </dsp:nvSpPr>
      <dsp:spPr>
        <a:xfrm>
          <a:off x="6377971" y="22116"/>
          <a:ext cx="2161687" cy="2161687"/>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0C0CFAB-A262-4D49-B32D-FDA610C79025}">
      <dsp:nvSpPr>
        <dsp:cNvPr id="0" name=""/>
        <dsp:cNvSpPr/>
      </dsp:nvSpPr>
      <dsp:spPr>
        <a:xfrm>
          <a:off x="6838659" y="482804"/>
          <a:ext cx="1240312" cy="124031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C8F4927-869E-46FE-9B6A-35E291880ABD}">
      <dsp:nvSpPr>
        <dsp:cNvPr id="0" name=""/>
        <dsp:cNvSpPr/>
      </dsp:nvSpPr>
      <dsp:spPr>
        <a:xfrm>
          <a:off x="5686940" y="2857117"/>
          <a:ext cx="354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CA" sz="1700" kern="1200"/>
            <a:t>Allows for adding new types of components.</a:t>
          </a:r>
          <a:endParaRPr lang="en-US" sz="1700" kern="1200"/>
        </a:p>
      </dsp:txBody>
      <dsp:txXfrm>
        <a:off x="5686940" y="2857117"/>
        <a:ext cx="3543750"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9633A3-D150-4569-A7F1-03F51D0B2C31}">
      <dsp:nvSpPr>
        <dsp:cNvPr id="0" name=""/>
        <dsp:cNvSpPr/>
      </dsp:nvSpPr>
      <dsp:spPr>
        <a:xfrm>
          <a:off x="631612" y="157116"/>
          <a:ext cx="1955812" cy="1955812"/>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673D989-A5E0-4CF1-BD70-6359E183F3A2}">
      <dsp:nvSpPr>
        <dsp:cNvPr id="0" name=""/>
        <dsp:cNvSpPr/>
      </dsp:nvSpPr>
      <dsp:spPr>
        <a:xfrm>
          <a:off x="1048425" y="573929"/>
          <a:ext cx="1122187" cy="112218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FF6B04A-DEBB-4E84-B9A3-ABB636399C1B}">
      <dsp:nvSpPr>
        <dsp:cNvPr id="0" name=""/>
        <dsp:cNvSpPr/>
      </dsp:nvSpPr>
      <dsp:spPr>
        <a:xfrm>
          <a:off x="6393" y="2722117"/>
          <a:ext cx="32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defRPr cap="all"/>
          </a:pPr>
          <a:r>
            <a:rPr lang="en-CA" sz="2500" kern="1200"/>
            <a:t>Models hold the data</a:t>
          </a:r>
          <a:endParaRPr lang="en-US" sz="2500" kern="1200"/>
        </a:p>
      </dsp:txBody>
      <dsp:txXfrm>
        <a:off x="6393" y="2722117"/>
        <a:ext cx="3206250" cy="720000"/>
      </dsp:txXfrm>
    </dsp:sp>
    <dsp:sp modelId="{772DEB89-497E-4862-AF0F-7D1A7F3732C2}">
      <dsp:nvSpPr>
        <dsp:cNvPr id="0" name=""/>
        <dsp:cNvSpPr/>
      </dsp:nvSpPr>
      <dsp:spPr>
        <a:xfrm>
          <a:off x="4398956" y="157116"/>
          <a:ext cx="1955812" cy="1955812"/>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7A3988C-4408-400B-99B8-2CF87EA5F640}">
      <dsp:nvSpPr>
        <dsp:cNvPr id="0" name=""/>
        <dsp:cNvSpPr/>
      </dsp:nvSpPr>
      <dsp:spPr>
        <a:xfrm>
          <a:off x="4815768" y="573929"/>
          <a:ext cx="1122187" cy="112218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DAE5588-43E3-41E4-B85F-3898EF9ADEBC}">
      <dsp:nvSpPr>
        <dsp:cNvPr id="0" name=""/>
        <dsp:cNvSpPr/>
      </dsp:nvSpPr>
      <dsp:spPr>
        <a:xfrm>
          <a:off x="3773737" y="2722117"/>
          <a:ext cx="32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defRPr cap="all"/>
          </a:pPr>
          <a:r>
            <a:rPr lang="en-CA" sz="2500" kern="1200"/>
            <a:t>Views render the game on screen</a:t>
          </a:r>
          <a:endParaRPr lang="en-US" sz="2500" kern="1200"/>
        </a:p>
      </dsp:txBody>
      <dsp:txXfrm>
        <a:off x="3773737" y="2722117"/>
        <a:ext cx="3206250" cy="720000"/>
      </dsp:txXfrm>
    </dsp:sp>
    <dsp:sp modelId="{71A9574E-399E-42BB-993F-4AF7A2CF0715}">
      <dsp:nvSpPr>
        <dsp:cNvPr id="0" name=""/>
        <dsp:cNvSpPr/>
      </dsp:nvSpPr>
      <dsp:spPr>
        <a:xfrm>
          <a:off x="8166300" y="157116"/>
          <a:ext cx="1955812" cy="1955812"/>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7F4DB58-7D57-4718-A981-4F42DD0171DD}">
      <dsp:nvSpPr>
        <dsp:cNvPr id="0" name=""/>
        <dsp:cNvSpPr/>
      </dsp:nvSpPr>
      <dsp:spPr>
        <a:xfrm>
          <a:off x="8583112" y="573929"/>
          <a:ext cx="1122187" cy="112218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58AD1A1-F98C-46D1-8648-15EE3FFF0958}">
      <dsp:nvSpPr>
        <dsp:cNvPr id="0" name=""/>
        <dsp:cNvSpPr/>
      </dsp:nvSpPr>
      <dsp:spPr>
        <a:xfrm>
          <a:off x="7541081" y="2722117"/>
          <a:ext cx="32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defRPr cap="all"/>
          </a:pPr>
          <a:r>
            <a:rPr lang="en-CA" sz="2500" kern="1200"/>
            <a:t>Controllers perform game logic</a:t>
          </a:r>
          <a:endParaRPr lang="en-US" sz="2500" kern="1200"/>
        </a:p>
      </dsp:txBody>
      <dsp:txXfrm>
        <a:off x="7541081" y="2722117"/>
        <a:ext cx="3206250" cy="7200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C556F8-3B04-40BF-A82E-328630AF9114}">
      <dsp:nvSpPr>
        <dsp:cNvPr id="0" name=""/>
        <dsp:cNvSpPr/>
      </dsp:nvSpPr>
      <dsp:spPr>
        <a:xfrm>
          <a:off x="153604" y="1346826"/>
          <a:ext cx="905580" cy="905580"/>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D7F8B23-041D-4521-9E31-BE2A224F5B02}">
      <dsp:nvSpPr>
        <dsp:cNvPr id="0" name=""/>
        <dsp:cNvSpPr/>
      </dsp:nvSpPr>
      <dsp:spPr>
        <a:xfrm>
          <a:off x="343776" y="1536998"/>
          <a:ext cx="525236" cy="52523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E3D354A-F3A1-42DD-A4E2-9559D91494E3}">
      <dsp:nvSpPr>
        <dsp:cNvPr id="0" name=""/>
        <dsp:cNvSpPr/>
      </dsp:nvSpPr>
      <dsp:spPr>
        <a:xfrm>
          <a:off x="1253237" y="1346826"/>
          <a:ext cx="2134582" cy="9055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90000"/>
            </a:lnSpc>
            <a:spcBef>
              <a:spcPct val="0"/>
            </a:spcBef>
            <a:spcAft>
              <a:spcPct val="35000"/>
            </a:spcAft>
            <a:buNone/>
          </a:pPr>
          <a:r>
            <a:rPr lang="en-CA" sz="1400" kern="1200"/>
            <a:t>Interfaces are used to communicate between parts</a:t>
          </a:r>
          <a:endParaRPr lang="en-US" sz="1400" kern="1200"/>
        </a:p>
      </dsp:txBody>
      <dsp:txXfrm>
        <a:off x="1253237" y="1346826"/>
        <a:ext cx="2134582" cy="905580"/>
      </dsp:txXfrm>
    </dsp:sp>
    <dsp:sp modelId="{227A488C-381D-458F-8416-70AFC59EFFBC}">
      <dsp:nvSpPr>
        <dsp:cNvPr id="0" name=""/>
        <dsp:cNvSpPr/>
      </dsp:nvSpPr>
      <dsp:spPr>
        <a:xfrm>
          <a:off x="3759754" y="1346826"/>
          <a:ext cx="905580" cy="905580"/>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59A973F-A3DF-4EE3-B0C4-46A9C421E46A}">
      <dsp:nvSpPr>
        <dsp:cNvPr id="0" name=""/>
        <dsp:cNvSpPr/>
      </dsp:nvSpPr>
      <dsp:spPr>
        <a:xfrm>
          <a:off x="3949926" y="1536998"/>
          <a:ext cx="525236" cy="52523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3EE677E-8DBF-499B-BB35-AACEE9EF6D9F}">
      <dsp:nvSpPr>
        <dsp:cNvPr id="0" name=""/>
        <dsp:cNvSpPr/>
      </dsp:nvSpPr>
      <dsp:spPr>
        <a:xfrm>
          <a:off x="4859388" y="1346826"/>
          <a:ext cx="2134582" cy="9055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90000"/>
            </a:lnSpc>
            <a:spcBef>
              <a:spcPct val="0"/>
            </a:spcBef>
            <a:spcAft>
              <a:spcPct val="35000"/>
            </a:spcAft>
            <a:buNone/>
          </a:pPr>
          <a:r>
            <a:rPr lang="en-CA" sz="1400" kern="1200"/>
            <a:t>You should be able to modify a part without changing its interface</a:t>
          </a:r>
          <a:endParaRPr lang="en-US" sz="1400" kern="1200"/>
        </a:p>
      </dsp:txBody>
      <dsp:txXfrm>
        <a:off x="4859388" y="1346826"/>
        <a:ext cx="2134582" cy="905580"/>
      </dsp:txXfrm>
    </dsp:sp>
    <dsp:sp modelId="{29BE77FB-90B7-47E0-B828-4B4B9CC9D0D7}">
      <dsp:nvSpPr>
        <dsp:cNvPr id="0" name=""/>
        <dsp:cNvSpPr/>
      </dsp:nvSpPr>
      <dsp:spPr>
        <a:xfrm>
          <a:off x="7365905" y="1346826"/>
          <a:ext cx="905580" cy="905580"/>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95938A0-AEF0-4A82-94E2-34B1362B51B2}">
      <dsp:nvSpPr>
        <dsp:cNvPr id="0" name=""/>
        <dsp:cNvSpPr/>
      </dsp:nvSpPr>
      <dsp:spPr>
        <a:xfrm>
          <a:off x="7556076" y="1536998"/>
          <a:ext cx="525236" cy="52523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30CB7A9-0E00-49DD-8336-E2BBFD886EC7}">
      <dsp:nvSpPr>
        <dsp:cNvPr id="0" name=""/>
        <dsp:cNvSpPr/>
      </dsp:nvSpPr>
      <dsp:spPr>
        <a:xfrm>
          <a:off x="8465538" y="1346826"/>
          <a:ext cx="2134582" cy="9055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90000"/>
            </a:lnSpc>
            <a:spcBef>
              <a:spcPct val="0"/>
            </a:spcBef>
            <a:spcAft>
              <a:spcPct val="35000"/>
            </a:spcAft>
            <a:buNone/>
          </a:pPr>
          <a:r>
            <a:rPr lang="en-CA" sz="1400" kern="1200"/>
            <a:t>You should be able to replace one part with a new part and not require any change to the code in other parts</a:t>
          </a:r>
          <a:endParaRPr lang="en-US" sz="1400" kern="1200"/>
        </a:p>
      </dsp:txBody>
      <dsp:txXfrm>
        <a:off x="8465538" y="1346826"/>
        <a:ext cx="2134582" cy="90558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386C219-2E0A-47A3-903D-B937F1D2919A}">
      <dsp:nvSpPr>
        <dsp:cNvPr id="0" name=""/>
        <dsp:cNvSpPr/>
      </dsp:nvSpPr>
      <dsp:spPr>
        <a:xfrm>
          <a:off x="252704" y="136931"/>
          <a:ext cx="1356750" cy="1356750"/>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BBA5CA7-F6AF-40AD-8AF0-E60CC9AA671D}">
      <dsp:nvSpPr>
        <dsp:cNvPr id="0" name=""/>
        <dsp:cNvSpPr/>
      </dsp:nvSpPr>
      <dsp:spPr>
        <a:xfrm>
          <a:off x="537622" y="421848"/>
          <a:ext cx="786915" cy="78691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24D42F7-F63D-426E-B480-94704CFABF7C}">
      <dsp:nvSpPr>
        <dsp:cNvPr id="0" name=""/>
        <dsp:cNvSpPr/>
      </dsp:nvSpPr>
      <dsp:spPr>
        <a:xfrm>
          <a:off x="1900188" y="136931"/>
          <a:ext cx="3198055" cy="13567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90000"/>
            </a:lnSpc>
            <a:spcBef>
              <a:spcPct val="0"/>
            </a:spcBef>
            <a:spcAft>
              <a:spcPct val="35000"/>
            </a:spcAft>
            <a:buNone/>
          </a:pPr>
          <a:r>
            <a:rPr lang="en-CA" sz="2000" kern="1200"/>
            <a:t>Often necessary to find an object at a location as rapidly as possible</a:t>
          </a:r>
          <a:endParaRPr lang="en-US" sz="2000" kern="1200"/>
        </a:p>
      </dsp:txBody>
      <dsp:txXfrm>
        <a:off x="1900188" y="136931"/>
        <a:ext cx="3198055" cy="1356750"/>
      </dsp:txXfrm>
    </dsp:sp>
    <dsp:sp modelId="{E37016B9-6DC1-4F69-8D9E-35E607059D82}">
      <dsp:nvSpPr>
        <dsp:cNvPr id="0" name=""/>
        <dsp:cNvSpPr/>
      </dsp:nvSpPr>
      <dsp:spPr>
        <a:xfrm>
          <a:off x="5655480" y="136931"/>
          <a:ext cx="1356750" cy="1356750"/>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FA2CC32-AFAC-4063-B41D-F38F3186BCBC}">
      <dsp:nvSpPr>
        <dsp:cNvPr id="0" name=""/>
        <dsp:cNvSpPr/>
      </dsp:nvSpPr>
      <dsp:spPr>
        <a:xfrm>
          <a:off x="5940398" y="421848"/>
          <a:ext cx="786915" cy="78691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A8F91CE-B430-47DB-B03D-7F77ABAE7E35}">
      <dsp:nvSpPr>
        <dsp:cNvPr id="0" name=""/>
        <dsp:cNvSpPr/>
      </dsp:nvSpPr>
      <dsp:spPr>
        <a:xfrm>
          <a:off x="7302964" y="136931"/>
          <a:ext cx="3198055" cy="13567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90000"/>
            </a:lnSpc>
            <a:spcBef>
              <a:spcPct val="0"/>
            </a:spcBef>
            <a:spcAft>
              <a:spcPct val="35000"/>
            </a:spcAft>
            <a:buNone/>
          </a:pPr>
          <a:r>
            <a:rPr lang="en-CA" sz="2000" kern="1200"/>
            <a:t>Spatial indexing solves this problem by splitting space in the game into smaller and smaller spaces</a:t>
          </a:r>
          <a:endParaRPr lang="en-US" sz="2000" kern="1200"/>
        </a:p>
      </dsp:txBody>
      <dsp:txXfrm>
        <a:off x="7302964" y="136931"/>
        <a:ext cx="3198055" cy="1356750"/>
      </dsp:txXfrm>
    </dsp:sp>
    <dsp:sp modelId="{6DF9A03A-FB78-4904-A2F2-DF71DC19900B}">
      <dsp:nvSpPr>
        <dsp:cNvPr id="0" name=""/>
        <dsp:cNvSpPr/>
      </dsp:nvSpPr>
      <dsp:spPr>
        <a:xfrm>
          <a:off x="252704" y="2105551"/>
          <a:ext cx="1356750" cy="1356750"/>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5855837-D699-487A-A843-6722CF9A18B2}">
      <dsp:nvSpPr>
        <dsp:cNvPr id="0" name=""/>
        <dsp:cNvSpPr/>
      </dsp:nvSpPr>
      <dsp:spPr>
        <a:xfrm>
          <a:off x="537622" y="2390469"/>
          <a:ext cx="786915" cy="78691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2CAF93A-64E9-4E19-A5D4-1A05B3537DB7}">
      <dsp:nvSpPr>
        <dsp:cNvPr id="0" name=""/>
        <dsp:cNvSpPr/>
      </dsp:nvSpPr>
      <dsp:spPr>
        <a:xfrm>
          <a:off x="1900188" y="2105551"/>
          <a:ext cx="3198055" cy="13567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90000"/>
            </a:lnSpc>
            <a:spcBef>
              <a:spcPct val="0"/>
            </a:spcBef>
            <a:spcAft>
              <a:spcPct val="35000"/>
            </a:spcAft>
            <a:buNone/>
          </a:pPr>
          <a:r>
            <a:rPr lang="en-CA" sz="2000" kern="1200"/>
            <a:t>Each space has a list of all objects inside that space</a:t>
          </a:r>
          <a:endParaRPr lang="en-US" sz="2000" kern="1200"/>
        </a:p>
      </dsp:txBody>
      <dsp:txXfrm>
        <a:off x="1900188" y="2105551"/>
        <a:ext cx="3198055" cy="1356750"/>
      </dsp:txXfrm>
    </dsp:sp>
    <dsp:sp modelId="{7A803C9D-5AD0-4F08-93DC-64D62AFB3F0F}">
      <dsp:nvSpPr>
        <dsp:cNvPr id="0" name=""/>
        <dsp:cNvSpPr/>
      </dsp:nvSpPr>
      <dsp:spPr>
        <a:xfrm>
          <a:off x="5655480" y="2105551"/>
          <a:ext cx="1356750" cy="1356750"/>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F5AB710-D7D4-40DC-A558-9C92A249386E}">
      <dsp:nvSpPr>
        <dsp:cNvPr id="0" name=""/>
        <dsp:cNvSpPr/>
      </dsp:nvSpPr>
      <dsp:spPr>
        <a:xfrm>
          <a:off x="5940398" y="2390469"/>
          <a:ext cx="786915" cy="78691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7D7801A-275A-4536-BB3F-8F08C83BA6CF}">
      <dsp:nvSpPr>
        <dsp:cNvPr id="0" name=""/>
        <dsp:cNvSpPr/>
      </dsp:nvSpPr>
      <dsp:spPr>
        <a:xfrm>
          <a:off x="7302964" y="2105551"/>
          <a:ext cx="3198055" cy="13567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90000"/>
            </a:lnSpc>
            <a:spcBef>
              <a:spcPct val="0"/>
            </a:spcBef>
            <a:spcAft>
              <a:spcPct val="35000"/>
            </a:spcAft>
            <a:buNone/>
          </a:pPr>
          <a:r>
            <a:rPr lang="en-CA" sz="2000" kern="1200"/>
            <a:t>These spaces are structured as a tree, so that large portions of the tree can be eliminated depending on the depth</a:t>
          </a:r>
          <a:endParaRPr lang="en-US" sz="2000" kern="1200"/>
        </a:p>
      </dsp:txBody>
      <dsp:txXfrm>
        <a:off x="7302964" y="2105551"/>
        <a:ext cx="3198055" cy="135675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D84BE2-11E3-4945-B23F-2CFA143A7968}">
      <dsp:nvSpPr>
        <dsp:cNvPr id="0" name=""/>
        <dsp:cNvSpPr/>
      </dsp:nvSpPr>
      <dsp:spPr>
        <a:xfrm>
          <a:off x="252704" y="1121241"/>
          <a:ext cx="1356750" cy="1356750"/>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9472014-5F83-4FC8-9C0D-36E36E2DA140}">
      <dsp:nvSpPr>
        <dsp:cNvPr id="0" name=""/>
        <dsp:cNvSpPr/>
      </dsp:nvSpPr>
      <dsp:spPr>
        <a:xfrm>
          <a:off x="537622" y="1406159"/>
          <a:ext cx="786915" cy="78691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0EB0B13-5F25-4269-9800-77E4276DCDDE}">
      <dsp:nvSpPr>
        <dsp:cNvPr id="0" name=""/>
        <dsp:cNvSpPr/>
      </dsp:nvSpPr>
      <dsp:spPr>
        <a:xfrm>
          <a:off x="1900188" y="1121241"/>
          <a:ext cx="3198055" cy="13567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100000"/>
            </a:lnSpc>
            <a:spcBef>
              <a:spcPct val="0"/>
            </a:spcBef>
            <a:spcAft>
              <a:spcPct val="35000"/>
            </a:spcAft>
            <a:buNone/>
          </a:pPr>
          <a:r>
            <a:rPr lang="en-CA" sz="1700" kern="1200"/>
            <a:t>Separate attributes that do not vary into a referenced object that exists in one place in memory</a:t>
          </a:r>
          <a:endParaRPr lang="en-US" sz="1700" kern="1200"/>
        </a:p>
      </dsp:txBody>
      <dsp:txXfrm>
        <a:off x="1900188" y="1121241"/>
        <a:ext cx="3198055" cy="1356750"/>
      </dsp:txXfrm>
    </dsp:sp>
    <dsp:sp modelId="{9704534D-A52D-4118-8679-42E557DFE6C9}">
      <dsp:nvSpPr>
        <dsp:cNvPr id="0" name=""/>
        <dsp:cNvSpPr/>
      </dsp:nvSpPr>
      <dsp:spPr>
        <a:xfrm>
          <a:off x="5655480" y="1121241"/>
          <a:ext cx="1356750" cy="1356750"/>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4F4E0CD-EB69-44D6-B1AF-0476724BD5E5}">
      <dsp:nvSpPr>
        <dsp:cNvPr id="0" name=""/>
        <dsp:cNvSpPr/>
      </dsp:nvSpPr>
      <dsp:spPr>
        <a:xfrm>
          <a:off x="5940398" y="1406159"/>
          <a:ext cx="786915" cy="78691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F2026B3-F8E2-44C7-9046-4A2EC245543F}">
      <dsp:nvSpPr>
        <dsp:cNvPr id="0" name=""/>
        <dsp:cNvSpPr/>
      </dsp:nvSpPr>
      <dsp:spPr>
        <a:xfrm>
          <a:off x="7302964" y="1121241"/>
          <a:ext cx="3198055" cy="13567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100000"/>
            </a:lnSpc>
            <a:spcBef>
              <a:spcPct val="0"/>
            </a:spcBef>
            <a:spcAft>
              <a:spcPct val="35000"/>
            </a:spcAft>
            <a:buNone/>
          </a:pPr>
          <a:r>
            <a:rPr lang="en-CA" sz="1700" kern="1200"/>
            <a:t>Store only the instance based attributes with the flyweight instance, in that way it is smaller in memory, and less expensive to construct and destroy</a:t>
          </a:r>
          <a:endParaRPr lang="en-US" sz="1700" kern="1200"/>
        </a:p>
      </dsp:txBody>
      <dsp:txXfrm>
        <a:off x="7302964" y="1121241"/>
        <a:ext cx="3198055" cy="1356750"/>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03504" y="770467"/>
            <a:ext cx="10782300" cy="3352800"/>
          </a:xfrm>
        </p:spPr>
        <p:txBody>
          <a:bodyPr anchor="b">
            <a:noAutofit/>
          </a:bodyPr>
          <a:lstStyle>
            <a:lvl1pPr algn="l">
              <a:lnSpc>
                <a:spcPct val="80000"/>
              </a:lnSpc>
              <a:defRPr sz="8800" spc="-12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667512" y="4206876"/>
            <a:ext cx="9228201" cy="1645920"/>
          </a:xfrm>
        </p:spPr>
        <p:txBody>
          <a:bodyPr>
            <a:normAutofit/>
          </a:bodyPr>
          <a:lstStyle>
            <a:lvl1pPr marL="0" indent="0" algn="l">
              <a:buNone/>
              <a:defRPr sz="3200">
                <a:solidFill>
                  <a:schemeClr val="tx1"/>
                </a:solidFill>
                <a:latin typeface="+mj-lt"/>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44013CE2-091F-43BC-BE19-8F8F6EC3419F}" type="datetimeFigureOut">
              <a:rPr lang="en-CA" smtClean="0"/>
              <a:t>2020-03-26</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7FBBBD9D-751E-4FF1-9AD3-9C468D002BFA}" type="slidenum">
              <a:rPr lang="en-CA" smtClean="0"/>
              <a:t>‹#›</a:t>
            </a:fld>
            <a:endParaRPr lang="en-CA"/>
          </a:p>
        </p:txBody>
      </p:sp>
    </p:spTree>
    <p:extLst>
      <p:ext uri="{BB962C8B-B14F-4D97-AF65-F5344CB8AC3E}">
        <p14:creationId xmlns:p14="http://schemas.microsoft.com/office/powerpoint/2010/main" val="16210900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013CE2-091F-43BC-BE19-8F8F6EC3419F}" type="datetimeFigureOut">
              <a:rPr lang="en-CA" smtClean="0"/>
              <a:t>2020-03-26</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7FBBBD9D-751E-4FF1-9AD3-9C468D002BFA}" type="slidenum">
              <a:rPr lang="en-CA" smtClean="0"/>
              <a:t>‹#›</a:t>
            </a:fld>
            <a:endParaRPr lang="en-CA"/>
          </a:p>
        </p:txBody>
      </p:sp>
    </p:spTree>
    <p:extLst>
      <p:ext uri="{BB962C8B-B14F-4D97-AF65-F5344CB8AC3E}">
        <p14:creationId xmlns:p14="http://schemas.microsoft.com/office/powerpoint/2010/main" val="11727457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3504" y="767419"/>
            <a:ext cx="10780776" cy="3355848"/>
          </a:xfrm>
        </p:spPr>
        <p:txBody>
          <a:bodyPr anchor="b">
            <a:normAutofit/>
          </a:bodyPr>
          <a:lstStyle>
            <a:lvl1pPr>
              <a:lnSpc>
                <a:spcPct val="80000"/>
              </a:lnSpc>
              <a:defRPr sz="8800" b="0" baseline="0">
                <a:solidFill>
                  <a:schemeClr val="tx1"/>
                </a:solidFill>
              </a:defRPr>
            </a:lvl1pPr>
          </a:lstStyle>
          <a:p>
            <a:r>
              <a:rPr lang="en-US"/>
              <a:t>Click to edit Master title style</a:t>
            </a:r>
            <a:endParaRPr lang="en-US" dirty="0"/>
          </a:p>
        </p:txBody>
      </p:sp>
      <p:sp>
        <p:nvSpPr>
          <p:cNvPr id="3" name="Text Placeholder 2"/>
          <p:cNvSpPr>
            <a:spLocks noGrp="1"/>
          </p:cNvSpPr>
          <p:nvPr>
            <p:ph type="body" idx="1"/>
          </p:nvPr>
        </p:nvSpPr>
        <p:spPr>
          <a:xfrm>
            <a:off x="667512" y="4204209"/>
            <a:ext cx="9226296" cy="1645920"/>
          </a:xfrm>
        </p:spPr>
        <p:txBody>
          <a:bodyPr anchor="t">
            <a:normAutofit/>
          </a:bodyPr>
          <a:lstStyle>
            <a:lvl1pPr marL="0" indent="0">
              <a:buNone/>
              <a:defRPr sz="3200">
                <a:solidFill>
                  <a:schemeClr val="tx1"/>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013CE2-091F-43BC-BE19-8F8F6EC3419F}" type="datetimeFigureOut">
              <a:rPr lang="en-CA" smtClean="0"/>
              <a:t>2020-03-26</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7FBBBD9D-751E-4FF1-9AD3-9C468D002BFA}" type="slidenum">
              <a:rPr lang="en-CA" smtClean="0"/>
              <a:t>‹#›</a:t>
            </a:fld>
            <a:endParaRPr lang="en-CA"/>
          </a:p>
        </p:txBody>
      </p:sp>
    </p:spTree>
    <p:extLst>
      <p:ext uri="{BB962C8B-B14F-4D97-AF65-F5344CB8AC3E}">
        <p14:creationId xmlns:p14="http://schemas.microsoft.com/office/powerpoint/2010/main" val="17393993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6656"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011330"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4013CE2-091F-43BC-BE19-8F8F6EC3419F}" type="datetimeFigureOut">
              <a:rPr lang="en-CA" smtClean="0"/>
              <a:t>2020-03-26</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7FBBBD9D-751E-4FF1-9AD3-9C468D002BFA}" type="slidenum">
              <a:rPr lang="en-CA" smtClean="0"/>
              <a:t>‹#›</a:t>
            </a:fld>
            <a:endParaRPr lang="en-CA"/>
          </a:p>
        </p:txBody>
      </p:sp>
    </p:spTree>
    <p:extLst>
      <p:ext uri="{BB962C8B-B14F-4D97-AF65-F5344CB8AC3E}">
        <p14:creationId xmlns:p14="http://schemas.microsoft.com/office/powerpoint/2010/main" val="22199478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676656" y="2040467"/>
            <a:ext cx="4663440" cy="723400"/>
          </a:xfrm>
        </p:spPr>
        <p:txBody>
          <a:bodyPr anchor="ctr">
            <a:normAutofit/>
          </a:bodyPr>
          <a:lstStyle>
            <a:lvl1pPr marL="0" indent="0">
              <a:buNone/>
              <a:defRPr sz="2200" b="0" cap="all" baseline="0">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6656" y="2753084"/>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07608" y="2038435"/>
            <a:ext cx="4663440" cy="722376"/>
          </a:xfrm>
        </p:spPr>
        <p:txBody>
          <a:bodyPr anchor="ctr">
            <a:normAutofit/>
          </a:bodyPr>
          <a:lstStyle>
            <a:lvl1pPr marL="0" indent="0">
              <a:buNone/>
              <a:defRPr sz="2200" b="0" cap="all"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007608" y="2750990"/>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4013CE2-091F-43BC-BE19-8F8F6EC3419F}" type="datetimeFigureOut">
              <a:rPr lang="en-CA" smtClean="0"/>
              <a:t>2020-03-26</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7FBBBD9D-751E-4FF1-9AD3-9C468D002BFA}" type="slidenum">
              <a:rPr lang="en-CA" smtClean="0"/>
              <a:t>‹#›</a:t>
            </a:fld>
            <a:endParaRPr lang="en-CA"/>
          </a:p>
        </p:txBody>
      </p:sp>
    </p:spTree>
    <p:extLst>
      <p:ext uri="{BB962C8B-B14F-4D97-AF65-F5344CB8AC3E}">
        <p14:creationId xmlns:p14="http://schemas.microsoft.com/office/powerpoint/2010/main" val="36723170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4013CE2-091F-43BC-BE19-8F8F6EC3419F}" type="datetimeFigureOut">
              <a:rPr lang="en-CA" smtClean="0"/>
              <a:t>2020-03-26</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7FBBBD9D-751E-4FF1-9AD3-9C468D002BFA}" type="slidenum">
              <a:rPr lang="en-CA" smtClean="0"/>
              <a:t>‹#›</a:t>
            </a:fld>
            <a:endParaRPr lang="en-CA"/>
          </a:p>
        </p:txBody>
      </p:sp>
    </p:spTree>
    <p:extLst>
      <p:ext uri="{BB962C8B-B14F-4D97-AF65-F5344CB8AC3E}">
        <p14:creationId xmlns:p14="http://schemas.microsoft.com/office/powerpoint/2010/main" val="38379052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013CE2-091F-43BC-BE19-8F8F6EC3419F}" type="datetimeFigureOut">
              <a:rPr lang="en-CA" smtClean="0"/>
              <a:t>2020-03-26</a:t>
            </a:fld>
            <a:endParaRPr lang="en-CA"/>
          </a:p>
        </p:txBody>
      </p:sp>
      <p:sp>
        <p:nvSpPr>
          <p:cNvPr id="3" name="Footer Placeholder 2"/>
          <p:cNvSpPr>
            <a:spLocks noGrp="1"/>
          </p:cNvSpPr>
          <p:nvPr>
            <p:ph type="ftr" sz="quarter" idx="11"/>
          </p:nvPr>
        </p:nvSpPr>
        <p:spPr/>
        <p:txBody>
          <a:bodyPr/>
          <a:lstStyle/>
          <a:p>
            <a:endParaRPr lang="en-CA"/>
          </a:p>
        </p:txBody>
      </p:sp>
      <p:sp>
        <p:nvSpPr>
          <p:cNvPr id="4" name="Slide Number Placeholder 3"/>
          <p:cNvSpPr>
            <a:spLocks noGrp="1"/>
          </p:cNvSpPr>
          <p:nvPr>
            <p:ph type="sldNum" sz="quarter" idx="12"/>
          </p:nvPr>
        </p:nvSpPr>
        <p:spPr/>
        <p:txBody>
          <a:bodyPr/>
          <a:lstStyle/>
          <a:p>
            <a:fld id="{7FBBBD9D-751E-4FF1-9AD3-9C468D002BFA}" type="slidenum">
              <a:rPr lang="en-CA" smtClean="0"/>
              <a:t>‹#›</a:t>
            </a:fld>
            <a:endParaRPr lang="en-CA"/>
          </a:p>
        </p:txBody>
      </p:sp>
    </p:spTree>
    <p:extLst>
      <p:ext uri="{BB962C8B-B14F-4D97-AF65-F5344CB8AC3E}">
        <p14:creationId xmlns:p14="http://schemas.microsoft.com/office/powerpoint/2010/main" val="28665433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Rectangle 1"/>
          <p:cNvSpPr/>
          <p:nvPr/>
        </p:nvSpPr>
        <p:spPr>
          <a:xfrm>
            <a:off x="7620000" y="0"/>
            <a:ext cx="457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9" name="Title 8"/>
          <p:cNvSpPr>
            <a:spLocks noGrp="1"/>
          </p:cNvSpPr>
          <p:nvPr>
            <p:ph type="title"/>
          </p:nvPr>
        </p:nvSpPr>
        <p:spPr>
          <a:xfrm>
            <a:off x="8261404" y="542282"/>
            <a:ext cx="3383280" cy="1920240"/>
          </a:xfrm>
        </p:spPr>
        <p:txBody>
          <a:bodyPr anchor="b">
            <a:noAutofit/>
          </a:bodyPr>
          <a:lstStyle>
            <a:lvl1pPr>
              <a:lnSpc>
                <a:spcPct val="85000"/>
              </a:lnSpc>
              <a:defRPr sz="400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762000" y="762000"/>
            <a:ext cx="6096000" cy="45720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275982" y="2511813"/>
            <a:ext cx="3398520" cy="3126987"/>
          </a:xfrm>
        </p:spPr>
        <p:txBody>
          <a:bodyPr>
            <a:normAutofit/>
          </a:bodyPr>
          <a:lstStyle>
            <a:lvl1pPr marL="0" marR="0" indent="0" algn="l" defTabSz="914400" rtl="0" eaLnBrk="1" fontAlgn="auto" latinLnBrk="0" hangingPunct="1">
              <a:lnSpc>
                <a:spcPct val="100000"/>
              </a:lnSpc>
              <a:spcBef>
                <a:spcPts val="1200"/>
              </a:spcBef>
              <a:spcAft>
                <a:spcPts val="0"/>
              </a:spcAft>
              <a:buClrTx/>
              <a:buSzTx/>
              <a:buFontTx/>
              <a:buNone/>
              <a:tabLst/>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1400"/>
              </a:spcBef>
              <a:spcAft>
                <a:spcPts val="0"/>
              </a:spcAft>
              <a:buClrTx/>
              <a:buSzTx/>
              <a:buFontTx/>
              <a:buNone/>
              <a:tabLst/>
              <a:defRPr/>
            </a:pPr>
            <a:r>
              <a:rPr lang="en-US"/>
              <a:t>Click to edit Master text styles</a:t>
            </a:r>
          </a:p>
        </p:txBody>
      </p:sp>
      <p:sp>
        <p:nvSpPr>
          <p:cNvPr id="5" name="Date Placeholder 4"/>
          <p:cNvSpPr>
            <a:spLocks noGrp="1"/>
          </p:cNvSpPr>
          <p:nvPr>
            <p:ph type="dt" sz="half" idx="10"/>
          </p:nvPr>
        </p:nvSpPr>
        <p:spPr/>
        <p:txBody>
          <a:bodyPr/>
          <a:lstStyle/>
          <a:p>
            <a:fld id="{44013CE2-091F-43BC-BE19-8F8F6EC3419F}" type="datetimeFigureOut">
              <a:rPr lang="en-CA" smtClean="0"/>
              <a:t>2020-03-26</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lvl1pPr>
              <a:defRPr>
                <a:solidFill>
                  <a:srgbClr val="FFFFFF">
                    <a:alpha val="20000"/>
                  </a:srgbClr>
                </a:solidFill>
              </a:defRPr>
            </a:lvl1pPr>
          </a:lstStyle>
          <a:p>
            <a:fld id="{7FBBBD9D-751E-4FF1-9AD3-9C468D002BFA}" type="slidenum">
              <a:rPr lang="en-CA" smtClean="0"/>
              <a:t>‹#›</a:t>
            </a:fld>
            <a:endParaRPr lang="en-CA"/>
          </a:p>
        </p:txBody>
      </p:sp>
    </p:spTree>
    <p:extLst>
      <p:ext uri="{BB962C8B-B14F-4D97-AF65-F5344CB8AC3E}">
        <p14:creationId xmlns:p14="http://schemas.microsoft.com/office/powerpoint/2010/main" val="7293783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49224" y="5418667"/>
            <a:ext cx="10780776" cy="613283"/>
          </a:xfrm>
        </p:spPr>
        <p:txBody>
          <a:bodyPr anchor="b">
            <a:normAutofit/>
          </a:bodyPr>
          <a:lstStyle>
            <a:lvl1pPr>
              <a:defRPr sz="3200" b="0">
                <a:solidFill>
                  <a:schemeClr val="tx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2192000" cy="5330952"/>
          </a:xfrm>
          <a:solidFill>
            <a:schemeClr val="accent1">
              <a:lumMod val="20000"/>
              <a:lumOff val="80000"/>
            </a:schemeClr>
          </a:solidFill>
        </p:spPr>
        <p:txBody>
          <a:bodyPr anchor="t"/>
          <a:lstStyle>
            <a:lvl1pPr marL="0" indent="0" algn="ctr">
              <a:spcBef>
                <a:spcPts val="800"/>
              </a:spcBef>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76656" y="5909735"/>
            <a:ext cx="9229344" cy="533400"/>
          </a:xfrm>
        </p:spPr>
        <p:txBody>
          <a:bodyPr>
            <a:normAutofit/>
          </a:bodyPr>
          <a:lstStyle>
            <a:lvl1pPr marL="0" indent="0">
              <a:lnSpc>
                <a:spcPct val="90000"/>
              </a:lnSpc>
              <a:buNone/>
              <a:defRPr sz="1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Date Placeholder 8"/>
          <p:cNvSpPr>
            <a:spLocks noGrp="1"/>
          </p:cNvSpPr>
          <p:nvPr>
            <p:ph type="dt" sz="half" idx="10"/>
          </p:nvPr>
        </p:nvSpPr>
        <p:spPr/>
        <p:txBody>
          <a:bodyPr/>
          <a:lstStyle/>
          <a:p>
            <a:fld id="{44013CE2-091F-43BC-BE19-8F8F6EC3419F}" type="datetimeFigureOut">
              <a:rPr lang="en-CA" smtClean="0"/>
              <a:t>2020-03-26</a:t>
            </a:fld>
            <a:endParaRPr lang="en-CA"/>
          </a:p>
        </p:txBody>
      </p:sp>
      <p:sp>
        <p:nvSpPr>
          <p:cNvPr id="10" name="Footer Placeholder 9"/>
          <p:cNvSpPr>
            <a:spLocks noGrp="1"/>
          </p:cNvSpPr>
          <p:nvPr>
            <p:ph type="ftr" sz="quarter" idx="11"/>
          </p:nvPr>
        </p:nvSpPr>
        <p:spPr/>
        <p:txBody>
          <a:bodyPr/>
          <a:lstStyle/>
          <a:p>
            <a:endParaRPr lang="en-CA"/>
          </a:p>
        </p:txBody>
      </p:sp>
      <p:sp>
        <p:nvSpPr>
          <p:cNvPr id="11" name="Slide Number Placeholder 10"/>
          <p:cNvSpPr>
            <a:spLocks noGrp="1"/>
          </p:cNvSpPr>
          <p:nvPr>
            <p:ph type="sldNum" sz="quarter" idx="12"/>
          </p:nvPr>
        </p:nvSpPr>
        <p:spPr/>
        <p:txBody>
          <a:bodyPr/>
          <a:lstStyle/>
          <a:p>
            <a:fld id="{7FBBBD9D-751E-4FF1-9AD3-9C468D002BFA}" type="slidenum">
              <a:rPr lang="en-CA" smtClean="0"/>
              <a:t>‹#›</a:t>
            </a:fld>
            <a:endParaRPr lang="en-CA"/>
          </a:p>
        </p:txBody>
      </p:sp>
    </p:spTree>
    <p:extLst>
      <p:ext uri="{BB962C8B-B14F-4D97-AF65-F5344CB8AC3E}">
        <p14:creationId xmlns:p14="http://schemas.microsoft.com/office/powerpoint/2010/main" val="6109754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013CE2-091F-43BC-BE19-8F8F6EC3419F}" type="datetimeFigureOut">
              <a:rPr lang="en-CA" smtClean="0"/>
              <a:t>2020-03-26</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7FBBBD9D-751E-4FF1-9AD3-9C468D002BFA}" type="slidenum">
              <a:rPr lang="en-CA" smtClean="0"/>
              <a:t>‹#›</a:t>
            </a:fld>
            <a:endParaRPr lang="en-CA"/>
          </a:p>
        </p:txBody>
      </p:sp>
    </p:spTree>
    <p:extLst>
      <p:ext uri="{BB962C8B-B14F-4D97-AF65-F5344CB8AC3E}">
        <p14:creationId xmlns:p14="http://schemas.microsoft.com/office/powerpoint/2010/main" val="3326570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43950" y="695325"/>
            <a:ext cx="2628900" cy="48006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1525" y="714375"/>
            <a:ext cx="7734300" cy="54006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013CE2-091F-43BC-BE19-8F8F6EC3419F}" type="datetimeFigureOut">
              <a:rPr lang="en-CA" smtClean="0"/>
              <a:t>2020-03-26</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7FBBBD9D-751E-4FF1-9AD3-9C468D002BFA}" type="slidenum">
              <a:rPr lang="en-CA" smtClean="0"/>
              <a:t>‹#›</a:t>
            </a:fld>
            <a:endParaRPr lang="en-CA"/>
          </a:p>
        </p:txBody>
      </p:sp>
    </p:spTree>
    <p:extLst>
      <p:ext uri="{BB962C8B-B14F-4D97-AF65-F5344CB8AC3E}">
        <p14:creationId xmlns:p14="http://schemas.microsoft.com/office/powerpoint/2010/main" val="19668919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57224" y="499533"/>
            <a:ext cx="10772775" cy="165819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76656" y="2011680"/>
            <a:ext cx="10753725" cy="376618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85800" y="6412447"/>
            <a:ext cx="4114800" cy="228600"/>
          </a:xfrm>
          <a:prstGeom prst="rect">
            <a:avLst/>
          </a:prstGeom>
        </p:spPr>
        <p:txBody>
          <a:bodyPr vert="horz" lIns="91440" tIns="45720" rIns="91440" bIns="45720" rtlCol="0" anchor="ctr"/>
          <a:lstStyle>
            <a:lvl1pPr algn="l">
              <a:defRPr sz="950">
                <a:solidFill>
                  <a:schemeClr val="tx1">
                    <a:alpha val="80000"/>
                  </a:schemeClr>
                </a:solidFill>
              </a:defRPr>
            </a:lvl1pPr>
          </a:lstStyle>
          <a:p>
            <a:fld id="{44013CE2-091F-43BC-BE19-8F8F6EC3419F}" type="datetimeFigureOut">
              <a:rPr lang="en-CA" smtClean="0"/>
              <a:t>2020-03-26</a:t>
            </a:fld>
            <a:endParaRPr lang="en-CA"/>
          </a:p>
        </p:txBody>
      </p:sp>
      <p:sp>
        <p:nvSpPr>
          <p:cNvPr id="5" name="Footer Placeholder 4"/>
          <p:cNvSpPr>
            <a:spLocks noGrp="1"/>
          </p:cNvSpPr>
          <p:nvPr>
            <p:ph type="ftr" sz="quarter" idx="3"/>
          </p:nvPr>
        </p:nvSpPr>
        <p:spPr>
          <a:xfrm>
            <a:off x="685800" y="6554697"/>
            <a:ext cx="5029200" cy="228600"/>
          </a:xfrm>
          <a:prstGeom prst="rect">
            <a:avLst/>
          </a:prstGeom>
        </p:spPr>
        <p:txBody>
          <a:bodyPr vert="horz" lIns="91440" tIns="45720" rIns="91440" bIns="45720" rtlCol="0" anchor="ctr"/>
          <a:lstStyle>
            <a:lvl1pPr algn="l">
              <a:defRPr sz="950" cap="all" baseline="0">
                <a:solidFill>
                  <a:schemeClr val="tx1">
                    <a:alpha val="80000"/>
                  </a:schemeClr>
                </a:solidFill>
              </a:defRPr>
            </a:lvl1pPr>
          </a:lstStyle>
          <a:p>
            <a:endParaRPr lang="en-CA"/>
          </a:p>
        </p:txBody>
      </p:sp>
      <p:sp>
        <p:nvSpPr>
          <p:cNvPr id="6" name="Slide Number Placeholder 5"/>
          <p:cNvSpPr>
            <a:spLocks noGrp="1"/>
          </p:cNvSpPr>
          <p:nvPr>
            <p:ph type="sldNum" sz="quarter" idx="4"/>
          </p:nvPr>
        </p:nvSpPr>
        <p:spPr>
          <a:xfrm>
            <a:off x="8763926" y="5876412"/>
            <a:ext cx="2926080" cy="1397039"/>
          </a:xfrm>
          <a:prstGeom prst="rect">
            <a:avLst/>
          </a:prstGeom>
        </p:spPr>
        <p:txBody>
          <a:bodyPr vert="horz" lIns="91440" tIns="45720" rIns="91440" bIns="45720" rtlCol="0" anchor="b"/>
          <a:lstStyle>
            <a:lvl1pPr algn="r">
              <a:defRPr sz="10300" b="0">
                <a:ln>
                  <a:noFill/>
                </a:ln>
                <a:solidFill>
                  <a:schemeClr val="tx1">
                    <a:alpha val="20000"/>
                  </a:schemeClr>
                </a:solidFill>
                <a:latin typeface="+mj-lt"/>
              </a:defRPr>
            </a:lvl1pPr>
          </a:lstStyle>
          <a:p>
            <a:fld id="{7FBBBD9D-751E-4FF1-9AD3-9C468D002BFA}" type="slidenum">
              <a:rPr lang="en-CA" smtClean="0"/>
              <a:t>‹#›</a:t>
            </a:fld>
            <a:endParaRPr lang="en-CA"/>
          </a:p>
        </p:txBody>
      </p:sp>
    </p:spTree>
    <p:extLst>
      <p:ext uri="{BB962C8B-B14F-4D97-AF65-F5344CB8AC3E}">
        <p14:creationId xmlns:p14="http://schemas.microsoft.com/office/powerpoint/2010/main" val="1943312364"/>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85000"/>
        </a:lnSpc>
        <a:spcBef>
          <a:spcPct val="0"/>
        </a:spcBef>
        <a:buNone/>
        <a:defRPr sz="5400" kern="1200" spc="-12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85000"/>
        </a:lnSpc>
        <a:spcBef>
          <a:spcPts val="1300"/>
        </a:spcBef>
        <a:buFont typeface="Arial" pitchFamily="34" charset="0"/>
        <a:buChar char=" "/>
        <a:defRPr sz="2400" kern="1200">
          <a:solidFill>
            <a:schemeClr val="accent1"/>
          </a:solidFill>
          <a:latin typeface="+mn-lt"/>
          <a:ea typeface="+mn-ea"/>
          <a:cs typeface="+mn-cs"/>
        </a:defRPr>
      </a:lvl1pPr>
      <a:lvl2pPr marL="347472" indent="-342900" algn="l" defTabSz="914400" rtl="0" eaLnBrk="1" latinLnBrk="0" hangingPunct="1">
        <a:lnSpc>
          <a:spcPct val="85000"/>
        </a:lnSpc>
        <a:spcBef>
          <a:spcPts val="600"/>
        </a:spcBef>
        <a:buFont typeface="Arial" pitchFamily="34" charset="0"/>
        <a:buChar char=" "/>
        <a:defRPr sz="2400" kern="1200">
          <a:solidFill>
            <a:schemeClr val="tx1">
              <a:lumMod val="75000"/>
              <a:lumOff val="2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65000"/>
              <a:lumOff val="3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65000"/>
              <a:lumOff val="3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65000"/>
              <a:lumOff val="3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65000"/>
              <a:lumOff val="3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65000"/>
              <a:lumOff val="3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65000"/>
              <a:lumOff val="3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hade val="95000"/>
            <a:satMod val="170000"/>
          </a:schemeClr>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0364C-740F-4A4B-AA8B-7FD7069B7A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1A26BF-B7AA-4352-8CE7-E12B8D8AF32D}"/>
              </a:ext>
            </a:extLst>
          </p:cNvPr>
          <p:cNvSpPr>
            <a:spLocks noGrp="1"/>
          </p:cNvSpPr>
          <p:nvPr>
            <p:ph type="ctrTitle"/>
          </p:nvPr>
        </p:nvSpPr>
        <p:spPr>
          <a:xfrm>
            <a:off x="603504" y="770467"/>
            <a:ext cx="10782300" cy="3352800"/>
          </a:xfrm>
        </p:spPr>
        <p:txBody>
          <a:bodyPr>
            <a:normAutofit/>
          </a:bodyPr>
          <a:lstStyle/>
          <a:p>
            <a:r>
              <a:rPr lang="en-CA"/>
              <a:t>Classes &amp; Design Patterns</a:t>
            </a:r>
            <a:endParaRPr lang="en-CA" dirty="0"/>
          </a:p>
        </p:txBody>
      </p:sp>
      <p:sp>
        <p:nvSpPr>
          <p:cNvPr id="3" name="Subtitle 2">
            <a:extLst>
              <a:ext uri="{FF2B5EF4-FFF2-40B4-BE49-F238E27FC236}">
                <a16:creationId xmlns:a16="http://schemas.microsoft.com/office/drawing/2014/main" id="{A03C599F-97C1-446D-AA59-C45B757FA768}"/>
              </a:ext>
            </a:extLst>
          </p:cNvPr>
          <p:cNvSpPr>
            <a:spLocks noGrp="1"/>
          </p:cNvSpPr>
          <p:nvPr>
            <p:ph type="subTitle" idx="1"/>
          </p:nvPr>
        </p:nvSpPr>
        <p:spPr>
          <a:xfrm>
            <a:off x="667512" y="4206876"/>
            <a:ext cx="9228201" cy="1645920"/>
          </a:xfrm>
        </p:spPr>
        <p:txBody>
          <a:bodyPr>
            <a:normAutofit/>
          </a:bodyPr>
          <a:lstStyle/>
          <a:p>
            <a:r>
              <a:rPr lang="en-CA"/>
              <a:t>Game 253</a:t>
            </a:r>
            <a:endParaRPr lang="en-CA" dirty="0"/>
          </a:p>
        </p:txBody>
      </p:sp>
    </p:spTree>
    <p:extLst>
      <p:ext uri="{BB962C8B-B14F-4D97-AF65-F5344CB8AC3E}">
        <p14:creationId xmlns:p14="http://schemas.microsoft.com/office/powerpoint/2010/main" val="5897020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275378-D7A4-41A8-BCA2-3029B67E343F}"/>
              </a:ext>
            </a:extLst>
          </p:cNvPr>
          <p:cNvSpPr>
            <a:spLocks noGrp="1"/>
          </p:cNvSpPr>
          <p:nvPr>
            <p:ph type="title"/>
          </p:nvPr>
        </p:nvSpPr>
        <p:spPr/>
        <p:txBody>
          <a:bodyPr/>
          <a:lstStyle/>
          <a:p>
            <a:r>
              <a:rPr lang="en-CA" dirty="0"/>
              <a:t>Introduction</a:t>
            </a:r>
          </a:p>
        </p:txBody>
      </p:sp>
      <p:sp>
        <p:nvSpPr>
          <p:cNvPr id="3" name="Content Placeholder 2">
            <a:extLst>
              <a:ext uri="{FF2B5EF4-FFF2-40B4-BE49-F238E27FC236}">
                <a16:creationId xmlns:a16="http://schemas.microsoft.com/office/drawing/2014/main" id="{519BABAB-F3C3-4B9B-8116-93861FB28DE2}"/>
              </a:ext>
            </a:extLst>
          </p:cNvPr>
          <p:cNvSpPr>
            <a:spLocks noGrp="1"/>
          </p:cNvSpPr>
          <p:nvPr>
            <p:ph idx="1"/>
          </p:nvPr>
        </p:nvSpPr>
        <p:spPr/>
        <p:txBody>
          <a:bodyPr numCol="3">
            <a:normAutofit/>
          </a:bodyPr>
          <a:lstStyle/>
          <a:p>
            <a:r>
              <a:rPr lang="en-CA" dirty="0"/>
              <a:t>Observer</a:t>
            </a:r>
          </a:p>
          <a:p>
            <a:r>
              <a:rPr lang="en-CA" dirty="0"/>
              <a:t>Factory Method</a:t>
            </a:r>
          </a:p>
          <a:p>
            <a:r>
              <a:rPr lang="en-CA" dirty="0"/>
              <a:t>Composite</a:t>
            </a:r>
          </a:p>
          <a:p>
            <a:r>
              <a:rPr lang="en-CA" dirty="0"/>
              <a:t>Model-View-Controller</a:t>
            </a:r>
          </a:p>
          <a:p>
            <a:r>
              <a:rPr lang="en-CA" dirty="0"/>
              <a:t>Spatial Index</a:t>
            </a:r>
          </a:p>
          <a:p>
            <a:r>
              <a:rPr lang="en-CA" dirty="0"/>
              <a:t>Flyweight</a:t>
            </a:r>
          </a:p>
          <a:p>
            <a:r>
              <a:rPr lang="en-CA" dirty="0"/>
              <a:t>Builder</a:t>
            </a:r>
          </a:p>
          <a:p>
            <a:r>
              <a:rPr lang="en-CA" dirty="0"/>
              <a:t>Prototype</a:t>
            </a:r>
          </a:p>
        </p:txBody>
      </p:sp>
    </p:spTree>
    <p:extLst>
      <p:ext uri="{BB962C8B-B14F-4D97-AF65-F5344CB8AC3E}">
        <p14:creationId xmlns:p14="http://schemas.microsoft.com/office/powerpoint/2010/main" val="12715555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hade val="95000"/>
            <a:satMod val="170000"/>
          </a:schemeClr>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D976C13-68E6-4E25-B13E-FC3A2D3F66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useBgFill="1">
        <p:nvSpPr>
          <p:cNvPr id="10" name="Rectangle 9">
            <a:extLst>
              <a:ext uri="{FF2B5EF4-FFF2-40B4-BE49-F238E27FC236}">
                <a16:creationId xmlns:a16="http://schemas.microsoft.com/office/drawing/2014/main" id="{9070364C-740F-4A4B-AA8B-7FD7069B7A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839E16F-5C4D-4C7B-B6B3-6E62D259532C}"/>
              </a:ext>
            </a:extLst>
          </p:cNvPr>
          <p:cNvSpPr>
            <a:spLocks noGrp="1"/>
          </p:cNvSpPr>
          <p:nvPr>
            <p:ph type="title"/>
          </p:nvPr>
        </p:nvSpPr>
        <p:spPr>
          <a:xfrm>
            <a:off x="603504" y="770467"/>
            <a:ext cx="10782300" cy="3352800"/>
          </a:xfrm>
        </p:spPr>
        <p:txBody>
          <a:bodyPr vert="horz" lIns="91440" tIns="45720" rIns="91440" bIns="45720" rtlCol="0" anchor="b">
            <a:normAutofit/>
          </a:bodyPr>
          <a:lstStyle/>
          <a:p>
            <a:r>
              <a:rPr lang="en-US"/>
              <a:t>Observer</a:t>
            </a:r>
          </a:p>
        </p:txBody>
      </p:sp>
      <p:sp>
        <p:nvSpPr>
          <p:cNvPr id="3" name="Content Placeholder 2">
            <a:extLst>
              <a:ext uri="{FF2B5EF4-FFF2-40B4-BE49-F238E27FC236}">
                <a16:creationId xmlns:a16="http://schemas.microsoft.com/office/drawing/2014/main" id="{FEAFF47A-7F01-4ECD-82D0-58D8F65F117D}"/>
              </a:ext>
            </a:extLst>
          </p:cNvPr>
          <p:cNvSpPr>
            <a:spLocks noGrp="1"/>
          </p:cNvSpPr>
          <p:nvPr>
            <p:ph type="body" idx="1"/>
          </p:nvPr>
        </p:nvSpPr>
        <p:spPr>
          <a:xfrm>
            <a:off x="667512" y="4206876"/>
            <a:ext cx="9228201" cy="1645920"/>
          </a:xfrm>
        </p:spPr>
        <p:txBody>
          <a:bodyPr vert="horz" lIns="91440" tIns="45720" rIns="91440" bIns="45720" rtlCol="0">
            <a:normAutofit/>
          </a:bodyPr>
          <a:lstStyle/>
          <a:p>
            <a:r>
              <a:rPr lang="en-US"/>
              <a:t>Objects know when the state of another object changes</a:t>
            </a:r>
          </a:p>
        </p:txBody>
      </p:sp>
    </p:spTree>
    <p:extLst>
      <p:ext uri="{BB962C8B-B14F-4D97-AF65-F5344CB8AC3E}">
        <p14:creationId xmlns:p14="http://schemas.microsoft.com/office/powerpoint/2010/main" val="39048074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2FAB9-5BE3-4A95-9918-4F0609C616A7}"/>
              </a:ext>
            </a:extLst>
          </p:cNvPr>
          <p:cNvSpPr>
            <a:spLocks noGrp="1"/>
          </p:cNvSpPr>
          <p:nvPr>
            <p:ph type="title"/>
          </p:nvPr>
        </p:nvSpPr>
        <p:spPr/>
        <p:txBody>
          <a:bodyPr/>
          <a:lstStyle/>
          <a:p>
            <a:r>
              <a:rPr lang="en-CA" dirty="0"/>
              <a:t>Observer</a:t>
            </a:r>
          </a:p>
        </p:txBody>
      </p:sp>
      <p:sp>
        <p:nvSpPr>
          <p:cNvPr id="3" name="Content Placeholder 2">
            <a:extLst>
              <a:ext uri="{FF2B5EF4-FFF2-40B4-BE49-F238E27FC236}">
                <a16:creationId xmlns:a16="http://schemas.microsoft.com/office/drawing/2014/main" id="{EBF6A1FB-8BC1-460A-9663-8F0E47E4A74B}"/>
              </a:ext>
            </a:extLst>
          </p:cNvPr>
          <p:cNvSpPr>
            <a:spLocks noGrp="1"/>
          </p:cNvSpPr>
          <p:nvPr>
            <p:ph idx="1"/>
          </p:nvPr>
        </p:nvSpPr>
        <p:spPr/>
        <p:txBody>
          <a:bodyPr/>
          <a:lstStyle/>
          <a:p>
            <a:r>
              <a:rPr lang="en-CA" dirty="0"/>
              <a:t>Observed</a:t>
            </a:r>
          </a:p>
          <a:p>
            <a:pPr lvl="1"/>
            <a:r>
              <a:rPr lang="en-CA" dirty="0"/>
              <a:t>- Maintain a list of all observers, allow them to be added and removed</a:t>
            </a:r>
          </a:p>
          <a:p>
            <a:pPr lvl="1"/>
            <a:r>
              <a:rPr lang="en-CA" dirty="0"/>
              <a:t>- Notify the observers every time the state changes</a:t>
            </a:r>
          </a:p>
          <a:p>
            <a:r>
              <a:rPr lang="en-CA" dirty="0"/>
              <a:t>Observer</a:t>
            </a:r>
          </a:p>
          <a:p>
            <a:pPr lvl="1"/>
            <a:r>
              <a:rPr lang="en-CA" dirty="0"/>
              <a:t>- Implements a callback method that gets called whenever the observed object’s state changes</a:t>
            </a:r>
          </a:p>
        </p:txBody>
      </p:sp>
    </p:spTree>
    <p:extLst>
      <p:ext uri="{BB962C8B-B14F-4D97-AF65-F5344CB8AC3E}">
        <p14:creationId xmlns:p14="http://schemas.microsoft.com/office/powerpoint/2010/main" val="39974799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0FAF4-4A02-453D-BBDF-B36FAEF131DC}"/>
              </a:ext>
            </a:extLst>
          </p:cNvPr>
          <p:cNvSpPr>
            <a:spLocks noGrp="1"/>
          </p:cNvSpPr>
          <p:nvPr>
            <p:ph type="title"/>
          </p:nvPr>
        </p:nvSpPr>
        <p:spPr>
          <a:xfrm>
            <a:off x="7836310" y="499533"/>
            <a:ext cx="3706761" cy="1658198"/>
          </a:xfrm>
        </p:spPr>
        <p:txBody>
          <a:bodyPr>
            <a:normAutofit/>
          </a:bodyPr>
          <a:lstStyle/>
          <a:p>
            <a:r>
              <a:rPr lang="en-CA" sz="4400"/>
              <a:t>Observer</a:t>
            </a:r>
          </a:p>
        </p:txBody>
      </p:sp>
      <p:pic>
        <p:nvPicPr>
          <p:cNvPr id="8" name="Content Placeholder 7">
            <a:extLst>
              <a:ext uri="{FF2B5EF4-FFF2-40B4-BE49-F238E27FC236}">
                <a16:creationId xmlns:a16="http://schemas.microsoft.com/office/drawing/2014/main" id="{86C56E73-3107-4835-8708-79AE7DA1D9E1}"/>
              </a:ext>
            </a:extLst>
          </p:cNvPr>
          <p:cNvPicPr>
            <a:picLocks noChangeAspect="1"/>
          </p:cNvPicPr>
          <p:nvPr/>
        </p:nvPicPr>
        <p:blipFill>
          <a:blip r:embed="rId2"/>
          <a:stretch>
            <a:fillRect/>
          </a:stretch>
        </p:blipFill>
        <p:spPr>
          <a:xfrm>
            <a:off x="633999" y="1922083"/>
            <a:ext cx="6912217" cy="3024095"/>
          </a:xfrm>
          <a:prstGeom prst="rect">
            <a:avLst/>
          </a:prstGeom>
        </p:spPr>
      </p:pic>
      <p:sp>
        <p:nvSpPr>
          <p:cNvPr id="12" name="Content Placeholder 11">
            <a:extLst>
              <a:ext uri="{FF2B5EF4-FFF2-40B4-BE49-F238E27FC236}">
                <a16:creationId xmlns:a16="http://schemas.microsoft.com/office/drawing/2014/main" id="{B14CEF64-BA31-406D-BA00-0CD6CD8DEAF8}"/>
              </a:ext>
            </a:extLst>
          </p:cNvPr>
          <p:cNvSpPr>
            <a:spLocks noGrp="1"/>
          </p:cNvSpPr>
          <p:nvPr>
            <p:ph idx="1"/>
          </p:nvPr>
        </p:nvSpPr>
        <p:spPr>
          <a:xfrm>
            <a:off x="7836310" y="2011680"/>
            <a:ext cx="3706761" cy="3864732"/>
          </a:xfrm>
        </p:spPr>
        <p:txBody>
          <a:bodyPr>
            <a:normAutofit/>
          </a:bodyPr>
          <a:lstStyle/>
          <a:p>
            <a:r>
              <a:rPr lang="en-US" sz="2000" dirty="0"/>
              <a:t>A simple implementation of the observer pattern.</a:t>
            </a:r>
          </a:p>
        </p:txBody>
      </p:sp>
    </p:spTree>
    <p:extLst>
      <p:ext uri="{BB962C8B-B14F-4D97-AF65-F5344CB8AC3E}">
        <p14:creationId xmlns:p14="http://schemas.microsoft.com/office/powerpoint/2010/main" val="34489594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hade val="95000"/>
            <a:satMod val="170000"/>
          </a:schemeClr>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D976C13-68E6-4E25-B13E-FC3A2D3F66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useBgFill="1">
        <p:nvSpPr>
          <p:cNvPr id="10" name="Rectangle 9">
            <a:extLst>
              <a:ext uri="{FF2B5EF4-FFF2-40B4-BE49-F238E27FC236}">
                <a16:creationId xmlns:a16="http://schemas.microsoft.com/office/drawing/2014/main" id="{9070364C-740F-4A4B-AA8B-7FD7069B7A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9CF8D0B-DCA0-4231-B876-8C934E8ADC05}"/>
              </a:ext>
            </a:extLst>
          </p:cNvPr>
          <p:cNvSpPr>
            <a:spLocks noGrp="1"/>
          </p:cNvSpPr>
          <p:nvPr>
            <p:ph type="title"/>
          </p:nvPr>
        </p:nvSpPr>
        <p:spPr>
          <a:xfrm>
            <a:off x="603504" y="770467"/>
            <a:ext cx="10782300" cy="3352800"/>
          </a:xfrm>
        </p:spPr>
        <p:txBody>
          <a:bodyPr vert="horz" lIns="91440" tIns="45720" rIns="91440" bIns="45720" rtlCol="0" anchor="b">
            <a:normAutofit/>
          </a:bodyPr>
          <a:lstStyle/>
          <a:p>
            <a:r>
              <a:rPr lang="en-US"/>
              <a:t>Factory Method</a:t>
            </a:r>
          </a:p>
        </p:txBody>
      </p:sp>
      <p:sp>
        <p:nvSpPr>
          <p:cNvPr id="3" name="Content Placeholder 2">
            <a:extLst>
              <a:ext uri="{FF2B5EF4-FFF2-40B4-BE49-F238E27FC236}">
                <a16:creationId xmlns:a16="http://schemas.microsoft.com/office/drawing/2014/main" id="{AF81DF76-E8FF-4A48-8254-919AE2844CCC}"/>
              </a:ext>
            </a:extLst>
          </p:cNvPr>
          <p:cNvSpPr>
            <a:spLocks noGrp="1"/>
          </p:cNvSpPr>
          <p:nvPr>
            <p:ph type="body" idx="1"/>
          </p:nvPr>
        </p:nvSpPr>
        <p:spPr>
          <a:xfrm>
            <a:off x="667512" y="4206876"/>
            <a:ext cx="9228201" cy="1645920"/>
          </a:xfrm>
        </p:spPr>
        <p:txBody>
          <a:bodyPr vert="horz" lIns="91440" tIns="45720" rIns="91440" bIns="45720" rtlCol="0">
            <a:normAutofit/>
          </a:bodyPr>
          <a:lstStyle/>
          <a:p>
            <a:r>
              <a:rPr lang="en-US"/>
              <a:t>Provides a method to create instances of a class while delegating the decision as to what subclass to instantiate to another class</a:t>
            </a:r>
          </a:p>
        </p:txBody>
      </p:sp>
    </p:spTree>
    <p:extLst>
      <p:ext uri="{BB962C8B-B14F-4D97-AF65-F5344CB8AC3E}">
        <p14:creationId xmlns:p14="http://schemas.microsoft.com/office/powerpoint/2010/main" val="13368766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72C4916-4EAE-43A5-9FBB-2E6B0E5C478F}"/>
              </a:ext>
            </a:extLst>
          </p:cNvPr>
          <p:cNvSpPr>
            <a:spLocks noGrp="1"/>
          </p:cNvSpPr>
          <p:nvPr>
            <p:ph type="title"/>
          </p:nvPr>
        </p:nvSpPr>
        <p:spPr>
          <a:xfrm>
            <a:off x="657224" y="499533"/>
            <a:ext cx="10772775" cy="1658198"/>
          </a:xfrm>
        </p:spPr>
        <p:txBody>
          <a:bodyPr>
            <a:normAutofit/>
          </a:bodyPr>
          <a:lstStyle/>
          <a:p>
            <a:r>
              <a:rPr lang="en-CA" dirty="0"/>
              <a:t>Factory Method</a:t>
            </a:r>
          </a:p>
        </p:txBody>
      </p:sp>
      <p:graphicFrame>
        <p:nvGraphicFramePr>
          <p:cNvPr id="7" name="Content Placeholder 4">
            <a:extLst>
              <a:ext uri="{FF2B5EF4-FFF2-40B4-BE49-F238E27FC236}">
                <a16:creationId xmlns:a16="http://schemas.microsoft.com/office/drawing/2014/main" id="{A6E9D8F7-D7B6-4031-9A40-1E4ACB8A90E5}"/>
              </a:ext>
            </a:extLst>
          </p:cNvPr>
          <p:cNvGraphicFramePr>
            <a:graphicFrameLocks noGrp="1"/>
          </p:cNvGraphicFramePr>
          <p:nvPr>
            <p:ph idx="1"/>
            <p:extLst>
              <p:ext uri="{D42A27DB-BD31-4B8C-83A1-F6EECF244321}">
                <p14:modId xmlns:p14="http://schemas.microsoft.com/office/powerpoint/2010/main" val="2816165390"/>
              </p:ext>
            </p:extLst>
          </p:nvPr>
        </p:nvGraphicFramePr>
        <p:xfrm>
          <a:off x="676275" y="2373549"/>
          <a:ext cx="10753725" cy="35992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094396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D9DFB-FE63-46BE-B96D-4DF6E6551ABE}"/>
              </a:ext>
            </a:extLst>
          </p:cNvPr>
          <p:cNvSpPr>
            <a:spLocks noGrp="1"/>
          </p:cNvSpPr>
          <p:nvPr>
            <p:ph type="title"/>
          </p:nvPr>
        </p:nvSpPr>
        <p:spPr>
          <a:xfrm>
            <a:off x="7836310" y="499533"/>
            <a:ext cx="3706761" cy="1658198"/>
          </a:xfrm>
        </p:spPr>
        <p:txBody>
          <a:bodyPr>
            <a:normAutofit/>
          </a:bodyPr>
          <a:lstStyle/>
          <a:p>
            <a:r>
              <a:rPr lang="en-CA" sz="4400"/>
              <a:t>Factory Method</a:t>
            </a:r>
          </a:p>
        </p:txBody>
      </p:sp>
      <p:pic>
        <p:nvPicPr>
          <p:cNvPr id="4" name="Content Placeholder 3">
            <a:extLst>
              <a:ext uri="{FF2B5EF4-FFF2-40B4-BE49-F238E27FC236}">
                <a16:creationId xmlns:a16="http://schemas.microsoft.com/office/drawing/2014/main" id="{F8EEBFF4-2ACC-4C34-ACBC-ECE586A2B0ED}"/>
              </a:ext>
            </a:extLst>
          </p:cNvPr>
          <p:cNvPicPr>
            <a:picLocks noChangeAspect="1"/>
          </p:cNvPicPr>
          <p:nvPr/>
        </p:nvPicPr>
        <p:blipFill>
          <a:blip r:embed="rId2"/>
          <a:stretch>
            <a:fillRect/>
          </a:stretch>
        </p:blipFill>
        <p:spPr>
          <a:xfrm>
            <a:off x="633999" y="2025766"/>
            <a:ext cx="6912217" cy="2816728"/>
          </a:xfrm>
          <a:prstGeom prst="rect">
            <a:avLst/>
          </a:prstGeom>
        </p:spPr>
      </p:pic>
      <p:sp>
        <p:nvSpPr>
          <p:cNvPr id="8" name="Content Placeholder 7">
            <a:extLst>
              <a:ext uri="{FF2B5EF4-FFF2-40B4-BE49-F238E27FC236}">
                <a16:creationId xmlns:a16="http://schemas.microsoft.com/office/drawing/2014/main" id="{160B9B3E-2A94-4D25-8CB3-50E44399E92A}"/>
              </a:ext>
            </a:extLst>
          </p:cNvPr>
          <p:cNvSpPr>
            <a:spLocks noGrp="1"/>
          </p:cNvSpPr>
          <p:nvPr>
            <p:ph idx="1"/>
          </p:nvPr>
        </p:nvSpPr>
        <p:spPr>
          <a:xfrm>
            <a:off x="7836310" y="2011680"/>
            <a:ext cx="3706761" cy="3864732"/>
          </a:xfrm>
        </p:spPr>
        <p:txBody>
          <a:bodyPr>
            <a:normAutofit/>
          </a:bodyPr>
          <a:lstStyle/>
          <a:p>
            <a:r>
              <a:rPr lang="en-US" sz="2000" dirty="0"/>
              <a:t>A simple implementation of the factory method pattern for cross platform UI.</a:t>
            </a:r>
          </a:p>
        </p:txBody>
      </p:sp>
    </p:spTree>
    <p:extLst>
      <p:ext uri="{BB962C8B-B14F-4D97-AF65-F5344CB8AC3E}">
        <p14:creationId xmlns:p14="http://schemas.microsoft.com/office/powerpoint/2010/main" val="14373345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hade val="95000"/>
            <a:satMod val="170000"/>
          </a:schemeClr>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D976C13-68E6-4E25-B13E-FC3A2D3F66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useBgFill="1">
        <p:nvSpPr>
          <p:cNvPr id="10" name="Rectangle 9">
            <a:extLst>
              <a:ext uri="{FF2B5EF4-FFF2-40B4-BE49-F238E27FC236}">
                <a16:creationId xmlns:a16="http://schemas.microsoft.com/office/drawing/2014/main" id="{9070364C-740F-4A4B-AA8B-7FD7069B7A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AA3EF45-1EB2-4363-B569-B4B3DE58B41F}"/>
              </a:ext>
            </a:extLst>
          </p:cNvPr>
          <p:cNvSpPr>
            <a:spLocks noGrp="1"/>
          </p:cNvSpPr>
          <p:nvPr>
            <p:ph type="title"/>
          </p:nvPr>
        </p:nvSpPr>
        <p:spPr>
          <a:xfrm>
            <a:off x="603504" y="770467"/>
            <a:ext cx="10782300" cy="3352800"/>
          </a:xfrm>
        </p:spPr>
        <p:txBody>
          <a:bodyPr vert="horz" lIns="91440" tIns="45720" rIns="91440" bIns="45720" rtlCol="0" anchor="b">
            <a:normAutofit/>
          </a:bodyPr>
          <a:lstStyle/>
          <a:p>
            <a:pPr>
              <a:lnSpc>
                <a:spcPct val="80000"/>
              </a:lnSpc>
            </a:pPr>
            <a:r>
              <a:rPr lang="en-US" sz="8800" dirty="0">
                <a:solidFill>
                  <a:schemeClr val="tx1"/>
                </a:solidFill>
              </a:rPr>
              <a:t>Composite</a:t>
            </a:r>
          </a:p>
        </p:txBody>
      </p:sp>
      <p:sp>
        <p:nvSpPr>
          <p:cNvPr id="3" name="Content Placeholder 2">
            <a:extLst>
              <a:ext uri="{FF2B5EF4-FFF2-40B4-BE49-F238E27FC236}">
                <a16:creationId xmlns:a16="http://schemas.microsoft.com/office/drawing/2014/main" id="{A19EDC98-A7EA-4332-8007-ABDF0190503E}"/>
              </a:ext>
            </a:extLst>
          </p:cNvPr>
          <p:cNvSpPr>
            <a:spLocks noGrp="1"/>
          </p:cNvSpPr>
          <p:nvPr>
            <p:ph idx="1"/>
          </p:nvPr>
        </p:nvSpPr>
        <p:spPr>
          <a:xfrm>
            <a:off x="667512" y="4206876"/>
            <a:ext cx="9228201" cy="1645920"/>
          </a:xfrm>
        </p:spPr>
        <p:txBody>
          <a:bodyPr vert="horz" lIns="91440" tIns="45720" rIns="91440" bIns="45720" rtlCol="0">
            <a:normAutofit/>
          </a:bodyPr>
          <a:lstStyle/>
          <a:p>
            <a:pPr marL="0" indent="0">
              <a:buNone/>
            </a:pPr>
            <a:r>
              <a:rPr lang="en-US" sz="3200">
                <a:solidFill>
                  <a:schemeClr val="tx1"/>
                </a:solidFill>
                <a:latin typeface="+mj-lt"/>
              </a:rPr>
              <a:t>An object is composed of several sub-objects that all need to behave as a single object</a:t>
            </a:r>
          </a:p>
        </p:txBody>
      </p:sp>
    </p:spTree>
    <p:extLst>
      <p:ext uri="{BB962C8B-B14F-4D97-AF65-F5344CB8AC3E}">
        <p14:creationId xmlns:p14="http://schemas.microsoft.com/office/powerpoint/2010/main" val="38689273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CD160A-FB4F-485C-8D96-A86D293813B7}"/>
              </a:ext>
            </a:extLst>
          </p:cNvPr>
          <p:cNvSpPr>
            <a:spLocks noGrp="1"/>
          </p:cNvSpPr>
          <p:nvPr>
            <p:ph type="title"/>
          </p:nvPr>
        </p:nvSpPr>
        <p:spPr/>
        <p:txBody>
          <a:bodyPr/>
          <a:lstStyle/>
          <a:p>
            <a:r>
              <a:rPr lang="en-CA" dirty="0"/>
              <a:t>Composite</a:t>
            </a:r>
          </a:p>
        </p:txBody>
      </p:sp>
      <p:sp>
        <p:nvSpPr>
          <p:cNvPr id="3" name="Content Placeholder 2">
            <a:extLst>
              <a:ext uri="{FF2B5EF4-FFF2-40B4-BE49-F238E27FC236}">
                <a16:creationId xmlns:a16="http://schemas.microsoft.com/office/drawing/2014/main" id="{332D9395-AFAC-4946-93AE-7FF2C380C02B}"/>
              </a:ext>
            </a:extLst>
          </p:cNvPr>
          <p:cNvSpPr>
            <a:spLocks noGrp="1"/>
          </p:cNvSpPr>
          <p:nvPr>
            <p:ph idx="1"/>
          </p:nvPr>
        </p:nvSpPr>
        <p:spPr/>
        <p:txBody>
          <a:bodyPr/>
          <a:lstStyle/>
          <a:p>
            <a:r>
              <a:rPr lang="en-CA" dirty="0"/>
              <a:t>Objects which can carry other objects just like themselves.</a:t>
            </a:r>
          </a:p>
          <a:p>
            <a:r>
              <a:rPr lang="en-CA" dirty="0"/>
              <a:t>Additionally operations done on the “object” occur on all sub-objects</a:t>
            </a:r>
          </a:p>
          <a:p>
            <a:pPr lvl="1"/>
            <a:r>
              <a:rPr lang="en-CA" dirty="0"/>
              <a:t>- Think resizing a window, and all sub-objects (the stuff inside the window) resizes too</a:t>
            </a:r>
          </a:p>
        </p:txBody>
      </p:sp>
    </p:spTree>
    <p:extLst>
      <p:ext uri="{BB962C8B-B14F-4D97-AF65-F5344CB8AC3E}">
        <p14:creationId xmlns:p14="http://schemas.microsoft.com/office/powerpoint/2010/main" val="21490429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94DA161B-6C35-4BAF-959E-0F247CD317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20840" y="0"/>
            <a:ext cx="5471160" cy="6858000"/>
          </a:xfrm>
          <a:prstGeom prst="rect">
            <a:avLst/>
          </a:prstGeom>
          <a:solidFill>
            <a:schemeClr val="bg1">
              <a:lumMod val="85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6BD3B5C-98FA-49B8-B86E-B1E405C1F2CC}"/>
              </a:ext>
            </a:extLst>
          </p:cNvPr>
          <p:cNvSpPr>
            <a:spLocks noGrp="1"/>
          </p:cNvSpPr>
          <p:nvPr>
            <p:ph type="title"/>
          </p:nvPr>
        </p:nvSpPr>
        <p:spPr>
          <a:xfrm>
            <a:off x="7197213" y="499533"/>
            <a:ext cx="4345858" cy="1658198"/>
          </a:xfrm>
        </p:spPr>
        <p:txBody>
          <a:bodyPr>
            <a:normAutofit/>
          </a:bodyPr>
          <a:lstStyle/>
          <a:p>
            <a:r>
              <a:rPr lang="en-CA" sz="4800"/>
              <a:t>Composite</a:t>
            </a:r>
          </a:p>
        </p:txBody>
      </p:sp>
      <p:pic>
        <p:nvPicPr>
          <p:cNvPr id="4" name="Content Placeholder 3">
            <a:extLst>
              <a:ext uri="{FF2B5EF4-FFF2-40B4-BE49-F238E27FC236}">
                <a16:creationId xmlns:a16="http://schemas.microsoft.com/office/drawing/2014/main" id="{455D11C0-E08A-42F3-A36E-62B8D146F11C}"/>
              </a:ext>
            </a:extLst>
          </p:cNvPr>
          <p:cNvPicPr>
            <a:picLocks noChangeAspect="1"/>
          </p:cNvPicPr>
          <p:nvPr/>
        </p:nvPicPr>
        <p:blipFill>
          <a:blip r:embed="rId2"/>
          <a:stretch>
            <a:fillRect/>
          </a:stretch>
        </p:blipFill>
        <p:spPr>
          <a:xfrm>
            <a:off x="643192" y="1762967"/>
            <a:ext cx="5451627" cy="3012024"/>
          </a:xfrm>
          <a:prstGeom prst="rect">
            <a:avLst/>
          </a:prstGeom>
        </p:spPr>
      </p:pic>
      <p:sp>
        <p:nvSpPr>
          <p:cNvPr id="8" name="Content Placeholder 7">
            <a:extLst>
              <a:ext uri="{FF2B5EF4-FFF2-40B4-BE49-F238E27FC236}">
                <a16:creationId xmlns:a16="http://schemas.microsoft.com/office/drawing/2014/main" id="{C1CE5D98-F890-472C-A57F-3092BA75B5E5}"/>
              </a:ext>
            </a:extLst>
          </p:cNvPr>
          <p:cNvSpPr>
            <a:spLocks noGrp="1"/>
          </p:cNvSpPr>
          <p:nvPr>
            <p:ph idx="1"/>
          </p:nvPr>
        </p:nvSpPr>
        <p:spPr>
          <a:xfrm>
            <a:off x="7197213" y="2011680"/>
            <a:ext cx="4345858" cy="3864732"/>
          </a:xfrm>
        </p:spPr>
        <p:txBody>
          <a:bodyPr>
            <a:normAutofit/>
          </a:bodyPr>
          <a:lstStyle/>
          <a:p>
            <a:r>
              <a:rPr lang="en-US" dirty="0"/>
              <a:t>A simple implementation of the composite pattern for creating a tree structured composite where all objects support Operation().</a:t>
            </a:r>
          </a:p>
        </p:txBody>
      </p:sp>
    </p:spTree>
    <p:extLst>
      <p:ext uri="{BB962C8B-B14F-4D97-AF65-F5344CB8AC3E}">
        <p14:creationId xmlns:p14="http://schemas.microsoft.com/office/powerpoint/2010/main" val="27103266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hade val="95000"/>
            <a:satMod val="170000"/>
          </a:schemeClr>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D976C13-68E6-4E25-B13E-FC3A2D3F66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useBgFill="1">
        <p:nvSpPr>
          <p:cNvPr id="10" name="Rectangle 9">
            <a:extLst>
              <a:ext uri="{FF2B5EF4-FFF2-40B4-BE49-F238E27FC236}">
                <a16:creationId xmlns:a16="http://schemas.microsoft.com/office/drawing/2014/main" id="{9070364C-740F-4A4B-AA8B-7FD7069B7A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9CD222-E2B0-4731-83CC-162BB478EBF8}"/>
              </a:ext>
            </a:extLst>
          </p:cNvPr>
          <p:cNvSpPr>
            <a:spLocks noGrp="1"/>
          </p:cNvSpPr>
          <p:nvPr>
            <p:ph type="title"/>
          </p:nvPr>
        </p:nvSpPr>
        <p:spPr>
          <a:xfrm>
            <a:off x="603504" y="770467"/>
            <a:ext cx="10782300" cy="3352800"/>
          </a:xfrm>
        </p:spPr>
        <p:txBody>
          <a:bodyPr vert="horz" lIns="91440" tIns="45720" rIns="91440" bIns="45720" rtlCol="0" anchor="b">
            <a:normAutofit/>
          </a:bodyPr>
          <a:lstStyle/>
          <a:p>
            <a:pPr>
              <a:lnSpc>
                <a:spcPct val="80000"/>
              </a:lnSpc>
            </a:pPr>
            <a:r>
              <a:rPr lang="en-US" sz="8800">
                <a:solidFill>
                  <a:schemeClr val="tx1"/>
                </a:solidFill>
              </a:rPr>
              <a:t>Model View Controller</a:t>
            </a:r>
          </a:p>
        </p:txBody>
      </p:sp>
      <p:sp>
        <p:nvSpPr>
          <p:cNvPr id="3" name="Content Placeholder 2">
            <a:extLst>
              <a:ext uri="{FF2B5EF4-FFF2-40B4-BE49-F238E27FC236}">
                <a16:creationId xmlns:a16="http://schemas.microsoft.com/office/drawing/2014/main" id="{D88DA869-80B0-458A-B47F-325BE21E37C2}"/>
              </a:ext>
            </a:extLst>
          </p:cNvPr>
          <p:cNvSpPr>
            <a:spLocks noGrp="1"/>
          </p:cNvSpPr>
          <p:nvPr>
            <p:ph idx="1"/>
          </p:nvPr>
        </p:nvSpPr>
        <p:spPr>
          <a:xfrm>
            <a:off x="667512" y="4206876"/>
            <a:ext cx="9228201" cy="1645920"/>
          </a:xfrm>
        </p:spPr>
        <p:txBody>
          <a:bodyPr vert="horz" lIns="91440" tIns="45720" rIns="91440" bIns="45720" rtlCol="0">
            <a:normAutofit/>
          </a:bodyPr>
          <a:lstStyle/>
          <a:p>
            <a:pPr marL="0" indent="0">
              <a:buNone/>
            </a:pPr>
            <a:r>
              <a:rPr lang="en-US" sz="3200" dirty="0">
                <a:solidFill>
                  <a:schemeClr val="tx1"/>
                </a:solidFill>
                <a:latin typeface="+mj-lt"/>
              </a:rPr>
              <a:t>Splits data, rendering, and logic into separate parts which can be interchanged.</a:t>
            </a:r>
          </a:p>
        </p:txBody>
      </p:sp>
    </p:spTree>
    <p:extLst>
      <p:ext uri="{BB962C8B-B14F-4D97-AF65-F5344CB8AC3E}">
        <p14:creationId xmlns:p14="http://schemas.microsoft.com/office/powerpoint/2010/main" val="36668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7AB1E-9D08-4FBF-81B5-9A22B404B30F}"/>
              </a:ext>
            </a:extLst>
          </p:cNvPr>
          <p:cNvSpPr>
            <a:spLocks noGrp="1"/>
          </p:cNvSpPr>
          <p:nvPr>
            <p:ph type="title"/>
          </p:nvPr>
        </p:nvSpPr>
        <p:spPr>
          <a:xfrm>
            <a:off x="657224" y="499533"/>
            <a:ext cx="10772775" cy="1658198"/>
          </a:xfrm>
        </p:spPr>
        <p:txBody>
          <a:bodyPr>
            <a:normAutofit/>
          </a:bodyPr>
          <a:lstStyle/>
          <a:p>
            <a:r>
              <a:rPr lang="en-CA" dirty="0"/>
              <a:t>Model View Controller</a:t>
            </a:r>
          </a:p>
        </p:txBody>
      </p:sp>
      <p:graphicFrame>
        <p:nvGraphicFramePr>
          <p:cNvPr id="5" name="Content Placeholder 2">
            <a:extLst>
              <a:ext uri="{FF2B5EF4-FFF2-40B4-BE49-F238E27FC236}">
                <a16:creationId xmlns:a16="http://schemas.microsoft.com/office/drawing/2014/main" id="{7E6776F9-E74B-4659-97E5-055983901E79}"/>
              </a:ext>
            </a:extLst>
          </p:cNvPr>
          <p:cNvGraphicFramePr>
            <a:graphicFrameLocks noGrp="1"/>
          </p:cNvGraphicFramePr>
          <p:nvPr>
            <p:ph idx="1"/>
            <p:extLst>
              <p:ext uri="{D42A27DB-BD31-4B8C-83A1-F6EECF244321}">
                <p14:modId xmlns:p14="http://schemas.microsoft.com/office/powerpoint/2010/main" val="1337327823"/>
              </p:ext>
            </p:extLst>
          </p:nvPr>
        </p:nvGraphicFramePr>
        <p:xfrm>
          <a:off x="676275" y="2373549"/>
          <a:ext cx="10753725" cy="35992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588223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74BB25-D2A3-46EF-A5C6-F4CDB1D5B3F8}"/>
              </a:ext>
            </a:extLst>
          </p:cNvPr>
          <p:cNvSpPr>
            <a:spLocks noGrp="1"/>
          </p:cNvSpPr>
          <p:nvPr>
            <p:ph type="title"/>
          </p:nvPr>
        </p:nvSpPr>
        <p:spPr>
          <a:xfrm>
            <a:off x="657224" y="499533"/>
            <a:ext cx="10772775" cy="1658198"/>
          </a:xfrm>
        </p:spPr>
        <p:txBody>
          <a:bodyPr>
            <a:normAutofit/>
          </a:bodyPr>
          <a:lstStyle/>
          <a:p>
            <a:r>
              <a:rPr lang="en-CA" dirty="0"/>
              <a:t>Model View Controller</a:t>
            </a:r>
          </a:p>
        </p:txBody>
      </p:sp>
      <p:graphicFrame>
        <p:nvGraphicFramePr>
          <p:cNvPr id="7" name="Content Placeholder 2">
            <a:extLst>
              <a:ext uri="{FF2B5EF4-FFF2-40B4-BE49-F238E27FC236}">
                <a16:creationId xmlns:a16="http://schemas.microsoft.com/office/drawing/2014/main" id="{55C0ECD6-752F-4EDD-9727-6C1C027D8FFB}"/>
              </a:ext>
            </a:extLst>
          </p:cNvPr>
          <p:cNvGraphicFramePr>
            <a:graphicFrameLocks noGrp="1"/>
          </p:cNvGraphicFramePr>
          <p:nvPr>
            <p:ph idx="1"/>
            <p:extLst>
              <p:ext uri="{D42A27DB-BD31-4B8C-83A1-F6EECF244321}">
                <p14:modId xmlns:p14="http://schemas.microsoft.com/office/powerpoint/2010/main" val="512755547"/>
              </p:ext>
            </p:extLst>
          </p:nvPr>
        </p:nvGraphicFramePr>
        <p:xfrm>
          <a:off x="676275" y="2373549"/>
          <a:ext cx="10753725" cy="35992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724835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66C1D3-D6B4-4075-912E-4EE034777B5C}"/>
              </a:ext>
            </a:extLst>
          </p:cNvPr>
          <p:cNvSpPr>
            <a:spLocks noGrp="1"/>
          </p:cNvSpPr>
          <p:nvPr>
            <p:ph type="title"/>
          </p:nvPr>
        </p:nvSpPr>
        <p:spPr>
          <a:xfrm>
            <a:off x="7836310" y="499533"/>
            <a:ext cx="3706761" cy="1658198"/>
          </a:xfrm>
        </p:spPr>
        <p:txBody>
          <a:bodyPr>
            <a:normAutofit/>
          </a:bodyPr>
          <a:lstStyle/>
          <a:p>
            <a:r>
              <a:rPr lang="en-CA" sz="4400"/>
              <a:t>Model View Controller</a:t>
            </a:r>
          </a:p>
        </p:txBody>
      </p:sp>
      <p:pic>
        <p:nvPicPr>
          <p:cNvPr id="4" name="Content Placeholder 3">
            <a:extLst>
              <a:ext uri="{FF2B5EF4-FFF2-40B4-BE49-F238E27FC236}">
                <a16:creationId xmlns:a16="http://schemas.microsoft.com/office/drawing/2014/main" id="{4D5DBCC5-E178-4422-82B7-8B1EFB60432D}"/>
              </a:ext>
            </a:extLst>
          </p:cNvPr>
          <p:cNvPicPr>
            <a:picLocks noChangeAspect="1"/>
          </p:cNvPicPr>
          <p:nvPr/>
        </p:nvPicPr>
        <p:blipFill>
          <a:blip r:embed="rId2"/>
          <a:stretch>
            <a:fillRect/>
          </a:stretch>
        </p:blipFill>
        <p:spPr>
          <a:xfrm>
            <a:off x="633999" y="2457780"/>
            <a:ext cx="6912217" cy="1952700"/>
          </a:xfrm>
          <a:prstGeom prst="rect">
            <a:avLst/>
          </a:prstGeom>
        </p:spPr>
      </p:pic>
      <p:sp>
        <p:nvSpPr>
          <p:cNvPr id="8" name="Content Placeholder 7">
            <a:extLst>
              <a:ext uri="{FF2B5EF4-FFF2-40B4-BE49-F238E27FC236}">
                <a16:creationId xmlns:a16="http://schemas.microsoft.com/office/drawing/2014/main" id="{CFCA9673-5904-4F17-8BAD-7AA13122ED8B}"/>
              </a:ext>
            </a:extLst>
          </p:cNvPr>
          <p:cNvSpPr>
            <a:spLocks noGrp="1"/>
          </p:cNvSpPr>
          <p:nvPr>
            <p:ph idx="1"/>
          </p:nvPr>
        </p:nvSpPr>
        <p:spPr>
          <a:xfrm>
            <a:off x="7836310" y="2011680"/>
            <a:ext cx="3706761" cy="3864732"/>
          </a:xfrm>
        </p:spPr>
        <p:txBody>
          <a:bodyPr>
            <a:normAutofit/>
          </a:bodyPr>
          <a:lstStyle/>
          <a:p>
            <a:r>
              <a:rPr lang="en-US" sz="2000" dirty="0"/>
              <a:t>A simple implementation of the model-view-controller that has both OpenGL and DirectX</a:t>
            </a:r>
          </a:p>
        </p:txBody>
      </p:sp>
    </p:spTree>
    <p:extLst>
      <p:ext uri="{BB962C8B-B14F-4D97-AF65-F5344CB8AC3E}">
        <p14:creationId xmlns:p14="http://schemas.microsoft.com/office/powerpoint/2010/main" val="30592193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974E69-158C-4E61-8A0A-1D86AC6D2C30}"/>
              </a:ext>
            </a:extLst>
          </p:cNvPr>
          <p:cNvSpPr>
            <a:spLocks noGrp="1"/>
          </p:cNvSpPr>
          <p:nvPr>
            <p:ph type="title"/>
          </p:nvPr>
        </p:nvSpPr>
        <p:spPr>
          <a:xfrm>
            <a:off x="7836310" y="499533"/>
            <a:ext cx="3706761" cy="1658198"/>
          </a:xfrm>
        </p:spPr>
        <p:txBody>
          <a:bodyPr>
            <a:normAutofit/>
          </a:bodyPr>
          <a:lstStyle/>
          <a:p>
            <a:r>
              <a:rPr lang="en-CA" sz="4400"/>
              <a:t>Model View Controller</a:t>
            </a:r>
          </a:p>
        </p:txBody>
      </p:sp>
      <p:pic>
        <p:nvPicPr>
          <p:cNvPr id="4" name="Content Placeholder 3">
            <a:extLst>
              <a:ext uri="{FF2B5EF4-FFF2-40B4-BE49-F238E27FC236}">
                <a16:creationId xmlns:a16="http://schemas.microsoft.com/office/drawing/2014/main" id="{6024DEBF-E07E-4101-B389-7FA03EE9C23D}"/>
              </a:ext>
            </a:extLst>
          </p:cNvPr>
          <p:cNvPicPr>
            <a:picLocks noChangeAspect="1"/>
          </p:cNvPicPr>
          <p:nvPr/>
        </p:nvPicPr>
        <p:blipFill>
          <a:blip r:embed="rId2"/>
          <a:stretch>
            <a:fillRect/>
          </a:stretch>
        </p:blipFill>
        <p:spPr>
          <a:xfrm>
            <a:off x="633999" y="867970"/>
            <a:ext cx="6912217" cy="5132321"/>
          </a:xfrm>
          <a:prstGeom prst="rect">
            <a:avLst/>
          </a:prstGeom>
        </p:spPr>
      </p:pic>
      <p:sp>
        <p:nvSpPr>
          <p:cNvPr id="8" name="Content Placeholder 7">
            <a:extLst>
              <a:ext uri="{FF2B5EF4-FFF2-40B4-BE49-F238E27FC236}">
                <a16:creationId xmlns:a16="http://schemas.microsoft.com/office/drawing/2014/main" id="{6BF9F37E-8E1C-4846-AFB3-6F69BAC6A368}"/>
              </a:ext>
            </a:extLst>
          </p:cNvPr>
          <p:cNvSpPr>
            <a:spLocks noGrp="1"/>
          </p:cNvSpPr>
          <p:nvPr>
            <p:ph idx="1"/>
          </p:nvPr>
        </p:nvSpPr>
        <p:spPr>
          <a:xfrm>
            <a:off x="7836310" y="2011680"/>
            <a:ext cx="3706761" cy="3864732"/>
          </a:xfrm>
        </p:spPr>
        <p:txBody>
          <a:bodyPr>
            <a:normAutofit/>
          </a:bodyPr>
          <a:lstStyle/>
          <a:p>
            <a:r>
              <a:rPr lang="en-US" sz="2000" dirty="0"/>
              <a:t>The controller is the game engine</a:t>
            </a:r>
          </a:p>
          <a:p>
            <a:r>
              <a:rPr lang="en-US" sz="2000" dirty="0"/>
              <a:t>The model is the collection of objects in the scene</a:t>
            </a:r>
          </a:p>
          <a:p>
            <a:r>
              <a:rPr lang="en-US" sz="2000" dirty="0"/>
              <a:t>The view is the graphics system rendering the scene</a:t>
            </a:r>
          </a:p>
        </p:txBody>
      </p:sp>
    </p:spTree>
    <p:extLst>
      <p:ext uri="{BB962C8B-B14F-4D97-AF65-F5344CB8AC3E}">
        <p14:creationId xmlns:p14="http://schemas.microsoft.com/office/powerpoint/2010/main" val="32967936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hade val="95000"/>
            <a:satMod val="170000"/>
          </a:schemeClr>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D976C13-68E6-4E25-B13E-FC3A2D3F66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useBgFill="1">
        <p:nvSpPr>
          <p:cNvPr id="10" name="Rectangle 9">
            <a:extLst>
              <a:ext uri="{FF2B5EF4-FFF2-40B4-BE49-F238E27FC236}">
                <a16:creationId xmlns:a16="http://schemas.microsoft.com/office/drawing/2014/main" id="{9070364C-740F-4A4B-AA8B-7FD7069B7A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E1F2FA9-DCBC-4D94-BA96-1F51565BE2DC}"/>
              </a:ext>
            </a:extLst>
          </p:cNvPr>
          <p:cNvSpPr>
            <a:spLocks noGrp="1"/>
          </p:cNvSpPr>
          <p:nvPr>
            <p:ph type="title"/>
          </p:nvPr>
        </p:nvSpPr>
        <p:spPr>
          <a:xfrm>
            <a:off x="603504" y="770467"/>
            <a:ext cx="10782300" cy="3352800"/>
          </a:xfrm>
        </p:spPr>
        <p:txBody>
          <a:bodyPr vert="horz" lIns="91440" tIns="45720" rIns="91440" bIns="45720" rtlCol="0" anchor="b">
            <a:normAutofit/>
          </a:bodyPr>
          <a:lstStyle/>
          <a:p>
            <a:r>
              <a:rPr lang="en-US"/>
              <a:t>Spatial Index</a:t>
            </a:r>
          </a:p>
        </p:txBody>
      </p:sp>
      <p:sp>
        <p:nvSpPr>
          <p:cNvPr id="3" name="Content Placeholder 2">
            <a:extLst>
              <a:ext uri="{FF2B5EF4-FFF2-40B4-BE49-F238E27FC236}">
                <a16:creationId xmlns:a16="http://schemas.microsoft.com/office/drawing/2014/main" id="{F353C513-E9FF-415C-86DA-3609FD0B78C3}"/>
              </a:ext>
            </a:extLst>
          </p:cNvPr>
          <p:cNvSpPr>
            <a:spLocks noGrp="1"/>
          </p:cNvSpPr>
          <p:nvPr>
            <p:ph type="body" idx="1"/>
          </p:nvPr>
        </p:nvSpPr>
        <p:spPr>
          <a:xfrm>
            <a:off x="667512" y="4206876"/>
            <a:ext cx="9228201" cy="1645920"/>
          </a:xfrm>
        </p:spPr>
        <p:txBody>
          <a:bodyPr vert="horz" lIns="91440" tIns="45720" rIns="91440" bIns="45720" rtlCol="0">
            <a:normAutofit/>
          </a:bodyPr>
          <a:lstStyle/>
          <a:p>
            <a:r>
              <a:rPr lang="en-US"/>
              <a:t>A spatially dependent index that provides rapid access to the objects in game based on their location</a:t>
            </a:r>
          </a:p>
        </p:txBody>
      </p:sp>
    </p:spTree>
    <p:extLst>
      <p:ext uri="{BB962C8B-B14F-4D97-AF65-F5344CB8AC3E}">
        <p14:creationId xmlns:p14="http://schemas.microsoft.com/office/powerpoint/2010/main" val="41463817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ABD9957-E251-4E5B-A8D7-8EC1D86376F6}"/>
              </a:ext>
            </a:extLst>
          </p:cNvPr>
          <p:cNvSpPr>
            <a:spLocks noGrp="1"/>
          </p:cNvSpPr>
          <p:nvPr>
            <p:ph type="title"/>
          </p:nvPr>
        </p:nvSpPr>
        <p:spPr>
          <a:xfrm>
            <a:off x="657224" y="499533"/>
            <a:ext cx="10772775" cy="1658198"/>
          </a:xfrm>
        </p:spPr>
        <p:txBody>
          <a:bodyPr>
            <a:normAutofit/>
          </a:bodyPr>
          <a:lstStyle/>
          <a:p>
            <a:r>
              <a:rPr lang="en-CA" dirty="0"/>
              <a:t>Spatial Index</a:t>
            </a:r>
          </a:p>
        </p:txBody>
      </p:sp>
      <p:graphicFrame>
        <p:nvGraphicFramePr>
          <p:cNvPr id="7" name="Content Placeholder 4">
            <a:extLst>
              <a:ext uri="{FF2B5EF4-FFF2-40B4-BE49-F238E27FC236}">
                <a16:creationId xmlns:a16="http://schemas.microsoft.com/office/drawing/2014/main" id="{34F56E22-8A44-4B37-BB1D-2C6FC28874E1}"/>
              </a:ext>
            </a:extLst>
          </p:cNvPr>
          <p:cNvGraphicFramePr>
            <a:graphicFrameLocks noGrp="1"/>
          </p:cNvGraphicFramePr>
          <p:nvPr>
            <p:ph idx="1"/>
            <p:extLst>
              <p:ext uri="{D42A27DB-BD31-4B8C-83A1-F6EECF244321}">
                <p14:modId xmlns:p14="http://schemas.microsoft.com/office/powerpoint/2010/main" val="2556272000"/>
              </p:ext>
            </p:extLst>
          </p:nvPr>
        </p:nvGraphicFramePr>
        <p:xfrm>
          <a:off x="676275" y="2373549"/>
          <a:ext cx="10753725" cy="35992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816675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0D0FE-07E5-40C4-B272-5B42B4AA4CC7}"/>
              </a:ext>
            </a:extLst>
          </p:cNvPr>
          <p:cNvSpPr>
            <a:spLocks noGrp="1"/>
          </p:cNvSpPr>
          <p:nvPr>
            <p:ph type="title"/>
          </p:nvPr>
        </p:nvSpPr>
        <p:spPr>
          <a:xfrm>
            <a:off x="7836310" y="499533"/>
            <a:ext cx="3706761" cy="1658198"/>
          </a:xfrm>
        </p:spPr>
        <p:txBody>
          <a:bodyPr>
            <a:normAutofit/>
          </a:bodyPr>
          <a:lstStyle/>
          <a:p>
            <a:r>
              <a:rPr lang="en-CA" sz="4400"/>
              <a:t>Spatial Index – Quad Tree</a:t>
            </a:r>
          </a:p>
        </p:txBody>
      </p:sp>
      <p:pic>
        <p:nvPicPr>
          <p:cNvPr id="4" name="Content Placeholder 3">
            <a:extLst>
              <a:ext uri="{FF2B5EF4-FFF2-40B4-BE49-F238E27FC236}">
                <a16:creationId xmlns:a16="http://schemas.microsoft.com/office/drawing/2014/main" id="{FC8A6BBB-64D9-46EE-B451-90F0C3E73068}"/>
              </a:ext>
            </a:extLst>
          </p:cNvPr>
          <p:cNvPicPr>
            <a:picLocks noChangeAspect="1"/>
          </p:cNvPicPr>
          <p:nvPr/>
        </p:nvPicPr>
        <p:blipFill>
          <a:blip r:embed="rId2"/>
          <a:stretch>
            <a:fillRect/>
          </a:stretch>
        </p:blipFill>
        <p:spPr>
          <a:xfrm>
            <a:off x="1708180" y="640080"/>
            <a:ext cx="4763855" cy="5588101"/>
          </a:xfrm>
          <a:prstGeom prst="rect">
            <a:avLst/>
          </a:prstGeom>
        </p:spPr>
      </p:pic>
      <p:sp>
        <p:nvSpPr>
          <p:cNvPr id="8" name="Content Placeholder 7">
            <a:extLst>
              <a:ext uri="{FF2B5EF4-FFF2-40B4-BE49-F238E27FC236}">
                <a16:creationId xmlns:a16="http://schemas.microsoft.com/office/drawing/2014/main" id="{CAC2D3AE-AFF3-40D6-9774-EF6B7615F647}"/>
              </a:ext>
            </a:extLst>
          </p:cNvPr>
          <p:cNvSpPr>
            <a:spLocks noGrp="1"/>
          </p:cNvSpPr>
          <p:nvPr>
            <p:ph idx="1"/>
          </p:nvPr>
        </p:nvSpPr>
        <p:spPr>
          <a:xfrm>
            <a:off x="7836310" y="2011680"/>
            <a:ext cx="3706761" cy="3864732"/>
          </a:xfrm>
        </p:spPr>
        <p:txBody>
          <a:bodyPr>
            <a:normAutofit/>
          </a:bodyPr>
          <a:lstStyle/>
          <a:p>
            <a:r>
              <a:rPr lang="en-US" sz="2000" dirty="0"/>
              <a:t>Sorts objects into the smallest boxes they can fit in</a:t>
            </a:r>
          </a:p>
          <a:p>
            <a:r>
              <a:rPr lang="en-US" sz="2000" dirty="0"/>
              <a:t>Can easily get a list of objects at any given position.</a:t>
            </a:r>
          </a:p>
          <a:p>
            <a:r>
              <a:rPr lang="en-US" sz="2000" dirty="0"/>
              <a:t>Starting with the bottom right image we can put each of those shapes into one of the boxes, depending on whether the box is larger than them, seen on the right.</a:t>
            </a:r>
          </a:p>
        </p:txBody>
      </p:sp>
    </p:spTree>
    <p:extLst>
      <p:ext uri="{BB962C8B-B14F-4D97-AF65-F5344CB8AC3E}">
        <p14:creationId xmlns:p14="http://schemas.microsoft.com/office/powerpoint/2010/main" val="23183123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E1CC4-9D7A-4511-811D-65AEFBAB71D8}"/>
              </a:ext>
            </a:extLst>
          </p:cNvPr>
          <p:cNvSpPr>
            <a:spLocks noGrp="1"/>
          </p:cNvSpPr>
          <p:nvPr>
            <p:ph type="title"/>
          </p:nvPr>
        </p:nvSpPr>
        <p:spPr>
          <a:xfrm>
            <a:off x="7836310" y="499533"/>
            <a:ext cx="3706761" cy="1658198"/>
          </a:xfrm>
        </p:spPr>
        <p:txBody>
          <a:bodyPr>
            <a:normAutofit/>
          </a:bodyPr>
          <a:lstStyle/>
          <a:p>
            <a:r>
              <a:rPr lang="en-CA" sz="4400"/>
              <a:t>Spatial Index – Quad Tree</a:t>
            </a:r>
          </a:p>
        </p:txBody>
      </p:sp>
      <p:pic>
        <p:nvPicPr>
          <p:cNvPr id="4" name="Content Placeholder 3">
            <a:extLst>
              <a:ext uri="{FF2B5EF4-FFF2-40B4-BE49-F238E27FC236}">
                <a16:creationId xmlns:a16="http://schemas.microsoft.com/office/drawing/2014/main" id="{689FF40E-E430-426F-9EDD-F6756BE0B4F7}"/>
              </a:ext>
            </a:extLst>
          </p:cNvPr>
          <p:cNvPicPr>
            <a:picLocks noChangeAspect="1"/>
          </p:cNvPicPr>
          <p:nvPr/>
        </p:nvPicPr>
        <p:blipFill>
          <a:blip r:embed="rId2"/>
          <a:stretch>
            <a:fillRect/>
          </a:stretch>
        </p:blipFill>
        <p:spPr>
          <a:xfrm>
            <a:off x="1708180" y="640080"/>
            <a:ext cx="4763855" cy="5588101"/>
          </a:xfrm>
          <a:prstGeom prst="rect">
            <a:avLst/>
          </a:prstGeom>
        </p:spPr>
      </p:pic>
      <p:sp>
        <p:nvSpPr>
          <p:cNvPr id="8" name="Content Placeholder 7">
            <a:extLst>
              <a:ext uri="{FF2B5EF4-FFF2-40B4-BE49-F238E27FC236}">
                <a16:creationId xmlns:a16="http://schemas.microsoft.com/office/drawing/2014/main" id="{0A26D818-8039-4791-9D72-0F328D1A5854}"/>
              </a:ext>
            </a:extLst>
          </p:cNvPr>
          <p:cNvSpPr>
            <a:spLocks noGrp="1"/>
          </p:cNvSpPr>
          <p:nvPr>
            <p:ph idx="1"/>
          </p:nvPr>
        </p:nvSpPr>
        <p:spPr>
          <a:xfrm>
            <a:off x="7836310" y="2011680"/>
            <a:ext cx="3706761" cy="3864732"/>
          </a:xfrm>
        </p:spPr>
        <p:txBody>
          <a:bodyPr>
            <a:normAutofit/>
          </a:bodyPr>
          <a:lstStyle/>
          <a:p>
            <a:r>
              <a:rPr lang="en-US" sz="2000" dirty="0"/>
              <a:t>In a physics update, we want to determine if there are any collisions to resolve for the magenta object</a:t>
            </a:r>
          </a:p>
          <a:p>
            <a:r>
              <a:rPr lang="en-US" sz="2000" dirty="0"/>
              <a:t>All we need to do is look up all the lists of objects in each node of the tree that the object or its tree node is a child of</a:t>
            </a:r>
          </a:p>
          <a:p>
            <a:r>
              <a:rPr lang="en-US" sz="2000" dirty="0"/>
              <a:t>We have reduced the physics tests for this object from 4 tests to 1 (Magenta ball checks against the biggest ball)</a:t>
            </a:r>
          </a:p>
        </p:txBody>
      </p:sp>
    </p:spTree>
    <p:extLst>
      <p:ext uri="{BB962C8B-B14F-4D97-AF65-F5344CB8AC3E}">
        <p14:creationId xmlns:p14="http://schemas.microsoft.com/office/powerpoint/2010/main" val="39895096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6B0376-FF74-40D7-B0A2-29B2B2FAD5BD}"/>
              </a:ext>
            </a:extLst>
          </p:cNvPr>
          <p:cNvSpPr>
            <a:spLocks noGrp="1"/>
          </p:cNvSpPr>
          <p:nvPr>
            <p:ph type="title"/>
          </p:nvPr>
        </p:nvSpPr>
        <p:spPr>
          <a:xfrm>
            <a:off x="7836310" y="499533"/>
            <a:ext cx="3706761" cy="1658198"/>
          </a:xfrm>
        </p:spPr>
        <p:txBody>
          <a:bodyPr>
            <a:normAutofit/>
          </a:bodyPr>
          <a:lstStyle/>
          <a:p>
            <a:r>
              <a:rPr lang="en-CA" sz="4400"/>
              <a:t>Spatial Index</a:t>
            </a:r>
          </a:p>
        </p:txBody>
      </p:sp>
      <p:pic>
        <p:nvPicPr>
          <p:cNvPr id="4" name="Content Placeholder 3">
            <a:extLst>
              <a:ext uri="{FF2B5EF4-FFF2-40B4-BE49-F238E27FC236}">
                <a16:creationId xmlns:a16="http://schemas.microsoft.com/office/drawing/2014/main" id="{467E1EAF-82D5-4EDB-BAB8-B6DF50B39299}"/>
              </a:ext>
            </a:extLst>
          </p:cNvPr>
          <p:cNvPicPr>
            <a:picLocks noChangeAspect="1"/>
          </p:cNvPicPr>
          <p:nvPr/>
        </p:nvPicPr>
        <p:blipFill>
          <a:blip r:embed="rId2"/>
          <a:stretch>
            <a:fillRect/>
          </a:stretch>
        </p:blipFill>
        <p:spPr>
          <a:xfrm>
            <a:off x="633999" y="1706076"/>
            <a:ext cx="6912217" cy="3456108"/>
          </a:xfrm>
          <a:prstGeom prst="rect">
            <a:avLst/>
          </a:prstGeom>
        </p:spPr>
      </p:pic>
      <p:sp>
        <p:nvSpPr>
          <p:cNvPr id="8" name="Content Placeholder 7">
            <a:extLst>
              <a:ext uri="{FF2B5EF4-FFF2-40B4-BE49-F238E27FC236}">
                <a16:creationId xmlns:a16="http://schemas.microsoft.com/office/drawing/2014/main" id="{173DB62B-3212-4562-96E4-D91B8B683E5C}"/>
              </a:ext>
            </a:extLst>
          </p:cNvPr>
          <p:cNvSpPr>
            <a:spLocks noGrp="1"/>
          </p:cNvSpPr>
          <p:nvPr>
            <p:ph idx="1"/>
          </p:nvPr>
        </p:nvSpPr>
        <p:spPr>
          <a:xfrm>
            <a:off x="7836310" y="2011680"/>
            <a:ext cx="3706761" cy="3864732"/>
          </a:xfrm>
        </p:spPr>
        <p:txBody>
          <a:bodyPr>
            <a:normAutofit/>
          </a:bodyPr>
          <a:lstStyle/>
          <a:p>
            <a:r>
              <a:rPr lang="en-US" sz="2000" dirty="0"/>
              <a:t>A simple implementation of the spatial index pattern, as a quad tree</a:t>
            </a:r>
          </a:p>
        </p:txBody>
      </p:sp>
    </p:spTree>
    <p:extLst>
      <p:ext uri="{BB962C8B-B14F-4D97-AF65-F5344CB8AC3E}">
        <p14:creationId xmlns:p14="http://schemas.microsoft.com/office/powerpoint/2010/main" val="4483533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hade val="95000"/>
            <a:satMod val="170000"/>
          </a:schemeClr>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D976C13-68E6-4E25-B13E-FC3A2D3F66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useBgFill="1">
        <p:nvSpPr>
          <p:cNvPr id="10" name="Rectangle 9">
            <a:extLst>
              <a:ext uri="{FF2B5EF4-FFF2-40B4-BE49-F238E27FC236}">
                <a16:creationId xmlns:a16="http://schemas.microsoft.com/office/drawing/2014/main" id="{9070364C-740F-4A4B-AA8B-7FD7069B7A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3C2F613-A308-4717-8574-B2EDFD7EBF4B}"/>
              </a:ext>
            </a:extLst>
          </p:cNvPr>
          <p:cNvSpPr>
            <a:spLocks noGrp="1"/>
          </p:cNvSpPr>
          <p:nvPr>
            <p:ph type="title"/>
          </p:nvPr>
        </p:nvSpPr>
        <p:spPr>
          <a:xfrm>
            <a:off x="603504" y="770467"/>
            <a:ext cx="10782300" cy="3352800"/>
          </a:xfrm>
        </p:spPr>
        <p:txBody>
          <a:bodyPr vert="horz" lIns="91440" tIns="45720" rIns="91440" bIns="45720" rtlCol="0" anchor="b">
            <a:normAutofit/>
          </a:bodyPr>
          <a:lstStyle/>
          <a:p>
            <a:r>
              <a:rPr lang="en-US"/>
              <a:t>Flyweight</a:t>
            </a:r>
          </a:p>
        </p:txBody>
      </p:sp>
      <p:sp>
        <p:nvSpPr>
          <p:cNvPr id="3" name="Content Placeholder 2">
            <a:extLst>
              <a:ext uri="{FF2B5EF4-FFF2-40B4-BE49-F238E27FC236}">
                <a16:creationId xmlns:a16="http://schemas.microsoft.com/office/drawing/2014/main" id="{38D5643C-2C25-4420-AAD0-7F29990BF636}"/>
              </a:ext>
            </a:extLst>
          </p:cNvPr>
          <p:cNvSpPr>
            <a:spLocks noGrp="1"/>
          </p:cNvSpPr>
          <p:nvPr>
            <p:ph type="body" idx="1"/>
          </p:nvPr>
        </p:nvSpPr>
        <p:spPr>
          <a:xfrm>
            <a:off x="667512" y="4206876"/>
            <a:ext cx="9228201" cy="1645920"/>
          </a:xfrm>
        </p:spPr>
        <p:txBody>
          <a:bodyPr vert="horz" lIns="91440" tIns="45720" rIns="91440" bIns="45720" rtlCol="0">
            <a:normAutofit/>
          </a:bodyPr>
          <a:lstStyle/>
          <a:p>
            <a:r>
              <a:rPr lang="en-US"/>
              <a:t>Maintains a large number of small objects with different properties without consuming large amounts of memory</a:t>
            </a:r>
          </a:p>
        </p:txBody>
      </p:sp>
    </p:spTree>
    <p:extLst>
      <p:ext uri="{BB962C8B-B14F-4D97-AF65-F5344CB8AC3E}">
        <p14:creationId xmlns:p14="http://schemas.microsoft.com/office/powerpoint/2010/main" val="18137389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78325C8-419B-49BC-B134-85090FF91992}"/>
              </a:ext>
            </a:extLst>
          </p:cNvPr>
          <p:cNvSpPr>
            <a:spLocks noGrp="1"/>
          </p:cNvSpPr>
          <p:nvPr>
            <p:ph type="title"/>
          </p:nvPr>
        </p:nvSpPr>
        <p:spPr>
          <a:xfrm>
            <a:off x="657224" y="499533"/>
            <a:ext cx="10772775" cy="1658198"/>
          </a:xfrm>
        </p:spPr>
        <p:txBody>
          <a:bodyPr>
            <a:normAutofit/>
          </a:bodyPr>
          <a:lstStyle/>
          <a:p>
            <a:r>
              <a:rPr lang="en-CA" dirty="0"/>
              <a:t>Flyweight</a:t>
            </a:r>
          </a:p>
        </p:txBody>
      </p:sp>
      <p:graphicFrame>
        <p:nvGraphicFramePr>
          <p:cNvPr id="9" name="Content Placeholder 4">
            <a:extLst>
              <a:ext uri="{FF2B5EF4-FFF2-40B4-BE49-F238E27FC236}">
                <a16:creationId xmlns:a16="http://schemas.microsoft.com/office/drawing/2014/main" id="{D1486907-5BD0-4160-BBF6-08DF626A9915}"/>
              </a:ext>
            </a:extLst>
          </p:cNvPr>
          <p:cNvGraphicFramePr>
            <a:graphicFrameLocks noGrp="1"/>
          </p:cNvGraphicFramePr>
          <p:nvPr>
            <p:ph idx="1"/>
            <p:extLst>
              <p:ext uri="{D42A27DB-BD31-4B8C-83A1-F6EECF244321}">
                <p14:modId xmlns:p14="http://schemas.microsoft.com/office/powerpoint/2010/main" val="195315312"/>
              </p:ext>
            </p:extLst>
          </p:nvPr>
        </p:nvGraphicFramePr>
        <p:xfrm>
          <a:off x="676275" y="2373549"/>
          <a:ext cx="10753725" cy="35992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142129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FE95C-C7CB-479D-AFF3-5407C4CEF704}"/>
              </a:ext>
            </a:extLst>
          </p:cNvPr>
          <p:cNvSpPr>
            <a:spLocks noGrp="1"/>
          </p:cNvSpPr>
          <p:nvPr>
            <p:ph type="title"/>
          </p:nvPr>
        </p:nvSpPr>
        <p:spPr>
          <a:xfrm>
            <a:off x="7836310" y="499533"/>
            <a:ext cx="3706761" cy="1658198"/>
          </a:xfrm>
        </p:spPr>
        <p:txBody>
          <a:bodyPr>
            <a:normAutofit/>
          </a:bodyPr>
          <a:lstStyle/>
          <a:p>
            <a:r>
              <a:rPr lang="en-CA" sz="4400" dirty="0"/>
              <a:t>Flyweight</a:t>
            </a:r>
          </a:p>
        </p:txBody>
      </p:sp>
      <p:pic>
        <p:nvPicPr>
          <p:cNvPr id="4" name="Content Placeholder 3">
            <a:extLst>
              <a:ext uri="{FF2B5EF4-FFF2-40B4-BE49-F238E27FC236}">
                <a16:creationId xmlns:a16="http://schemas.microsoft.com/office/drawing/2014/main" id="{AC1C2F7D-B4F8-40C3-BBE2-F052881B7A1F}"/>
              </a:ext>
            </a:extLst>
          </p:cNvPr>
          <p:cNvPicPr>
            <a:picLocks noChangeAspect="1"/>
          </p:cNvPicPr>
          <p:nvPr/>
        </p:nvPicPr>
        <p:blipFill>
          <a:blip r:embed="rId2"/>
          <a:stretch>
            <a:fillRect/>
          </a:stretch>
        </p:blipFill>
        <p:spPr>
          <a:xfrm>
            <a:off x="822212" y="640080"/>
            <a:ext cx="6535790" cy="5588101"/>
          </a:xfrm>
          <a:prstGeom prst="rect">
            <a:avLst/>
          </a:prstGeom>
        </p:spPr>
      </p:pic>
      <p:sp>
        <p:nvSpPr>
          <p:cNvPr id="8" name="Content Placeholder 7">
            <a:extLst>
              <a:ext uri="{FF2B5EF4-FFF2-40B4-BE49-F238E27FC236}">
                <a16:creationId xmlns:a16="http://schemas.microsoft.com/office/drawing/2014/main" id="{7260FC63-1968-4BEC-BDBE-849BC776C474}"/>
              </a:ext>
            </a:extLst>
          </p:cNvPr>
          <p:cNvSpPr>
            <a:spLocks noGrp="1"/>
          </p:cNvSpPr>
          <p:nvPr>
            <p:ph idx="1"/>
          </p:nvPr>
        </p:nvSpPr>
        <p:spPr>
          <a:xfrm>
            <a:off x="7836310" y="2011680"/>
            <a:ext cx="3706761" cy="3864732"/>
          </a:xfrm>
        </p:spPr>
        <p:txBody>
          <a:bodyPr>
            <a:normAutofit/>
          </a:bodyPr>
          <a:lstStyle/>
          <a:p>
            <a:r>
              <a:rPr lang="en-US" sz="2000" dirty="0"/>
              <a:t>A simple implementation of the flyweight pattern that can share common attribute groups between objects</a:t>
            </a:r>
          </a:p>
        </p:txBody>
      </p:sp>
    </p:spTree>
    <p:extLst>
      <p:ext uri="{BB962C8B-B14F-4D97-AF65-F5344CB8AC3E}">
        <p14:creationId xmlns:p14="http://schemas.microsoft.com/office/powerpoint/2010/main" val="41297580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hade val="95000"/>
            <a:satMod val="170000"/>
          </a:schemeClr>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D976C13-68E6-4E25-B13E-FC3A2D3F66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useBgFill="1">
        <p:nvSpPr>
          <p:cNvPr id="10" name="Rectangle 9">
            <a:extLst>
              <a:ext uri="{FF2B5EF4-FFF2-40B4-BE49-F238E27FC236}">
                <a16:creationId xmlns:a16="http://schemas.microsoft.com/office/drawing/2014/main" id="{9070364C-740F-4A4B-AA8B-7FD7069B7A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CB8615A-8BDC-4548-AD11-65C9FEF2B594}"/>
              </a:ext>
            </a:extLst>
          </p:cNvPr>
          <p:cNvSpPr>
            <a:spLocks noGrp="1"/>
          </p:cNvSpPr>
          <p:nvPr>
            <p:ph type="title"/>
          </p:nvPr>
        </p:nvSpPr>
        <p:spPr>
          <a:xfrm>
            <a:off x="603504" y="770467"/>
            <a:ext cx="10782300" cy="3352800"/>
          </a:xfrm>
        </p:spPr>
        <p:txBody>
          <a:bodyPr vert="horz" lIns="91440" tIns="45720" rIns="91440" bIns="45720" rtlCol="0" anchor="b">
            <a:normAutofit/>
          </a:bodyPr>
          <a:lstStyle/>
          <a:p>
            <a:pPr>
              <a:lnSpc>
                <a:spcPct val="80000"/>
              </a:lnSpc>
            </a:pPr>
            <a:r>
              <a:rPr lang="en-US" sz="8800" dirty="0">
                <a:solidFill>
                  <a:schemeClr val="tx1"/>
                </a:solidFill>
              </a:rPr>
              <a:t>Builder</a:t>
            </a:r>
          </a:p>
        </p:txBody>
      </p:sp>
      <p:sp>
        <p:nvSpPr>
          <p:cNvPr id="3" name="Content Placeholder 2">
            <a:extLst>
              <a:ext uri="{FF2B5EF4-FFF2-40B4-BE49-F238E27FC236}">
                <a16:creationId xmlns:a16="http://schemas.microsoft.com/office/drawing/2014/main" id="{BB63CB4C-4D91-40C5-985D-521457407A83}"/>
              </a:ext>
            </a:extLst>
          </p:cNvPr>
          <p:cNvSpPr>
            <a:spLocks noGrp="1"/>
          </p:cNvSpPr>
          <p:nvPr>
            <p:ph idx="1"/>
          </p:nvPr>
        </p:nvSpPr>
        <p:spPr>
          <a:xfrm>
            <a:off x="667512" y="4206876"/>
            <a:ext cx="9228201" cy="1645920"/>
          </a:xfrm>
        </p:spPr>
        <p:txBody>
          <a:bodyPr vert="horz" lIns="91440" tIns="45720" rIns="91440" bIns="45720" rtlCol="0">
            <a:normAutofit/>
          </a:bodyPr>
          <a:lstStyle/>
          <a:p>
            <a:pPr marL="0" indent="0">
              <a:buNone/>
            </a:pPr>
            <a:r>
              <a:rPr lang="en-US" sz="3200">
                <a:solidFill>
                  <a:schemeClr val="tx1"/>
                </a:solidFill>
                <a:latin typeface="+mj-lt"/>
              </a:rPr>
              <a:t>Separates the representation of an object from the construction of the object</a:t>
            </a:r>
          </a:p>
        </p:txBody>
      </p:sp>
    </p:spTree>
    <p:extLst>
      <p:ext uri="{BB962C8B-B14F-4D97-AF65-F5344CB8AC3E}">
        <p14:creationId xmlns:p14="http://schemas.microsoft.com/office/powerpoint/2010/main" val="36571225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hade val="95000"/>
            <a:satMod val="170000"/>
          </a:schemeClr>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FE3A536-71BE-44C0-839D-5F8F056A25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2">
            <a:extLst>
              <a:ext uri="{FF2B5EF4-FFF2-40B4-BE49-F238E27FC236}">
                <a16:creationId xmlns:a16="http://schemas.microsoft.com/office/drawing/2014/main" id="{FB924D27-FA62-4003-84CB-F48A1BFFCCA1}"/>
              </a:ext>
            </a:extLst>
          </p:cNvPr>
          <p:cNvSpPr>
            <a:spLocks noGrp="1"/>
          </p:cNvSpPr>
          <p:nvPr>
            <p:ph idx="1"/>
          </p:nvPr>
        </p:nvSpPr>
        <p:spPr>
          <a:xfrm>
            <a:off x="676657" y="2011680"/>
            <a:ext cx="8096684" cy="3766185"/>
          </a:xfrm>
        </p:spPr>
        <p:txBody>
          <a:bodyPr>
            <a:normAutofit/>
          </a:bodyPr>
          <a:lstStyle/>
          <a:p>
            <a:r>
              <a:rPr lang="en-CA"/>
              <a:t>Consider we have an Image in game, but externally we have .bmp, .jpg, .</a:t>
            </a:r>
            <a:r>
              <a:rPr lang="en-CA" err="1"/>
              <a:t>png</a:t>
            </a:r>
            <a:r>
              <a:rPr lang="en-CA"/>
              <a:t>, </a:t>
            </a:r>
            <a:r>
              <a:rPr lang="en-CA" err="1"/>
              <a:t>etc</a:t>
            </a:r>
            <a:r>
              <a:rPr lang="en-CA"/>
              <a:t>…</a:t>
            </a:r>
          </a:p>
          <a:p>
            <a:r>
              <a:rPr lang="en-CA"/>
              <a:t>The builder pattern separates our Image from the specific way we need to load each image type</a:t>
            </a:r>
          </a:p>
        </p:txBody>
      </p:sp>
      <p:sp>
        <p:nvSpPr>
          <p:cNvPr id="2" name="Title 1">
            <a:extLst>
              <a:ext uri="{FF2B5EF4-FFF2-40B4-BE49-F238E27FC236}">
                <a16:creationId xmlns:a16="http://schemas.microsoft.com/office/drawing/2014/main" id="{ADAC9656-5308-47FA-86C6-8ADBF296D4F5}"/>
              </a:ext>
            </a:extLst>
          </p:cNvPr>
          <p:cNvSpPr>
            <a:spLocks noGrp="1"/>
          </p:cNvSpPr>
          <p:nvPr>
            <p:ph type="title"/>
          </p:nvPr>
        </p:nvSpPr>
        <p:spPr>
          <a:xfrm>
            <a:off x="657224" y="499533"/>
            <a:ext cx="10772775" cy="1658198"/>
          </a:xfrm>
        </p:spPr>
        <p:txBody>
          <a:bodyPr>
            <a:normAutofit/>
          </a:bodyPr>
          <a:lstStyle/>
          <a:p>
            <a:r>
              <a:rPr lang="en-CA" dirty="0"/>
              <a:t>Builder</a:t>
            </a:r>
          </a:p>
        </p:txBody>
      </p:sp>
    </p:spTree>
    <p:extLst>
      <p:ext uri="{BB962C8B-B14F-4D97-AF65-F5344CB8AC3E}">
        <p14:creationId xmlns:p14="http://schemas.microsoft.com/office/powerpoint/2010/main" val="9583751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9A27A-27C6-4402-A950-0A0742870D7A}"/>
              </a:ext>
            </a:extLst>
          </p:cNvPr>
          <p:cNvSpPr>
            <a:spLocks noGrp="1"/>
          </p:cNvSpPr>
          <p:nvPr>
            <p:ph type="title"/>
          </p:nvPr>
        </p:nvSpPr>
        <p:spPr>
          <a:xfrm>
            <a:off x="7836310" y="499533"/>
            <a:ext cx="3706761" cy="1658198"/>
          </a:xfrm>
        </p:spPr>
        <p:txBody>
          <a:bodyPr>
            <a:normAutofit/>
          </a:bodyPr>
          <a:lstStyle/>
          <a:p>
            <a:r>
              <a:rPr lang="en-CA" sz="4400"/>
              <a:t>Builder</a:t>
            </a:r>
          </a:p>
        </p:txBody>
      </p:sp>
      <p:pic>
        <p:nvPicPr>
          <p:cNvPr id="5" name="Picture 4">
            <a:extLst>
              <a:ext uri="{FF2B5EF4-FFF2-40B4-BE49-F238E27FC236}">
                <a16:creationId xmlns:a16="http://schemas.microsoft.com/office/drawing/2014/main" id="{7CCF11F7-8DF9-4025-BF66-D38A55E17E12}"/>
              </a:ext>
            </a:extLst>
          </p:cNvPr>
          <p:cNvPicPr>
            <a:picLocks noChangeAspect="1"/>
          </p:cNvPicPr>
          <p:nvPr/>
        </p:nvPicPr>
        <p:blipFill>
          <a:blip r:embed="rId2"/>
          <a:stretch>
            <a:fillRect/>
          </a:stretch>
        </p:blipFill>
        <p:spPr>
          <a:xfrm>
            <a:off x="633999" y="2362737"/>
            <a:ext cx="6912217" cy="2142787"/>
          </a:xfrm>
          <a:prstGeom prst="rect">
            <a:avLst/>
          </a:prstGeom>
        </p:spPr>
      </p:pic>
      <p:sp>
        <p:nvSpPr>
          <p:cNvPr id="8" name="Content Placeholder 7">
            <a:extLst>
              <a:ext uri="{FF2B5EF4-FFF2-40B4-BE49-F238E27FC236}">
                <a16:creationId xmlns:a16="http://schemas.microsoft.com/office/drawing/2014/main" id="{DA7A9DAD-0961-4BBB-9153-6DD948BEE9AF}"/>
              </a:ext>
            </a:extLst>
          </p:cNvPr>
          <p:cNvSpPr>
            <a:spLocks noGrp="1"/>
          </p:cNvSpPr>
          <p:nvPr>
            <p:ph idx="1"/>
          </p:nvPr>
        </p:nvSpPr>
        <p:spPr>
          <a:xfrm>
            <a:off x="7836310" y="2011680"/>
            <a:ext cx="3706761" cy="3864732"/>
          </a:xfrm>
        </p:spPr>
        <p:txBody>
          <a:bodyPr>
            <a:normAutofit/>
          </a:bodyPr>
          <a:lstStyle/>
          <a:p>
            <a:r>
              <a:rPr lang="en-US" sz="2000" dirty="0"/>
              <a:t>A simple implementation of the builder pattern that handles loading an image from either </a:t>
            </a:r>
            <a:r>
              <a:rPr lang="en-US" sz="2000"/>
              <a:t>png</a:t>
            </a:r>
            <a:r>
              <a:rPr lang="en-US" sz="2000" dirty="0"/>
              <a:t>, bmp, or jpg</a:t>
            </a:r>
          </a:p>
        </p:txBody>
      </p:sp>
    </p:spTree>
    <p:extLst>
      <p:ext uri="{BB962C8B-B14F-4D97-AF65-F5344CB8AC3E}">
        <p14:creationId xmlns:p14="http://schemas.microsoft.com/office/powerpoint/2010/main" val="20051481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hade val="95000"/>
            <a:satMod val="170000"/>
          </a:schemeClr>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D976C13-68E6-4E25-B13E-FC3A2D3F66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useBgFill="1">
        <p:nvSpPr>
          <p:cNvPr id="10" name="Rectangle 9">
            <a:extLst>
              <a:ext uri="{FF2B5EF4-FFF2-40B4-BE49-F238E27FC236}">
                <a16:creationId xmlns:a16="http://schemas.microsoft.com/office/drawing/2014/main" id="{9070364C-740F-4A4B-AA8B-7FD7069B7A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71AE8F-B7C5-4298-A94E-4A937B8181C8}"/>
              </a:ext>
            </a:extLst>
          </p:cNvPr>
          <p:cNvSpPr>
            <a:spLocks noGrp="1"/>
          </p:cNvSpPr>
          <p:nvPr>
            <p:ph type="title"/>
          </p:nvPr>
        </p:nvSpPr>
        <p:spPr>
          <a:xfrm>
            <a:off x="603504" y="770467"/>
            <a:ext cx="10782300" cy="3352800"/>
          </a:xfrm>
        </p:spPr>
        <p:txBody>
          <a:bodyPr vert="horz" lIns="91440" tIns="45720" rIns="91440" bIns="45720" rtlCol="0" anchor="b">
            <a:normAutofit/>
          </a:bodyPr>
          <a:lstStyle/>
          <a:p>
            <a:pPr>
              <a:lnSpc>
                <a:spcPct val="80000"/>
              </a:lnSpc>
            </a:pPr>
            <a:r>
              <a:rPr lang="en-US" sz="8800">
                <a:solidFill>
                  <a:schemeClr val="tx1"/>
                </a:solidFill>
              </a:rPr>
              <a:t>Prototype</a:t>
            </a:r>
          </a:p>
        </p:txBody>
      </p:sp>
      <p:sp>
        <p:nvSpPr>
          <p:cNvPr id="3" name="Content Placeholder 2">
            <a:extLst>
              <a:ext uri="{FF2B5EF4-FFF2-40B4-BE49-F238E27FC236}">
                <a16:creationId xmlns:a16="http://schemas.microsoft.com/office/drawing/2014/main" id="{77B86F78-A4D2-47E8-955A-AE583EB989DE}"/>
              </a:ext>
            </a:extLst>
          </p:cNvPr>
          <p:cNvSpPr>
            <a:spLocks noGrp="1"/>
          </p:cNvSpPr>
          <p:nvPr>
            <p:ph idx="1"/>
          </p:nvPr>
        </p:nvSpPr>
        <p:spPr>
          <a:xfrm>
            <a:off x="667512" y="4206876"/>
            <a:ext cx="9228201" cy="1645920"/>
          </a:xfrm>
        </p:spPr>
        <p:txBody>
          <a:bodyPr vert="horz" lIns="91440" tIns="45720" rIns="91440" bIns="45720" rtlCol="0">
            <a:normAutofit/>
          </a:bodyPr>
          <a:lstStyle/>
          <a:p>
            <a:pPr marL="0" indent="0">
              <a:buNone/>
            </a:pPr>
            <a:r>
              <a:rPr lang="en-US" sz="3200">
                <a:solidFill>
                  <a:schemeClr val="tx1"/>
                </a:solidFill>
                <a:latin typeface="+mj-lt"/>
              </a:rPr>
              <a:t>Save common configurations of objects for rapid instantiation</a:t>
            </a:r>
          </a:p>
        </p:txBody>
      </p:sp>
    </p:spTree>
    <p:extLst>
      <p:ext uri="{BB962C8B-B14F-4D97-AF65-F5344CB8AC3E}">
        <p14:creationId xmlns:p14="http://schemas.microsoft.com/office/powerpoint/2010/main" val="24367890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B02614-E109-42DE-BE63-5010FA48E4F7}"/>
              </a:ext>
            </a:extLst>
          </p:cNvPr>
          <p:cNvSpPr>
            <a:spLocks noGrp="1"/>
          </p:cNvSpPr>
          <p:nvPr>
            <p:ph type="title"/>
          </p:nvPr>
        </p:nvSpPr>
        <p:spPr/>
        <p:txBody>
          <a:bodyPr/>
          <a:lstStyle/>
          <a:p>
            <a:r>
              <a:rPr lang="en-CA" dirty="0"/>
              <a:t>Prototype</a:t>
            </a:r>
          </a:p>
        </p:txBody>
      </p:sp>
      <p:sp>
        <p:nvSpPr>
          <p:cNvPr id="3" name="Content Placeholder 2">
            <a:extLst>
              <a:ext uri="{FF2B5EF4-FFF2-40B4-BE49-F238E27FC236}">
                <a16:creationId xmlns:a16="http://schemas.microsoft.com/office/drawing/2014/main" id="{E46703AA-0B2F-487F-B9B1-84771F9F09CB}"/>
              </a:ext>
            </a:extLst>
          </p:cNvPr>
          <p:cNvSpPr>
            <a:spLocks noGrp="1"/>
          </p:cNvSpPr>
          <p:nvPr>
            <p:ph idx="1"/>
          </p:nvPr>
        </p:nvSpPr>
        <p:spPr/>
        <p:txBody>
          <a:bodyPr/>
          <a:lstStyle/>
          <a:p>
            <a:r>
              <a:rPr lang="en-CA" dirty="0"/>
              <a:t>Common configurations of complex objects are saved for cloning</a:t>
            </a:r>
          </a:p>
          <a:p>
            <a:r>
              <a:rPr lang="en-CA" dirty="0"/>
              <a:t>By copying their attributes we avoid having to set up each object individually</a:t>
            </a:r>
          </a:p>
        </p:txBody>
      </p:sp>
    </p:spTree>
    <p:extLst>
      <p:ext uri="{BB962C8B-B14F-4D97-AF65-F5344CB8AC3E}">
        <p14:creationId xmlns:p14="http://schemas.microsoft.com/office/powerpoint/2010/main" val="3581018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C81CD-C04A-4013-87B9-BF8DB41AFD50}"/>
              </a:ext>
            </a:extLst>
          </p:cNvPr>
          <p:cNvSpPr>
            <a:spLocks noGrp="1"/>
          </p:cNvSpPr>
          <p:nvPr>
            <p:ph type="title"/>
          </p:nvPr>
        </p:nvSpPr>
        <p:spPr>
          <a:xfrm>
            <a:off x="7836310" y="499533"/>
            <a:ext cx="3706761" cy="1658198"/>
          </a:xfrm>
        </p:spPr>
        <p:txBody>
          <a:bodyPr>
            <a:normAutofit/>
          </a:bodyPr>
          <a:lstStyle/>
          <a:p>
            <a:r>
              <a:rPr lang="en-CA" sz="4400" dirty="0"/>
              <a:t>Prototype</a:t>
            </a:r>
          </a:p>
        </p:txBody>
      </p:sp>
      <p:pic>
        <p:nvPicPr>
          <p:cNvPr id="4" name="Content Placeholder 3" descr="A screenshot of a cell phone&#10;&#10;Description automatically generated">
            <a:extLst>
              <a:ext uri="{FF2B5EF4-FFF2-40B4-BE49-F238E27FC236}">
                <a16:creationId xmlns:a16="http://schemas.microsoft.com/office/drawing/2014/main" id="{982F2BDC-7408-4050-AC4E-4AB7139E3F92}"/>
              </a:ext>
            </a:extLst>
          </p:cNvPr>
          <p:cNvPicPr>
            <a:picLocks noChangeAspect="1"/>
          </p:cNvPicPr>
          <p:nvPr/>
        </p:nvPicPr>
        <p:blipFill>
          <a:blip r:embed="rId2"/>
          <a:stretch>
            <a:fillRect/>
          </a:stretch>
        </p:blipFill>
        <p:spPr>
          <a:xfrm>
            <a:off x="633999" y="2146730"/>
            <a:ext cx="6912217" cy="2574800"/>
          </a:xfrm>
          <a:prstGeom prst="rect">
            <a:avLst/>
          </a:prstGeom>
        </p:spPr>
      </p:pic>
      <p:sp>
        <p:nvSpPr>
          <p:cNvPr id="8" name="Content Placeholder 7">
            <a:extLst>
              <a:ext uri="{FF2B5EF4-FFF2-40B4-BE49-F238E27FC236}">
                <a16:creationId xmlns:a16="http://schemas.microsoft.com/office/drawing/2014/main" id="{CE8B4C09-8A7B-419C-BC7A-D7F017EC967D}"/>
              </a:ext>
            </a:extLst>
          </p:cNvPr>
          <p:cNvSpPr>
            <a:spLocks noGrp="1"/>
          </p:cNvSpPr>
          <p:nvPr>
            <p:ph idx="1"/>
          </p:nvPr>
        </p:nvSpPr>
        <p:spPr>
          <a:xfrm>
            <a:off x="7836310" y="2011680"/>
            <a:ext cx="3706761" cy="3864732"/>
          </a:xfrm>
        </p:spPr>
        <p:txBody>
          <a:bodyPr>
            <a:normAutofit/>
          </a:bodyPr>
          <a:lstStyle/>
          <a:p>
            <a:r>
              <a:rPr lang="en-US" sz="2000" dirty="0"/>
              <a:t>A simple implementation of the prototype pattern that implements a clone method</a:t>
            </a:r>
          </a:p>
        </p:txBody>
      </p:sp>
    </p:spTree>
    <p:extLst>
      <p:ext uri="{BB962C8B-B14F-4D97-AF65-F5344CB8AC3E}">
        <p14:creationId xmlns:p14="http://schemas.microsoft.com/office/powerpoint/2010/main" val="20115352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hade val="95000"/>
            <a:satMod val="170000"/>
          </a:schemeClr>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D976C13-68E6-4E25-B13E-FC3A2D3F66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useBgFill="1">
        <p:nvSpPr>
          <p:cNvPr id="10" name="Rectangle 9">
            <a:extLst>
              <a:ext uri="{FF2B5EF4-FFF2-40B4-BE49-F238E27FC236}">
                <a16:creationId xmlns:a16="http://schemas.microsoft.com/office/drawing/2014/main" id="{9070364C-740F-4A4B-AA8B-7FD7069B7A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3CDF96D-DAE8-4953-80C6-6891EDA3A6F2}"/>
              </a:ext>
            </a:extLst>
          </p:cNvPr>
          <p:cNvSpPr>
            <a:spLocks noGrp="1"/>
          </p:cNvSpPr>
          <p:nvPr>
            <p:ph type="title"/>
          </p:nvPr>
        </p:nvSpPr>
        <p:spPr>
          <a:xfrm>
            <a:off x="603504" y="770467"/>
            <a:ext cx="10782300" cy="3352800"/>
          </a:xfrm>
        </p:spPr>
        <p:txBody>
          <a:bodyPr vert="horz" lIns="91440" tIns="45720" rIns="91440" bIns="45720" rtlCol="0" anchor="b">
            <a:normAutofit/>
          </a:bodyPr>
          <a:lstStyle/>
          <a:p>
            <a:r>
              <a:rPr lang="en-US"/>
              <a:t>Have a great week!</a:t>
            </a:r>
          </a:p>
        </p:txBody>
      </p:sp>
      <p:sp>
        <p:nvSpPr>
          <p:cNvPr id="3" name="Content Placeholder 2">
            <a:extLst>
              <a:ext uri="{FF2B5EF4-FFF2-40B4-BE49-F238E27FC236}">
                <a16:creationId xmlns:a16="http://schemas.microsoft.com/office/drawing/2014/main" id="{9AB81FC4-26A3-4A6A-A53F-8E0913821969}"/>
              </a:ext>
            </a:extLst>
          </p:cNvPr>
          <p:cNvSpPr>
            <a:spLocks noGrp="1"/>
          </p:cNvSpPr>
          <p:nvPr>
            <p:ph type="body" idx="1"/>
          </p:nvPr>
        </p:nvSpPr>
        <p:spPr>
          <a:xfrm>
            <a:off x="667512" y="4206876"/>
            <a:ext cx="9228201" cy="1645920"/>
          </a:xfrm>
        </p:spPr>
        <p:txBody>
          <a:bodyPr vert="horz" lIns="91440" tIns="45720" rIns="91440" bIns="45720" rtlCol="0">
            <a:normAutofit/>
          </a:bodyPr>
          <a:lstStyle/>
          <a:p>
            <a:r>
              <a:rPr lang="en-US"/>
              <a:t>Keep safe out there.</a:t>
            </a:r>
          </a:p>
        </p:txBody>
      </p:sp>
    </p:spTree>
    <p:extLst>
      <p:ext uri="{BB962C8B-B14F-4D97-AF65-F5344CB8AC3E}">
        <p14:creationId xmlns:p14="http://schemas.microsoft.com/office/powerpoint/2010/main" val="2438006903"/>
      </p:ext>
    </p:extLst>
  </p:cSld>
  <p:clrMapOvr>
    <a:masterClrMapping/>
  </p:clrMapOvr>
</p:sld>
</file>

<file path=ppt/theme/theme1.xml><?xml version="1.0" encoding="utf-8"?>
<a:theme xmlns:a="http://schemas.openxmlformats.org/drawingml/2006/main" name="Metropolitan">
  <a:themeElements>
    <a:clrScheme name="Metropolitan">
      <a:dk1>
        <a:srgbClr val="000000"/>
      </a:dk1>
      <a:lt1>
        <a:srgbClr val="FFFFFF"/>
      </a:lt1>
      <a:dk2>
        <a:srgbClr val="303034"/>
      </a:dk2>
      <a:lt2>
        <a:srgbClr val="DFDFE4"/>
      </a:lt2>
      <a:accent1>
        <a:srgbClr val="00AEEF"/>
      </a:accent1>
      <a:accent2>
        <a:srgbClr val="8CC600"/>
      </a:accent2>
      <a:accent3>
        <a:srgbClr val="FFBE00"/>
      </a:accent3>
      <a:accent4>
        <a:srgbClr val="FF0097"/>
      </a:accent4>
      <a:accent5>
        <a:srgbClr val="0071BC"/>
      </a:accent5>
      <a:accent6>
        <a:srgbClr val="FF8600"/>
      </a:accent6>
      <a:hlink>
        <a:srgbClr val="2424F0"/>
      </a:hlink>
      <a:folHlink>
        <a:srgbClr val="808080"/>
      </a:folHlink>
    </a:clrScheme>
    <a:fontScheme name="Metropolita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Metropolitan">
      <a:fillStyleLst>
        <a:solidFill>
          <a:schemeClr val="phClr"/>
        </a:solidFill>
        <a:gradFill rotWithShape="1">
          <a:gsLst>
            <a:gs pos="0">
              <a:schemeClr val="phClr">
                <a:tint val="70000"/>
                <a:satMod val="100000"/>
                <a:lumMod val="110000"/>
              </a:schemeClr>
            </a:gs>
            <a:gs pos="50000">
              <a:schemeClr val="phClr">
                <a:tint val="75000"/>
                <a:satMod val="101000"/>
                <a:lumMod val="105000"/>
              </a:schemeClr>
            </a:gs>
            <a:gs pos="100000">
              <a:schemeClr val="phClr">
                <a:tint val="82000"/>
                <a:satMod val="104000"/>
                <a:lumMod val="105000"/>
              </a:schemeClr>
            </a:gs>
          </a:gsLst>
          <a:lin ang="2700000" scaled="0"/>
        </a:gradFill>
        <a:gradFill rotWithShape="1">
          <a:gsLst>
            <a:gs pos="0">
              <a:schemeClr val="phClr">
                <a:tint val="97000"/>
                <a:satMod val="100000"/>
                <a:lumMod val="102000"/>
              </a:schemeClr>
            </a:gs>
            <a:gs pos="50000">
              <a:schemeClr val="phClr">
                <a:shade val="100000"/>
                <a:satMod val="100000"/>
                <a:lumMod val="100000"/>
              </a:schemeClr>
            </a:gs>
            <a:gs pos="100000">
              <a:schemeClr val="phClr">
                <a:shade val="80000"/>
                <a:satMod val="100000"/>
                <a:lumMod val="99000"/>
              </a:schemeClr>
            </a:gs>
          </a:gsLst>
          <a:lin ang="27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solidFill>
          <a:schemeClr val="phClr">
            <a:shade val="95000"/>
            <a:satMod val="170000"/>
          </a:schemeClr>
        </a:solidFill>
      </a:bgFillStyleLst>
    </a:fmtScheme>
  </a:themeElements>
  <a:objectDefaults/>
  <a:extraClrSchemeLst/>
  <a:extLst>
    <a:ext uri="{05A4C25C-085E-4340-85A3-A5531E510DB2}">
      <thm15:themeFamily xmlns:thm15="http://schemas.microsoft.com/office/thememl/2012/main" name="Metropolitan" id="{4C5440D6-04D2-4954-96CF-F251137069B2}" vid="{9FF7CA0D-8839-4012-B51C-B152F9BD654A}"/>
    </a:ext>
  </a:extLst>
</a:theme>
</file>

<file path=docProps/app.xml><?xml version="1.0" encoding="utf-8"?>
<Properties xmlns="http://schemas.openxmlformats.org/officeDocument/2006/extended-properties" xmlns:vt="http://schemas.openxmlformats.org/officeDocument/2006/docPropsVTypes">
  <TotalTime>11</TotalTime>
  <Words>782</Words>
  <Application>Microsoft Office PowerPoint</Application>
  <PresentationFormat>Widescreen</PresentationFormat>
  <Paragraphs>92</Paragraphs>
  <Slides>31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 Light</vt:lpstr>
      <vt:lpstr>Metropolitan</vt:lpstr>
      <vt:lpstr>Classes &amp; Design Patterns</vt:lpstr>
      <vt:lpstr>Introduction</vt:lpstr>
      <vt:lpstr>Observer</vt:lpstr>
      <vt:lpstr>Observer</vt:lpstr>
      <vt:lpstr>Observer</vt:lpstr>
      <vt:lpstr>Factory Method</vt:lpstr>
      <vt:lpstr>Factory Method</vt:lpstr>
      <vt:lpstr>Factory Method</vt:lpstr>
      <vt:lpstr>Composite</vt:lpstr>
      <vt:lpstr>Composite</vt:lpstr>
      <vt:lpstr>Composite</vt:lpstr>
      <vt:lpstr>Model View Controller</vt:lpstr>
      <vt:lpstr>Model View Controller</vt:lpstr>
      <vt:lpstr>Model View Controller</vt:lpstr>
      <vt:lpstr>Model View Controller</vt:lpstr>
      <vt:lpstr>Model View Controller</vt:lpstr>
      <vt:lpstr>Spatial Index</vt:lpstr>
      <vt:lpstr>Spatial Index</vt:lpstr>
      <vt:lpstr>Spatial Index – Quad Tree</vt:lpstr>
      <vt:lpstr>Spatial Index – Quad Tree</vt:lpstr>
      <vt:lpstr>Spatial Index</vt:lpstr>
      <vt:lpstr>Flyweight</vt:lpstr>
      <vt:lpstr>Flyweight</vt:lpstr>
      <vt:lpstr>Flyweight</vt:lpstr>
      <vt:lpstr>Builder</vt:lpstr>
      <vt:lpstr>Builder</vt:lpstr>
      <vt:lpstr>Builder</vt:lpstr>
      <vt:lpstr>Prototype</vt:lpstr>
      <vt:lpstr>Prototype</vt:lpstr>
      <vt:lpstr>Prototype</vt:lpstr>
      <vt:lpstr>Have a great week!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Classes &amp; Design Patterns</dc:title>
  <dc:creator>Aidan Dearing</dc:creator>
  <cp:lastModifiedBy>Aidan Dearing</cp:lastModifiedBy>
  <cp:revision>2</cp:revision>
  <dcterms:created xsi:type="dcterms:W3CDTF">2020-03-26T18:17:23Z</dcterms:created>
  <dcterms:modified xsi:type="dcterms:W3CDTF">2020-03-26T18:29:03Z</dcterms:modified>
</cp:coreProperties>
</file>