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D35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595A64-4B69-47C0-AACF-D50BD500EDC8}" v="1470" dt="2019-02-01T17:49:32.8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210" y="5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idan Dearing" userId="549f97a1b1354368" providerId="LiveId" clId="{51595A64-4B69-47C0-AACF-D50BD500EDC8}"/>
    <pc:docChg chg="undo custSel addSld delSld modSld">
      <pc:chgData name="Aidan Dearing" userId="549f97a1b1354368" providerId="LiveId" clId="{51595A64-4B69-47C0-AACF-D50BD500EDC8}" dt="2019-02-01T17:49:32.812" v="1920"/>
      <pc:docMkLst>
        <pc:docMk/>
      </pc:docMkLst>
      <pc:sldChg chg="modTransition">
        <pc:chgData name="Aidan Dearing" userId="549f97a1b1354368" providerId="LiveId" clId="{51595A64-4B69-47C0-AACF-D50BD500EDC8}" dt="2019-02-01T16:54:01.211" v="1049"/>
        <pc:sldMkLst>
          <pc:docMk/>
          <pc:sldMk cId="1701262055" sldId="257"/>
        </pc:sldMkLst>
      </pc:sldChg>
      <pc:sldChg chg="modTransition">
        <pc:chgData name="Aidan Dearing" userId="549f97a1b1354368" providerId="LiveId" clId="{51595A64-4B69-47C0-AACF-D50BD500EDC8}" dt="2019-02-01T16:54:09.145" v="1051"/>
        <pc:sldMkLst>
          <pc:docMk/>
          <pc:sldMk cId="3538969017" sldId="258"/>
        </pc:sldMkLst>
      </pc:sldChg>
      <pc:sldChg chg="modTransition">
        <pc:chgData name="Aidan Dearing" userId="549f97a1b1354368" providerId="LiveId" clId="{51595A64-4B69-47C0-AACF-D50BD500EDC8}" dt="2019-02-01T16:54:21.860" v="1055"/>
        <pc:sldMkLst>
          <pc:docMk/>
          <pc:sldMk cId="4291337619" sldId="259"/>
        </pc:sldMkLst>
      </pc:sldChg>
      <pc:sldChg chg="modTransition">
        <pc:chgData name="Aidan Dearing" userId="549f97a1b1354368" providerId="LiveId" clId="{51595A64-4B69-47C0-AACF-D50BD500EDC8}" dt="2019-02-01T16:54:28.977" v="1057"/>
        <pc:sldMkLst>
          <pc:docMk/>
          <pc:sldMk cId="1046881376" sldId="260"/>
        </pc:sldMkLst>
      </pc:sldChg>
      <pc:sldChg chg="modTransition">
        <pc:chgData name="Aidan Dearing" userId="549f97a1b1354368" providerId="LiveId" clId="{51595A64-4B69-47C0-AACF-D50BD500EDC8}" dt="2019-02-01T16:54:33.321" v="1058"/>
        <pc:sldMkLst>
          <pc:docMk/>
          <pc:sldMk cId="4073478566" sldId="261"/>
        </pc:sldMkLst>
      </pc:sldChg>
      <pc:sldChg chg="modTransition">
        <pc:chgData name="Aidan Dearing" userId="549f97a1b1354368" providerId="LiveId" clId="{51595A64-4B69-47C0-AACF-D50BD500EDC8}" dt="2019-02-01T16:54:41.200" v="1061"/>
        <pc:sldMkLst>
          <pc:docMk/>
          <pc:sldMk cId="2313815062" sldId="262"/>
        </pc:sldMkLst>
      </pc:sldChg>
      <pc:sldChg chg="modTransition">
        <pc:chgData name="Aidan Dearing" userId="549f97a1b1354368" providerId="LiveId" clId="{51595A64-4B69-47C0-AACF-D50BD500EDC8}" dt="2019-02-01T16:54:45.419" v="1062"/>
        <pc:sldMkLst>
          <pc:docMk/>
          <pc:sldMk cId="2727874010" sldId="263"/>
        </pc:sldMkLst>
      </pc:sldChg>
      <pc:sldChg chg="modTransition">
        <pc:chgData name="Aidan Dearing" userId="549f97a1b1354368" providerId="LiveId" clId="{51595A64-4B69-47C0-AACF-D50BD500EDC8}" dt="2019-02-01T16:54:54.058" v="1063"/>
        <pc:sldMkLst>
          <pc:docMk/>
          <pc:sldMk cId="693251885" sldId="264"/>
        </pc:sldMkLst>
      </pc:sldChg>
      <pc:sldChg chg="modSp modTransition">
        <pc:chgData name="Aidan Dearing" userId="549f97a1b1354368" providerId="LiveId" clId="{51595A64-4B69-47C0-AACF-D50BD500EDC8}" dt="2019-02-01T16:54:58.011" v="1064"/>
        <pc:sldMkLst>
          <pc:docMk/>
          <pc:sldMk cId="3586393226" sldId="265"/>
        </pc:sldMkLst>
        <pc:spChg chg="mod">
          <ac:chgData name="Aidan Dearing" userId="549f97a1b1354368" providerId="LiveId" clId="{51595A64-4B69-47C0-AACF-D50BD500EDC8}" dt="2019-02-01T16:07:15.938" v="132" actId="20577"/>
          <ac:spMkLst>
            <pc:docMk/>
            <pc:sldMk cId="3586393226" sldId="265"/>
            <ac:spMk id="3" creationId="{BD61F11D-5223-4200-A2DD-1DAC02DF18FC}"/>
          </ac:spMkLst>
        </pc:spChg>
      </pc:sldChg>
      <pc:sldChg chg="modSp add modTransition">
        <pc:chgData name="Aidan Dearing" userId="549f97a1b1354368" providerId="LiveId" clId="{51595A64-4B69-47C0-AACF-D50BD500EDC8}" dt="2019-02-01T16:55:01.517" v="1065"/>
        <pc:sldMkLst>
          <pc:docMk/>
          <pc:sldMk cId="2139051796" sldId="266"/>
        </pc:sldMkLst>
        <pc:spChg chg="mod">
          <ac:chgData name="Aidan Dearing" userId="549f97a1b1354368" providerId="LiveId" clId="{51595A64-4B69-47C0-AACF-D50BD500EDC8}" dt="2019-02-01T16:16:53.929" v="415" actId="20577"/>
          <ac:spMkLst>
            <pc:docMk/>
            <pc:sldMk cId="2139051796" sldId="266"/>
            <ac:spMk id="2" creationId="{AA6FAAD3-5772-4939-A429-10D0D7BA2480}"/>
          </ac:spMkLst>
        </pc:spChg>
        <pc:spChg chg="mod">
          <ac:chgData name="Aidan Dearing" userId="549f97a1b1354368" providerId="LiveId" clId="{51595A64-4B69-47C0-AACF-D50BD500EDC8}" dt="2019-02-01T16:16:59.016" v="417" actId="20577"/>
          <ac:spMkLst>
            <pc:docMk/>
            <pc:sldMk cId="2139051796" sldId="266"/>
            <ac:spMk id="3" creationId="{8F4F0B4B-BD98-4E58-A4EB-CC14EBF335F5}"/>
          </ac:spMkLst>
        </pc:spChg>
      </pc:sldChg>
      <pc:sldChg chg="modSp add modTransition">
        <pc:chgData name="Aidan Dearing" userId="549f97a1b1354368" providerId="LiveId" clId="{51595A64-4B69-47C0-AACF-D50BD500EDC8}" dt="2019-02-01T16:55:04.396" v="1066"/>
        <pc:sldMkLst>
          <pc:docMk/>
          <pc:sldMk cId="2532146217" sldId="267"/>
        </pc:sldMkLst>
        <pc:spChg chg="mod">
          <ac:chgData name="Aidan Dearing" userId="549f97a1b1354368" providerId="LiveId" clId="{51595A64-4B69-47C0-AACF-D50BD500EDC8}" dt="2019-02-01T16:17:20.829" v="450" actId="20577"/>
          <ac:spMkLst>
            <pc:docMk/>
            <pc:sldMk cId="2532146217" sldId="267"/>
            <ac:spMk id="2" creationId="{812EB028-F6E4-4A3C-8F77-BF71AB991C79}"/>
          </ac:spMkLst>
        </pc:spChg>
        <pc:spChg chg="mod">
          <ac:chgData name="Aidan Dearing" userId="549f97a1b1354368" providerId="LiveId" clId="{51595A64-4B69-47C0-AACF-D50BD500EDC8}" dt="2019-02-01T16:22:28.995" v="613" actId="20577"/>
          <ac:spMkLst>
            <pc:docMk/>
            <pc:sldMk cId="2532146217" sldId="267"/>
            <ac:spMk id="3" creationId="{82DD8029-87CD-4631-B42D-5A7B8D137AEE}"/>
          </ac:spMkLst>
        </pc:spChg>
      </pc:sldChg>
      <pc:sldChg chg="modSp add modTransition">
        <pc:chgData name="Aidan Dearing" userId="549f97a1b1354368" providerId="LiveId" clId="{51595A64-4B69-47C0-AACF-D50BD500EDC8}" dt="2019-02-01T16:55:07.086" v="1067"/>
        <pc:sldMkLst>
          <pc:docMk/>
          <pc:sldMk cId="862671284" sldId="268"/>
        </pc:sldMkLst>
        <pc:spChg chg="mod">
          <ac:chgData name="Aidan Dearing" userId="549f97a1b1354368" providerId="LiveId" clId="{51595A64-4B69-47C0-AACF-D50BD500EDC8}" dt="2019-02-01T16:22:41.229" v="622" actId="20577"/>
          <ac:spMkLst>
            <pc:docMk/>
            <pc:sldMk cId="862671284" sldId="268"/>
            <ac:spMk id="2" creationId="{011C6C63-040B-4DD3-ABE6-68EBCCAEB55D}"/>
          </ac:spMkLst>
        </pc:spChg>
        <pc:spChg chg="mod">
          <ac:chgData name="Aidan Dearing" userId="549f97a1b1354368" providerId="LiveId" clId="{51595A64-4B69-47C0-AACF-D50BD500EDC8}" dt="2019-02-01T16:42:29.621" v="954" actId="207"/>
          <ac:spMkLst>
            <pc:docMk/>
            <pc:sldMk cId="862671284" sldId="268"/>
            <ac:spMk id="3" creationId="{620E995B-F190-43DC-B629-528830ECBD37}"/>
          </ac:spMkLst>
        </pc:spChg>
      </pc:sldChg>
      <pc:sldChg chg="modSp add modTransition">
        <pc:chgData name="Aidan Dearing" userId="549f97a1b1354368" providerId="LiveId" clId="{51595A64-4B69-47C0-AACF-D50BD500EDC8}" dt="2019-02-01T16:55:09.449" v="1068"/>
        <pc:sldMkLst>
          <pc:docMk/>
          <pc:sldMk cId="3125285659" sldId="269"/>
        </pc:sldMkLst>
        <pc:spChg chg="mod">
          <ac:chgData name="Aidan Dearing" userId="549f97a1b1354368" providerId="LiveId" clId="{51595A64-4B69-47C0-AACF-D50BD500EDC8}" dt="2019-02-01T16:46:32.407" v="965" actId="20577"/>
          <ac:spMkLst>
            <pc:docMk/>
            <pc:sldMk cId="3125285659" sldId="269"/>
            <ac:spMk id="2" creationId="{641ED8D9-7DAA-4583-A964-FA6304BB741D}"/>
          </ac:spMkLst>
        </pc:spChg>
        <pc:spChg chg="mod">
          <ac:chgData name="Aidan Dearing" userId="549f97a1b1354368" providerId="LiveId" clId="{51595A64-4B69-47C0-AACF-D50BD500EDC8}" dt="2019-02-01T16:53:43.488" v="1048" actId="207"/>
          <ac:spMkLst>
            <pc:docMk/>
            <pc:sldMk cId="3125285659" sldId="269"/>
            <ac:spMk id="3" creationId="{F15F9972-262B-40AC-9592-B61F547FCE9D}"/>
          </ac:spMkLst>
        </pc:spChg>
      </pc:sldChg>
      <pc:sldChg chg="modSp add modTransition">
        <pc:chgData name="Aidan Dearing" userId="549f97a1b1354368" providerId="LiveId" clId="{51595A64-4B69-47C0-AACF-D50BD500EDC8}" dt="2019-02-01T17:42:16.306" v="1781"/>
        <pc:sldMkLst>
          <pc:docMk/>
          <pc:sldMk cId="26455450" sldId="270"/>
        </pc:sldMkLst>
        <pc:spChg chg="mod">
          <ac:chgData name="Aidan Dearing" userId="549f97a1b1354368" providerId="LiveId" clId="{51595A64-4B69-47C0-AACF-D50BD500EDC8}" dt="2019-02-01T16:55:24.308" v="1080" actId="20577"/>
          <ac:spMkLst>
            <pc:docMk/>
            <pc:sldMk cId="26455450" sldId="270"/>
            <ac:spMk id="2" creationId="{86CF825B-5DC1-47F1-844C-9FB70F2C9FEE}"/>
          </ac:spMkLst>
        </pc:spChg>
        <pc:spChg chg="mod">
          <ac:chgData name="Aidan Dearing" userId="549f97a1b1354368" providerId="LiveId" clId="{51595A64-4B69-47C0-AACF-D50BD500EDC8}" dt="2019-02-01T16:58:36.196" v="1147" actId="207"/>
          <ac:spMkLst>
            <pc:docMk/>
            <pc:sldMk cId="26455450" sldId="270"/>
            <ac:spMk id="3" creationId="{74A4B1FA-BD74-499B-82AD-9B266AE15554}"/>
          </ac:spMkLst>
        </pc:spChg>
      </pc:sldChg>
      <pc:sldChg chg="modSp add modTransition">
        <pc:chgData name="Aidan Dearing" userId="549f97a1b1354368" providerId="LiveId" clId="{51595A64-4B69-47C0-AACF-D50BD500EDC8}" dt="2019-02-01T17:42:17.803" v="1782"/>
        <pc:sldMkLst>
          <pc:docMk/>
          <pc:sldMk cId="4104810757" sldId="271"/>
        </pc:sldMkLst>
        <pc:spChg chg="mod">
          <ac:chgData name="Aidan Dearing" userId="549f97a1b1354368" providerId="LiveId" clId="{51595A64-4B69-47C0-AACF-D50BD500EDC8}" dt="2019-02-01T16:58:58.463" v="1157" actId="20577"/>
          <ac:spMkLst>
            <pc:docMk/>
            <pc:sldMk cId="4104810757" sldId="271"/>
            <ac:spMk id="2" creationId="{7F9A643C-5887-461F-B0D2-55FFE96AF11B}"/>
          </ac:spMkLst>
        </pc:spChg>
        <pc:spChg chg="mod">
          <ac:chgData name="Aidan Dearing" userId="549f97a1b1354368" providerId="LiveId" clId="{51595A64-4B69-47C0-AACF-D50BD500EDC8}" dt="2019-02-01T17:03:35.124" v="1365" actId="122"/>
          <ac:spMkLst>
            <pc:docMk/>
            <pc:sldMk cId="4104810757" sldId="271"/>
            <ac:spMk id="3" creationId="{EA14FCA1-45E6-4C1B-B1B4-324138EADDE8}"/>
          </ac:spMkLst>
        </pc:spChg>
      </pc:sldChg>
      <pc:sldChg chg="modSp add modTransition">
        <pc:chgData name="Aidan Dearing" userId="549f97a1b1354368" providerId="LiveId" clId="{51595A64-4B69-47C0-AACF-D50BD500EDC8}" dt="2019-02-01T17:42:19.500" v="1783"/>
        <pc:sldMkLst>
          <pc:docMk/>
          <pc:sldMk cId="260235329" sldId="272"/>
        </pc:sldMkLst>
        <pc:spChg chg="mod">
          <ac:chgData name="Aidan Dearing" userId="549f97a1b1354368" providerId="LiveId" clId="{51595A64-4B69-47C0-AACF-D50BD500EDC8}" dt="2019-02-01T17:03:47.423" v="1373" actId="20577"/>
          <ac:spMkLst>
            <pc:docMk/>
            <pc:sldMk cId="260235329" sldId="272"/>
            <ac:spMk id="2" creationId="{8F5E393A-9A9B-4693-9444-518E7DC179E9}"/>
          </ac:spMkLst>
        </pc:spChg>
        <pc:spChg chg="mod">
          <ac:chgData name="Aidan Dearing" userId="549f97a1b1354368" providerId="LiveId" clId="{51595A64-4B69-47C0-AACF-D50BD500EDC8}" dt="2019-02-01T17:06:03.908" v="1459" actId="120"/>
          <ac:spMkLst>
            <pc:docMk/>
            <pc:sldMk cId="260235329" sldId="272"/>
            <ac:spMk id="3" creationId="{1FFC7D36-7220-4864-8C7C-4A71FE722B30}"/>
          </ac:spMkLst>
        </pc:spChg>
      </pc:sldChg>
      <pc:sldChg chg="modSp add modTransition">
        <pc:chgData name="Aidan Dearing" userId="549f97a1b1354368" providerId="LiveId" clId="{51595A64-4B69-47C0-AACF-D50BD500EDC8}" dt="2019-02-01T17:42:21.435" v="1784"/>
        <pc:sldMkLst>
          <pc:docMk/>
          <pc:sldMk cId="3040890957" sldId="273"/>
        </pc:sldMkLst>
        <pc:spChg chg="mod">
          <ac:chgData name="Aidan Dearing" userId="549f97a1b1354368" providerId="LiveId" clId="{51595A64-4B69-47C0-AACF-D50BD500EDC8}" dt="2019-02-01T17:36:54.639" v="1468" actId="20577"/>
          <ac:spMkLst>
            <pc:docMk/>
            <pc:sldMk cId="3040890957" sldId="273"/>
            <ac:spMk id="2" creationId="{0FA53243-43F5-4B3A-8EE4-7D26C4EA2DA0}"/>
          </ac:spMkLst>
        </pc:spChg>
        <pc:spChg chg="mod">
          <ac:chgData name="Aidan Dearing" userId="549f97a1b1354368" providerId="LiveId" clId="{51595A64-4B69-47C0-AACF-D50BD500EDC8}" dt="2019-02-01T17:40:09.472" v="1603" actId="113"/>
          <ac:spMkLst>
            <pc:docMk/>
            <pc:sldMk cId="3040890957" sldId="273"/>
            <ac:spMk id="3" creationId="{DAC5770B-301D-471F-8979-93199814816A}"/>
          </ac:spMkLst>
        </pc:spChg>
      </pc:sldChg>
      <pc:sldChg chg="addSp modSp add del mod modTransition setBg">
        <pc:chgData name="Aidan Dearing" userId="549f97a1b1354368" providerId="LiveId" clId="{51595A64-4B69-47C0-AACF-D50BD500EDC8}" dt="2019-02-01T17:48:53.551" v="1911" actId="2696"/>
        <pc:sldMkLst>
          <pc:docMk/>
          <pc:sldMk cId="2166406093" sldId="274"/>
        </pc:sldMkLst>
        <pc:spChg chg="mod">
          <ac:chgData name="Aidan Dearing" userId="549f97a1b1354368" providerId="LiveId" clId="{51595A64-4B69-47C0-AACF-D50BD500EDC8}" dt="2019-02-01T17:42:04.598" v="1780" actId="26606"/>
          <ac:spMkLst>
            <pc:docMk/>
            <pc:sldMk cId="2166406093" sldId="274"/>
            <ac:spMk id="2" creationId="{8A4DDFBF-E993-4257-8E3C-5887368892E0}"/>
          </ac:spMkLst>
        </pc:spChg>
        <pc:spChg chg="mod">
          <ac:chgData name="Aidan Dearing" userId="549f97a1b1354368" providerId="LiveId" clId="{51595A64-4B69-47C0-AACF-D50BD500EDC8}" dt="2019-02-01T17:42:04.598" v="1780" actId="26606"/>
          <ac:spMkLst>
            <pc:docMk/>
            <pc:sldMk cId="2166406093" sldId="274"/>
            <ac:spMk id="3" creationId="{625CCCBA-CF3A-456A-8FF6-0FB77BC146D0}"/>
          </ac:spMkLst>
        </pc:spChg>
        <pc:spChg chg="add">
          <ac:chgData name="Aidan Dearing" userId="549f97a1b1354368" providerId="LiveId" clId="{51595A64-4B69-47C0-AACF-D50BD500EDC8}" dt="2019-02-01T17:42:04.598" v="1780" actId="26606"/>
          <ac:spMkLst>
            <pc:docMk/>
            <pc:sldMk cId="2166406093" sldId="274"/>
            <ac:spMk id="8" creationId="{35C44DBB-AD7C-4682-B258-6367305D207B}"/>
          </ac:spMkLst>
        </pc:spChg>
        <pc:cxnChg chg="add">
          <ac:chgData name="Aidan Dearing" userId="549f97a1b1354368" providerId="LiveId" clId="{51595A64-4B69-47C0-AACF-D50BD500EDC8}" dt="2019-02-01T17:42:04.598" v="1780" actId="26606"/>
          <ac:cxnSpMkLst>
            <pc:docMk/>
            <pc:sldMk cId="2166406093" sldId="274"/>
            <ac:cxnSpMk id="10" creationId="{A1CED323-FAF0-4E0B-8717-FC1F468A28FE}"/>
          </ac:cxnSpMkLst>
        </pc:cxnChg>
      </pc:sldChg>
      <pc:sldChg chg="addSp delSp modSp add mod modTransition setBg setClrOvrMap">
        <pc:chgData name="Aidan Dearing" userId="549f97a1b1354368" providerId="LiveId" clId="{51595A64-4B69-47C0-AACF-D50BD500EDC8}" dt="2019-02-01T17:49:32.812" v="1920"/>
        <pc:sldMkLst>
          <pc:docMk/>
          <pc:sldMk cId="3840293582" sldId="274"/>
        </pc:sldMkLst>
        <pc:spChg chg="del">
          <ac:chgData name="Aidan Dearing" userId="549f97a1b1354368" providerId="LiveId" clId="{51595A64-4B69-47C0-AACF-D50BD500EDC8}" dt="2019-02-01T17:49:02.848" v="1914"/>
          <ac:spMkLst>
            <pc:docMk/>
            <pc:sldMk cId="3840293582" sldId="274"/>
            <ac:spMk id="2" creationId="{2833754F-5CDB-4F8D-85BC-759A11D5B1C0}"/>
          </ac:spMkLst>
        </pc:spChg>
        <pc:spChg chg="del">
          <ac:chgData name="Aidan Dearing" userId="549f97a1b1354368" providerId="LiveId" clId="{51595A64-4B69-47C0-AACF-D50BD500EDC8}" dt="2019-02-01T17:49:02.848" v="1914"/>
          <ac:spMkLst>
            <pc:docMk/>
            <pc:sldMk cId="3840293582" sldId="274"/>
            <ac:spMk id="3" creationId="{87CD067C-907D-46B6-AA0E-F17273BBD03B}"/>
          </ac:spMkLst>
        </pc:spChg>
        <pc:spChg chg="add mod">
          <ac:chgData name="Aidan Dearing" userId="549f97a1b1354368" providerId="LiveId" clId="{51595A64-4B69-47C0-AACF-D50BD500EDC8}" dt="2019-02-01T17:49:20.801" v="1918" actId="26606"/>
          <ac:spMkLst>
            <pc:docMk/>
            <pc:sldMk cId="3840293582" sldId="274"/>
            <ac:spMk id="4" creationId="{E51BBB82-24C8-40C8-8A94-992561BE9C73}"/>
          </ac:spMkLst>
        </pc:spChg>
        <pc:spChg chg="add mod">
          <ac:chgData name="Aidan Dearing" userId="549f97a1b1354368" providerId="LiveId" clId="{51595A64-4B69-47C0-AACF-D50BD500EDC8}" dt="2019-02-01T17:49:20.801" v="1918" actId="26606"/>
          <ac:spMkLst>
            <pc:docMk/>
            <pc:sldMk cId="3840293582" sldId="274"/>
            <ac:spMk id="5" creationId="{744E35F5-BD72-4EBB-9E1A-865217A5FB0D}"/>
          </ac:spMkLst>
        </pc:spChg>
        <pc:spChg chg="add">
          <ac:chgData name="Aidan Dearing" userId="549f97a1b1354368" providerId="LiveId" clId="{51595A64-4B69-47C0-AACF-D50BD500EDC8}" dt="2019-02-01T17:49:20.801" v="1918" actId="26606"/>
          <ac:spMkLst>
            <pc:docMk/>
            <pc:sldMk cId="3840293582" sldId="274"/>
            <ac:spMk id="10" creationId="{597EA66B-2AAB-42B0-9F9D-38920D8D82D7}"/>
          </ac:spMkLst>
        </pc:spChg>
        <pc:spChg chg="add">
          <ac:chgData name="Aidan Dearing" userId="549f97a1b1354368" providerId="LiveId" clId="{51595A64-4B69-47C0-AACF-D50BD500EDC8}" dt="2019-02-01T17:49:20.801" v="1918" actId="26606"/>
          <ac:spMkLst>
            <pc:docMk/>
            <pc:sldMk cId="3840293582" sldId="274"/>
            <ac:spMk id="12" creationId="{D360EBE3-31BB-422F-AA87-FA3873DAE484}"/>
          </ac:spMkLst>
        </pc:spChg>
      </pc:sldChg>
      <pc:sldChg chg="addSp modSp add del mod setBg">
        <pc:chgData name="Aidan Dearing" userId="549f97a1b1354368" providerId="LiveId" clId="{51595A64-4B69-47C0-AACF-D50BD500EDC8}" dt="2019-02-01T17:48:55.390" v="1912" actId="2696"/>
        <pc:sldMkLst>
          <pc:docMk/>
          <pc:sldMk cId="4171196706" sldId="275"/>
        </pc:sldMkLst>
        <pc:spChg chg="mod">
          <ac:chgData name="Aidan Dearing" userId="549f97a1b1354368" providerId="LiveId" clId="{51595A64-4B69-47C0-AACF-D50BD500EDC8}" dt="2019-02-01T17:48:40.121" v="1910" actId="26606"/>
          <ac:spMkLst>
            <pc:docMk/>
            <pc:sldMk cId="4171196706" sldId="275"/>
            <ac:spMk id="2" creationId="{8D05252F-D369-43B2-AC09-69234FD6B033}"/>
          </ac:spMkLst>
        </pc:spChg>
        <pc:spChg chg="mod">
          <ac:chgData name="Aidan Dearing" userId="549f97a1b1354368" providerId="LiveId" clId="{51595A64-4B69-47C0-AACF-D50BD500EDC8}" dt="2019-02-01T17:48:40.121" v="1910" actId="26606"/>
          <ac:spMkLst>
            <pc:docMk/>
            <pc:sldMk cId="4171196706" sldId="275"/>
            <ac:spMk id="3" creationId="{F68F99C5-66E9-46E3-8EC2-83A24D273BEF}"/>
          </ac:spMkLst>
        </pc:spChg>
        <pc:spChg chg="add">
          <ac:chgData name="Aidan Dearing" userId="549f97a1b1354368" providerId="LiveId" clId="{51595A64-4B69-47C0-AACF-D50BD500EDC8}" dt="2019-02-01T17:48:40.121" v="1910" actId="26606"/>
          <ac:spMkLst>
            <pc:docMk/>
            <pc:sldMk cId="4171196706" sldId="275"/>
            <ac:spMk id="8" creationId="{35C44DBB-AD7C-4682-B258-6367305D207B}"/>
          </ac:spMkLst>
        </pc:spChg>
        <pc:cxnChg chg="add">
          <ac:chgData name="Aidan Dearing" userId="549f97a1b1354368" providerId="LiveId" clId="{51595A64-4B69-47C0-AACF-D50BD500EDC8}" dt="2019-02-01T17:48:40.121" v="1910" actId="26606"/>
          <ac:cxnSpMkLst>
            <pc:docMk/>
            <pc:sldMk cId="4171196706" sldId="275"/>
            <ac:cxnSpMk id="10" creationId="{A1CED323-FAF0-4E0B-8717-FC1F468A28FE}"/>
          </ac:cxnSpMkLst>
        </pc:cxn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The Complex Plane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Imaginary Axis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</c:f>
              <c:numCache>
                <c:formatCode>General</c:formatCode>
                <c:ptCount val="1"/>
                <c:pt idx="0">
                  <c:v>2</c:v>
                </c:pt>
              </c:numCache>
            </c:numRef>
          </c:xVal>
          <c:yVal>
            <c:numRef>
              <c:f>Sheet1!$B$2</c:f>
              <c:numCache>
                <c:formatCode>General</c:formatCode>
                <c:ptCount val="1"/>
                <c:pt idx="0">
                  <c:v>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113-47EB-B331-5CCC03947D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91525359"/>
        <c:axId val="674825423"/>
      </c:scatterChart>
      <c:valAx>
        <c:axId val="1091525359"/>
        <c:scaling>
          <c:orientation val="minMax"/>
          <c:min val="-2.5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 dirty="0"/>
                  <a:t>Real Axis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74825423"/>
        <c:crossesAt val="0"/>
        <c:crossBetween val="midCat"/>
        <c:majorUnit val="0.5"/>
      </c:valAx>
      <c:valAx>
        <c:axId val="674825423"/>
        <c:scaling>
          <c:orientation val="minMax"/>
          <c:min val="-3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 dirty="0"/>
                  <a:t>Imaginary</a:t>
                </a:r>
                <a:r>
                  <a:rPr lang="en-CA" baseline="0" dirty="0"/>
                  <a:t> Axis</a:t>
                </a:r>
                <a:endParaRPr lang="en-CA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1525359"/>
        <c:crosses val="autoZero"/>
        <c:crossBetween val="midCat"/>
        <c:majorUnit val="0.5"/>
        <c:minorUnit val="0.2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2/1/2019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2/1/2019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2/1/2019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2/1/2019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2/1/2019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2/1/2019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2/1/2019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2/1/2019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2/1/2019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2/1/2019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2/1/2019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2/1/2019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2/1/2019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2/1/2019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2/1/2019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16FC6-9E2A-4D11-9EF4-BA7498C004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Quaternion Math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6081F8-0B37-4814-BB64-E99EDFB608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GAME 256</a:t>
            </a:r>
          </a:p>
        </p:txBody>
      </p:sp>
    </p:spTree>
    <p:extLst>
      <p:ext uri="{BB962C8B-B14F-4D97-AF65-F5344CB8AC3E}">
        <p14:creationId xmlns:p14="http://schemas.microsoft.com/office/powerpoint/2010/main" val="3484746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C44DBB-AD7C-4682-B258-6367305D2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7709DB-09C1-47F4-A0E0-8E56D73D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1218476"/>
            <a:ext cx="3187318" cy="4421050"/>
          </a:xfrm>
          <a:effectLst/>
        </p:spPr>
        <p:txBody>
          <a:bodyPr anchor="ctr">
            <a:normAutofit/>
          </a:bodyPr>
          <a:lstStyle/>
          <a:p>
            <a:pPr algn="r"/>
            <a:r>
              <a:rPr lang="en-CA" sz="3200">
                <a:solidFill>
                  <a:schemeClr val="tx1"/>
                </a:solidFill>
              </a:rPr>
              <a:t>Quaternions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CED323-FAF0-4E0B-8717-FC1F468A2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49634" y="1696777"/>
            <a:ext cx="0" cy="3464447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8641A-027A-419E-9AB8-35283FBE0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6751" y="1218475"/>
            <a:ext cx="6080050" cy="4421051"/>
          </a:xfrm>
          <a:effectLst/>
        </p:spPr>
        <p:txBody>
          <a:bodyPr>
            <a:normAutofit/>
          </a:bodyPr>
          <a:lstStyle/>
          <a:p>
            <a:r>
              <a:rPr lang="en-CA" sz="1600" dirty="0">
                <a:solidFill>
                  <a:srgbClr val="FFFFFF"/>
                </a:solidFill>
              </a:rPr>
              <a:t>Orientation</a:t>
            </a:r>
          </a:p>
          <a:p>
            <a:r>
              <a:rPr lang="en-CA" sz="1600" dirty="0"/>
              <a:t>Complex Numbers</a:t>
            </a:r>
          </a:p>
          <a:p>
            <a:r>
              <a:rPr lang="en-CA" sz="1600" dirty="0"/>
              <a:t>Math with </a:t>
            </a:r>
            <a:r>
              <a:rPr lang="en-CA" sz="1600" i="1" dirty="0" err="1"/>
              <a:t>i</a:t>
            </a:r>
            <a:endParaRPr lang="en-CA" sz="1600" dirty="0"/>
          </a:p>
          <a:p>
            <a:r>
              <a:rPr lang="en-CA" sz="1600" dirty="0"/>
              <a:t>Graphing Complex Numbers</a:t>
            </a:r>
          </a:p>
          <a:p>
            <a:r>
              <a:rPr lang="en-CA" sz="1600" dirty="0"/>
              <a:t>Quaternions</a:t>
            </a:r>
          </a:p>
        </p:txBody>
      </p:sp>
    </p:spTree>
    <p:extLst>
      <p:ext uri="{BB962C8B-B14F-4D97-AF65-F5344CB8AC3E}">
        <p14:creationId xmlns:p14="http://schemas.microsoft.com/office/powerpoint/2010/main" val="1701262055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7">
            <a:extLst>
              <a:ext uri="{FF2B5EF4-FFF2-40B4-BE49-F238E27FC236}">
                <a16:creationId xmlns:a16="http://schemas.microsoft.com/office/drawing/2014/main" id="{089A69AF-D57B-49B4-886C-D4A5DC194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9AD6B9-A39D-4A71-9EC9-569057416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2825" y="1303113"/>
            <a:ext cx="3372079" cy="4251775"/>
          </a:xfrm>
          <a:effectLst/>
        </p:spPr>
        <p:txBody>
          <a:bodyPr anchor="ctr">
            <a:normAutofit/>
          </a:bodyPr>
          <a:lstStyle/>
          <a:p>
            <a:r>
              <a:rPr lang="en-CA" dirty="0"/>
              <a:t>Orientation</a:t>
            </a:r>
          </a:p>
        </p:txBody>
      </p:sp>
      <p:sp useBgFill="1">
        <p:nvSpPr>
          <p:cNvPr id="13" name="Freeform: Shape 9">
            <a:extLst>
              <a:ext uri="{FF2B5EF4-FFF2-40B4-BE49-F238E27FC236}">
                <a16:creationId xmlns:a16="http://schemas.microsoft.com/office/drawing/2014/main" id="{68F2977E-E0AE-4EB4-A059-59E908EB86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6200000">
            <a:off x="666761" y="-666761"/>
            <a:ext cx="6858002" cy="8191524"/>
          </a:xfrm>
          <a:custGeom>
            <a:avLst/>
            <a:gdLst>
              <a:gd name="connsiteX0" fmla="*/ 6858002 w 6858002"/>
              <a:gd name="connsiteY0" fmla="*/ 6080676 h 8191524"/>
              <a:gd name="connsiteX1" fmla="*/ 3829244 w 6858002"/>
              <a:gd name="connsiteY1" fmla="*/ 8068294 h 8191524"/>
              <a:gd name="connsiteX2" fmla="*/ 3827371 w 6858002"/>
              <a:gd name="connsiteY2" fmla="*/ 8069839 h 8191524"/>
              <a:gd name="connsiteX3" fmla="*/ 3824585 w 6858002"/>
              <a:gd name="connsiteY3" fmla="*/ 8071350 h 8191524"/>
              <a:gd name="connsiteX4" fmla="*/ 3798695 w 6858002"/>
              <a:gd name="connsiteY4" fmla="*/ 8088342 h 8191524"/>
              <a:gd name="connsiteX5" fmla="*/ 3785013 w 6858002"/>
              <a:gd name="connsiteY5" fmla="*/ 8092830 h 8191524"/>
              <a:gd name="connsiteX6" fmla="*/ 3706341 w 6858002"/>
              <a:gd name="connsiteY6" fmla="*/ 8135531 h 8191524"/>
              <a:gd name="connsiteX7" fmla="*/ 3429000 w 6858002"/>
              <a:gd name="connsiteY7" fmla="*/ 8191524 h 8191524"/>
              <a:gd name="connsiteX8" fmla="*/ 3151660 w 6858002"/>
              <a:gd name="connsiteY8" fmla="*/ 8135531 h 8191524"/>
              <a:gd name="connsiteX9" fmla="*/ 3072998 w 6858002"/>
              <a:gd name="connsiteY9" fmla="*/ 8092835 h 8191524"/>
              <a:gd name="connsiteX10" fmla="*/ 3059300 w 6858002"/>
              <a:gd name="connsiteY10" fmla="*/ 8088342 h 8191524"/>
              <a:gd name="connsiteX11" fmla="*/ 3033385 w 6858002"/>
              <a:gd name="connsiteY11" fmla="*/ 8071334 h 8191524"/>
              <a:gd name="connsiteX12" fmla="*/ 3030629 w 6858002"/>
              <a:gd name="connsiteY12" fmla="*/ 8069839 h 8191524"/>
              <a:gd name="connsiteX13" fmla="*/ 3028777 w 6858002"/>
              <a:gd name="connsiteY13" fmla="*/ 8068310 h 8191524"/>
              <a:gd name="connsiteX14" fmla="*/ 2 w 6858002"/>
              <a:gd name="connsiteY14" fmla="*/ 6080676 h 8191524"/>
              <a:gd name="connsiteX15" fmla="*/ 6858002 w 6858002"/>
              <a:gd name="connsiteY15" fmla="*/ 0 h 8191524"/>
              <a:gd name="connsiteX16" fmla="*/ 6858002 w 6858002"/>
              <a:gd name="connsiteY16" fmla="*/ 2634972 h 8191524"/>
              <a:gd name="connsiteX17" fmla="*/ 6858002 w 6858002"/>
              <a:gd name="connsiteY17" fmla="*/ 2984308 h 8191524"/>
              <a:gd name="connsiteX18" fmla="*/ 6858002 w 6858002"/>
              <a:gd name="connsiteY18" fmla="*/ 3291840 h 8191524"/>
              <a:gd name="connsiteX19" fmla="*/ 6858002 w 6858002"/>
              <a:gd name="connsiteY19" fmla="*/ 6080675 h 8191524"/>
              <a:gd name="connsiteX20" fmla="*/ 2 w 6858002"/>
              <a:gd name="connsiteY20" fmla="*/ 6080675 h 8191524"/>
              <a:gd name="connsiteX21" fmla="*/ 2 w 6858002"/>
              <a:gd name="connsiteY21" fmla="*/ 3291840 h 8191524"/>
              <a:gd name="connsiteX22" fmla="*/ 0 w 6858002"/>
              <a:gd name="connsiteY22" fmla="*/ 3291840 h 8191524"/>
              <a:gd name="connsiteX23" fmla="*/ 0 w 6858002"/>
              <a:gd name="connsiteY23" fmla="*/ 0 h 8191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6858002" h="8191524">
                <a:moveTo>
                  <a:pt x="6858002" y="6080676"/>
                </a:moveTo>
                <a:lnTo>
                  <a:pt x="3829244" y="8068294"/>
                </a:lnTo>
                <a:lnTo>
                  <a:pt x="3827371" y="8069839"/>
                </a:lnTo>
                <a:lnTo>
                  <a:pt x="3824585" y="8071350"/>
                </a:lnTo>
                <a:lnTo>
                  <a:pt x="3798695" y="8088342"/>
                </a:lnTo>
                <a:lnTo>
                  <a:pt x="3785013" y="8092830"/>
                </a:lnTo>
                <a:lnTo>
                  <a:pt x="3706341" y="8135531"/>
                </a:lnTo>
                <a:cubicBezTo>
                  <a:pt x="3621098" y="8171586"/>
                  <a:pt x="3527377" y="8191524"/>
                  <a:pt x="3429000" y="8191524"/>
                </a:cubicBezTo>
                <a:cubicBezTo>
                  <a:pt x="3330623" y="8191524"/>
                  <a:pt x="3236903" y="8171586"/>
                  <a:pt x="3151660" y="8135531"/>
                </a:cubicBezTo>
                <a:lnTo>
                  <a:pt x="3072998" y="8092835"/>
                </a:lnTo>
                <a:lnTo>
                  <a:pt x="3059300" y="8088342"/>
                </a:lnTo>
                <a:lnTo>
                  <a:pt x="3033385" y="8071334"/>
                </a:lnTo>
                <a:lnTo>
                  <a:pt x="3030629" y="8069839"/>
                </a:lnTo>
                <a:lnTo>
                  <a:pt x="3028777" y="8068310"/>
                </a:lnTo>
                <a:lnTo>
                  <a:pt x="2" y="6080676"/>
                </a:lnTo>
                <a:close/>
                <a:moveTo>
                  <a:pt x="6858002" y="0"/>
                </a:moveTo>
                <a:lnTo>
                  <a:pt x="6858002" y="2634972"/>
                </a:lnTo>
                <a:lnTo>
                  <a:pt x="6858002" y="2984308"/>
                </a:lnTo>
                <a:lnTo>
                  <a:pt x="6858002" y="3291840"/>
                </a:lnTo>
                <a:lnTo>
                  <a:pt x="6858002" y="6080675"/>
                </a:lnTo>
                <a:lnTo>
                  <a:pt x="2" y="6080675"/>
                </a:lnTo>
                <a:lnTo>
                  <a:pt x="2" y="3291840"/>
                </a:lnTo>
                <a:lnTo>
                  <a:pt x="0" y="3291840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="" xmlns:a14="http://schemas.microsoft.com/office/drawing/2010/main" xmlns:p14="http://schemas.microsoft.com/office/powerpoint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1F887A-8F0A-46E5-B60C-663F461FCA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1514" y="978993"/>
                <a:ext cx="5830952" cy="4900014"/>
              </a:xfrm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e>
                              <m:r>
                                <a:rPr lang="en-CA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</m:mr>
                        </m:m>
                      </m:e>
                    </m:d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en-CA" dirty="0"/>
              </a:p>
              <a:p>
                <a:pPr/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𝑐𝑜𝑠</m:t>
                    </m:r>
                    <m:f>
                      <m:f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num>
                      <m:den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CA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b="1" i="1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𝑠𝑖𝑛</m:t>
                    </m:r>
                    <m:f>
                      <m:f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num>
                      <m:den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CA" b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1F887A-8F0A-46E5-B60C-663F461FCA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1514" y="978993"/>
                <a:ext cx="5830952" cy="4900014"/>
              </a:xfrm>
              <a:blipFill>
                <a:blip r:embed="rId2"/>
                <a:stretch>
                  <a:fillRect l="-522"/>
                </a:stretch>
              </a:blipFill>
              <a:effectLst/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8969017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9A69AF-D57B-49B4-886C-D4A5DC194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ABDC08D-6093-4397-92D4-54D00E2BB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6200000">
            <a:off x="-650724" y="650724"/>
            <a:ext cx="6858000" cy="5556552"/>
          </a:xfrm>
          <a:custGeom>
            <a:avLst/>
            <a:gdLst>
              <a:gd name="connsiteX0" fmla="*/ 6858000 w 6858000"/>
              <a:gd name="connsiteY0" fmla="*/ 3445704 h 5556552"/>
              <a:gd name="connsiteX1" fmla="*/ 3829242 w 6858000"/>
              <a:gd name="connsiteY1" fmla="*/ 5433322 h 5556552"/>
              <a:gd name="connsiteX2" fmla="*/ 3827369 w 6858000"/>
              <a:gd name="connsiteY2" fmla="*/ 5434867 h 5556552"/>
              <a:gd name="connsiteX3" fmla="*/ 3824583 w 6858000"/>
              <a:gd name="connsiteY3" fmla="*/ 5436378 h 5556552"/>
              <a:gd name="connsiteX4" fmla="*/ 3798693 w 6858000"/>
              <a:gd name="connsiteY4" fmla="*/ 5453370 h 5556552"/>
              <a:gd name="connsiteX5" fmla="*/ 3785011 w 6858000"/>
              <a:gd name="connsiteY5" fmla="*/ 5457858 h 5556552"/>
              <a:gd name="connsiteX6" fmla="*/ 3706339 w 6858000"/>
              <a:gd name="connsiteY6" fmla="*/ 5500559 h 5556552"/>
              <a:gd name="connsiteX7" fmla="*/ 3428998 w 6858000"/>
              <a:gd name="connsiteY7" fmla="*/ 5556552 h 5556552"/>
              <a:gd name="connsiteX8" fmla="*/ 3151658 w 6858000"/>
              <a:gd name="connsiteY8" fmla="*/ 5500559 h 5556552"/>
              <a:gd name="connsiteX9" fmla="*/ 3072996 w 6858000"/>
              <a:gd name="connsiteY9" fmla="*/ 5457863 h 5556552"/>
              <a:gd name="connsiteX10" fmla="*/ 3059298 w 6858000"/>
              <a:gd name="connsiteY10" fmla="*/ 5453370 h 5556552"/>
              <a:gd name="connsiteX11" fmla="*/ 3033383 w 6858000"/>
              <a:gd name="connsiteY11" fmla="*/ 5436362 h 5556552"/>
              <a:gd name="connsiteX12" fmla="*/ 3030627 w 6858000"/>
              <a:gd name="connsiteY12" fmla="*/ 5434867 h 5556552"/>
              <a:gd name="connsiteX13" fmla="*/ 3028775 w 6858000"/>
              <a:gd name="connsiteY13" fmla="*/ 5433338 h 5556552"/>
              <a:gd name="connsiteX14" fmla="*/ 0 w 6858000"/>
              <a:gd name="connsiteY14" fmla="*/ 3445704 h 5556552"/>
              <a:gd name="connsiteX15" fmla="*/ 6858000 w 6858000"/>
              <a:gd name="connsiteY15" fmla="*/ 0 h 5556552"/>
              <a:gd name="connsiteX16" fmla="*/ 6858000 w 6858000"/>
              <a:gd name="connsiteY16" fmla="*/ 349336 h 5556552"/>
              <a:gd name="connsiteX17" fmla="*/ 6858000 w 6858000"/>
              <a:gd name="connsiteY17" fmla="*/ 3445703 h 5556552"/>
              <a:gd name="connsiteX18" fmla="*/ 0 w 6858000"/>
              <a:gd name="connsiteY18" fmla="*/ 3445703 h 5556552"/>
              <a:gd name="connsiteX19" fmla="*/ 0 w 6858000"/>
              <a:gd name="connsiteY19" fmla="*/ 0 h 5556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858000" h="5556552">
                <a:moveTo>
                  <a:pt x="6858000" y="3445704"/>
                </a:moveTo>
                <a:lnTo>
                  <a:pt x="3829242" y="5433322"/>
                </a:lnTo>
                <a:lnTo>
                  <a:pt x="3827369" y="5434867"/>
                </a:lnTo>
                <a:lnTo>
                  <a:pt x="3824583" y="5436378"/>
                </a:lnTo>
                <a:lnTo>
                  <a:pt x="3798693" y="5453370"/>
                </a:lnTo>
                <a:lnTo>
                  <a:pt x="3785011" y="5457858"/>
                </a:lnTo>
                <a:lnTo>
                  <a:pt x="3706339" y="5500559"/>
                </a:lnTo>
                <a:cubicBezTo>
                  <a:pt x="3621096" y="5536614"/>
                  <a:pt x="3527375" y="5556552"/>
                  <a:pt x="3428998" y="5556552"/>
                </a:cubicBezTo>
                <a:cubicBezTo>
                  <a:pt x="3330621" y="5556552"/>
                  <a:pt x="3236901" y="5536614"/>
                  <a:pt x="3151658" y="5500559"/>
                </a:cubicBezTo>
                <a:lnTo>
                  <a:pt x="3072996" y="5457863"/>
                </a:lnTo>
                <a:lnTo>
                  <a:pt x="3059298" y="5453370"/>
                </a:lnTo>
                <a:lnTo>
                  <a:pt x="3033383" y="5436362"/>
                </a:lnTo>
                <a:lnTo>
                  <a:pt x="3030627" y="5434867"/>
                </a:lnTo>
                <a:lnTo>
                  <a:pt x="3028775" y="5433338"/>
                </a:lnTo>
                <a:lnTo>
                  <a:pt x="0" y="3445704"/>
                </a:lnTo>
                <a:close/>
                <a:moveTo>
                  <a:pt x="6858000" y="0"/>
                </a:moveTo>
                <a:lnTo>
                  <a:pt x="6858000" y="349336"/>
                </a:lnTo>
                <a:lnTo>
                  <a:pt x="6858000" y="3445703"/>
                </a:lnTo>
                <a:lnTo>
                  <a:pt x="0" y="344570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="" xmlns:a14="http://schemas.microsoft.com/office/drawing/2010/main" xmlns:p14="http://schemas.microsoft.com/office/powerpoint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A0DE34-1059-4A25-A03F-FB5C91057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515" y="1734857"/>
            <a:ext cx="3765483" cy="3388287"/>
          </a:xfrm>
        </p:spPr>
        <p:txBody>
          <a:bodyPr anchor="ctr">
            <a:normAutofit/>
          </a:bodyPr>
          <a:lstStyle/>
          <a:p>
            <a:r>
              <a:rPr lang="en-CA" dirty="0"/>
              <a:t>Complex Numbers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D9F1F7-935B-46BF-9169-1802BD8A05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08068" y="978993"/>
                <a:ext cx="5365218" cy="4900014"/>
              </a:xfrm>
              <a:effectLst/>
            </p:spPr>
            <p:txBody>
              <a:bodyPr>
                <a:normAutofit/>
              </a:bodyPr>
              <a:lstStyle/>
              <a:p>
                <a:r>
                  <a:rPr lang="en-CA" dirty="0"/>
                  <a:t>In what world does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endParaRPr lang="en-CA" dirty="0"/>
              </a:p>
              <a:p>
                <a:r>
                  <a:rPr lang="en-CA" dirty="0"/>
                  <a:t>The IMAGINARY one.</a:t>
                </a:r>
              </a:p>
              <a:p>
                <a:pPr marL="0" indent="0" algn="ctr">
                  <a:buNone/>
                </a:pPr>
                <a:r>
                  <a:rPr lang="en-CA" b="0" dirty="0">
                    <a:solidFill>
                      <a:srgbClr val="ED3559"/>
                    </a:solidFill>
                  </a:rPr>
                  <a:t>Imaginary Unit: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solidFill>
                            <a:srgbClr val="ED3559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CA" b="0" i="1" smtClean="0">
                          <a:solidFill>
                            <a:srgbClr val="ED3559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CA" b="0" i="1" smtClean="0">
                              <a:solidFill>
                                <a:srgbClr val="ED3559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CA" b="0" i="1" smtClean="0">
                              <a:solidFill>
                                <a:srgbClr val="ED3559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rad>
                    </m:oMath>
                  </m:oMathPara>
                </a14:m>
                <a:endParaRPr lang="en-CA" dirty="0">
                  <a:solidFill>
                    <a:srgbClr val="ED3559"/>
                  </a:solidFill>
                </a:endParaRPr>
              </a:p>
              <a:p>
                <a:pPr marL="0" indent="0" algn="ctr">
                  <a:buNone/>
                </a:pPr>
                <a:r>
                  <a:rPr lang="en-CA" dirty="0">
                    <a:solidFill>
                      <a:srgbClr val="ED3559"/>
                    </a:solidFill>
                  </a:rPr>
                  <a:t>Complex Number: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solidFill>
                            <a:srgbClr val="ED3559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CA" b="0" i="1" smtClean="0">
                          <a:solidFill>
                            <a:srgbClr val="ED3559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CA" b="0" i="1" smtClean="0">
                          <a:solidFill>
                            <a:srgbClr val="ED3559"/>
                          </a:solidFill>
                          <a:latin typeface="Cambria Math" panose="02040503050406030204" pitchFamily="18" charset="0"/>
                        </a:rPr>
                        <m:t>𝑏𝑖</m:t>
                      </m:r>
                    </m:oMath>
                  </m:oMathPara>
                </a14:m>
                <a:endParaRPr lang="en-CA" dirty="0">
                  <a:solidFill>
                    <a:srgbClr val="ED3559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D9F1F7-935B-46BF-9169-1802BD8A05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08068" y="978993"/>
                <a:ext cx="5365218" cy="4900014"/>
              </a:xfrm>
              <a:blipFill>
                <a:blip r:embed="rId2"/>
                <a:stretch>
                  <a:fillRect l="-682"/>
                </a:stretch>
              </a:blipFill>
              <a:effectLst/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1337619"/>
      </p:ext>
    </p:extLst>
  </p:cSld>
  <p:clrMapOvr>
    <a:masterClrMapping/>
  </p:clrMapOvr>
  <p:transition spd="slow">
    <p:cover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89A69AF-D57B-49B4-886C-D4A5DC194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33B466-FC0E-49D6-B50E-AF7530CCE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2825" y="1303113"/>
            <a:ext cx="3372079" cy="4251775"/>
          </a:xfrm>
          <a:effectLst/>
        </p:spPr>
        <p:txBody>
          <a:bodyPr anchor="ctr">
            <a:normAutofit/>
          </a:bodyPr>
          <a:lstStyle/>
          <a:p>
            <a:r>
              <a:rPr lang="en-CA" dirty="0"/>
              <a:t>Powers of </a:t>
            </a:r>
            <a:r>
              <a:rPr lang="en-CA" i="1" dirty="0" err="1"/>
              <a:t>i</a:t>
            </a:r>
            <a:endParaRPr lang="en-CA" i="1" dirty="0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68F2977E-E0AE-4EB4-A059-59E908EB86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6200000">
            <a:off x="666761" y="-666761"/>
            <a:ext cx="6858002" cy="8191524"/>
          </a:xfrm>
          <a:custGeom>
            <a:avLst/>
            <a:gdLst>
              <a:gd name="connsiteX0" fmla="*/ 6858002 w 6858002"/>
              <a:gd name="connsiteY0" fmla="*/ 6080676 h 8191524"/>
              <a:gd name="connsiteX1" fmla="*/ 3829244 w 6858002"/>
              <a:gd name="connsiteY1" fmla="*/ 8068294 h 8191524"/>
              <a:gd name="connsiteX2" fmla="*/ 3827371 w 6858002"/>
              <a:gd name="connsiteY2" fmla="*/ 8069839 h 8191524"/>
              <a:gd name="connsiteX3" fmla="*/ 3824585 w 6858002"/>
              <a:gd name="connsiteY3" fmla="*/ 8071350 h 8191524"/>
              <a:gd name="connsiteX4" fmla="*/ 3798695 w 6858002"/>
              <a:gd name="connsiteY4" fmla="*/ 8088342 h 8191524"/>
              <a:gd name="connsiteX5" fmla="*/ 3785013 w 6858002"/>
              <a:gd name="connsiteY5" fmla="*/ 8092830 h 8191524"/>
              <a:gd name="connsiteX6" fmla="*/ 3706341 w 6858002"/>
              <a:gd name="connsiteY6" fmla="*/ 8135531 h 8191524"/>
              <a:gd name="connsiteX7" fmla="*/ 3429000 w 6858002"/>
              <a:gd name="connsiteY7" fmla="*/ 8191524 h 8191524"/>
              <a:gd name="connsiteX8" fmla="*/ 3151660 w 6858002"/>
              <a:gd name="connsiteY8" fmla="*/ 8135531 h 8191524"/>
              <a:gd name="connsiteX9" fmla="*/ 3072998 w 6858002"/>
              <a:gd name="connsiteY9" fmla="*/ 8092835 h 8191524"/>
              <a:gd name="connsiteX10" fmla="*/ 3059300 w 6858002"/>
              <a:gd name="connsiteY10" fmla="*/ 8088342 h 8191524"/>
              <a:gd name="connsiteX11" fmla="*/ 3033385 w 6858002"/>
              <a:gd name="connsiteY11" fmla="*/ 8071334 h 8191524"/>
              <a:gd name="connsiteX12" fmla="*/ 3030629 w 6858002"/>
              <a:gd name="connsiteY12" fmla="*/ 8069839 h 8191524"/>
              <a:gd name="connsiteX13" fmla="*/ 3028777 w 6858002"/>
              <a:gd name="connsiteY13" fmla="*/ 8068310 h 8191524"/>
              <a:gd name="connsiteX14" fmla="*/ 2 w 6858002"/>
              <a:gd name="connsiteY14" fmla="*/ 6080676 h 8191524"/>
              <a:gd name="connsiteX15" fmla="*/ 6858002 w 6858002"/>
              <a:gd name="connsiteY15" fmla="*/ 0 h 8191524"/>
              <a:gd name="connsiteX16" fmla="*/ 6858002 w 6858002"/>
              <a:gd name="connsiteY16" fmla="*/ 2634972 h 8191524"/>
              <a:gd name="connsiteX17" fmla="*/ 6858002 w 6858002"/>
              <a:gd name="connsiteY17" fmla="*/ 2984308 h 8191524"/>
              <a:gd name="connsiteX18" fmla="*/ 6858002 w 6858002"/>
              <a:gd name="connsiteY18" fmla="*/ 3291840 h 8191524"/>
              <a:gd name="connsiteX19" fmla="*/ 6858002 w 6858002"/>
              <a:gd name="connsiteY19" fmla="*/ 6080675 h 8191524"/>
              <a:gd name="connsiteX20" fmla="*/ 2 w 6858002"/>
              <a:gd name="connsiteY20" fmla="*/ 6080675 h 8191524"/>
              <a:gd name="connsiteX21" fmla="*/ 2 w 6858002"/>
              <a:gd name="connsiteY21" fmla="*/ 3291840 h 8191524"/>
              <a:gd name="connsiteX22" fmla="*/ 0 w 6858002"/>
              <a:gd name="connsiteY22" fmla="*/ 3291840 h 8191524"/>
              <a:gd name="connsiteX23" fmla="*/ 0 w 6858002"/>
              <a:gd name="connsiteY23" fmla="*/ 0 h 8191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6858002" h="8191524">
                <a:moveTo>
                  <a:pt x="6858002" y="6080676"/>
                </a:moveTo>
                <a:lnTo>
                  <a:pt x="3829244" y="8068294"/>
                </a:lnTo>
                <a:lnTo>
                  <a:pt x="3827371" y="8069839"/>
                </a:lnTo>
                <a:lnTo>
                  <a:pt x="3824585" y="8071350"/>
                </a:lnTo>
                <a:lnTo>
                  <a:pt x="3798695" y="8088342"/>
                </a:lnTo>
                <a:lnTo>
                  <a:pt x="3785013" y="8092830"/>
                </a:lnTo>
                <a:lnTo>
                  <a:pt x="3706341" y="8135531"/>
                </a:lnTo>
                <a:cubicBezTo>
                  <a:pt x="3621098" y="8171586"/>
                  <a:pt x="3527377" y="8191524"/>
                  <a:pt x="3429000" y="8191524"/>
                </a:cubicBezTo>
                <a:cubicBezTo>
                  <a:pt x="3330623" y="8191524"/>
                  <a:pt x="3236903" y="8171586"/>
                  <a:pt x="3151660" y="8135531"/>
                </a:cubicBezTo>
                <a:lnTo>
                  <a:pt x="3072998" y="8092835"/>
                </a:lnTo>
                <a:lnTo>
                  <a:pt x="3059300" y="8088342"/>
                </a:lnTo>
                <a:lnTo>
                  <a:pt x="3033385" y="8071334"/>
                </a:lnTo>
                <a:lnTo>
                  <a:pt x="3030629" y="8069839"/>
                </a:lnTo>
                <a:lnTo>
                  <a:pt x="3028777" y="8068310"/>
                </a:lnTo>
                <a:lnTo>
                  <a:pt x="2" y="6080676"/>
                </a:lnTo>
                <a:close/>
                <a:moveTo>
                  <a:pt x="6858002" y="0"/>
                </a:moveTo>
                <a:lnTo>
                  <a:pt x="6858002" y="2634972"/>
                </a:lnTo>
                <a:lnTo>
                  <a:pt x="6858002" y="2984308"/>
                </a:lnTo>
                <a:lnTo>
                  <a:pt x="6858002" y="3291840"/>
                </a:lnTo>
                <a:lnTo>
                  <a:pt x="6858002" y="6080675"/>
                </a:lnTo>
                <a:lnTo>
                  <a:pt x="2" y="6080675"/>
                </a:lnTo>
                <a:lnTo>
                  <a:pt x="2" y="3291840"/>
                </a:lnTo>
                <a:lnTo>
                  <a:pt x="0" y="3291840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="" xmlns:a14="http://schemas.microsoft.com/office/drawing/2010/main" xmlns:p14="http://schemas.microsoft.com/office/powerpoint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2A8A6C-EC44-47A2-A362-27C72A7746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1514" y="978993"/>
                <a:ext cx="5830952" cy="4900014"/>
              </a:xfrm>
              <a:effectLst/>
            </p:spPr>
            <p:txBody>
              <a:bodyPr>
                <a:normAutofit/>
              </a:bodyPr>
              <a:lstStyle/>
              <a:p>
                <a:pPr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rad>
                  </m:oMath>
                </a14:m>
                <a:endParaRPr lang="en-CA" dirty="0"/>
              </a:p>
              <a:p>
                <a:pPr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rad>
                    <m:r>
                      <a:rPr lang="en-CA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ad>
                      <m:radPr>
                        <m:degHide m:val="on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rad>
                    <m:r>
                      <a:rPr lang="en-CA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en-CA" dirty="0"/>
                  <a:t> DO NOT USE: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rad>
                    <m:r>
                      <a:rPr lang="en-CA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ad>
                      <m:radPr>
                        <m:degHide m:val="on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rad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d>
                          <m:d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d>
                          <m:dPr>
                            <m:ctrlPr>
                              <a:rPr lang="en-CA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A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rad>
                    <m:r>
                      <a:rPr lang="en-CA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CA" dirty="0"/>
              </a:p>
              <a:p>
                <a:pPr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CA" dirty="0"/>
              </a:p>
              <a:p>
                <a:pPr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d>
                      <m:d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CA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CA" b="0" dirty="0"/>
              </a:p>
              <a:p>
                <a:pPr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CA" dirty="0"/>
              </a:p>
              <a:p>
                <a:pPr>
                  <a:buFont typeface="+mj-lt"/>
                  <a:buAutoNum type="arabicPeriod"/>
                </a:pPr>
                <a:r>
                  <a:rPr lang="en-CA" dirty="0"/>
                  <a:t>And so on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2A8A6C-EC44-47A2-A362-27C72A7746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1514" y="978993"/>
                <a:ext cx="5830952" cy="4900014"/>
              </a:xfrm>
              <a:blipFill>
                <a:blip r:embed="rId2"/>
                <a:stretch>
                  <a:fillRect l="-836"/>
                </a:stretch>
              </a:blipFill>
              <a:effectLst/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6881376"/>
      </p:ext>
    </p:extLst>
  </p:cSld>
  <p:clrMapOvr>
    <a:masterClrMapping/>
  </p:clrMapOvr>
  <p:transition spd="slow">
    <p:cover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9A69AF-D57B-49B4-886C-D4A5DC194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ABDC08D-6093-4397-92D4-54D00E2BB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6200000">
            <a:off x="-650724" y="650724"/>
            <a:ext cx="6858000" cy="5556552"/>
          </a:xfrm>
          <a:custGeom>
            <a:avLst/>
            <a:gdLst>
              <a:gd name="connsiteX0" fmla="*/ 6858000 w 6858000"/>
              <a:gd name="connsiteY0" fmla="*/ 3445704 h 5556552"/>
              <a:gd name="connsiteX1" fmla="*/ 3829242 w 6858000"/>
              <a:gd name="connsiteY1" fmla="*/ 5433322 h 5556552"/>
              <a:gd name="connsiteX2" fmla="*/ 3827369 w 6858000"/>
              <a:gd name="connsiteY2" fmla="*/ 5434867 h 5556552"/>
              <a:gd name="connsiteX3" fmla="*/ 3824583 w 6858000"/>
              <a:gd name="connsiteY3" fmla="*/ 5436378 h 5556552"/>
              <a:gd name="connsiteX4" fmla="*/ 3798693 w 6858000"/>
              <a:gd name="connsiteY4" fmla="*/ 5453370 h 5556552"/>
              <a:gd name="connsiteX5" fmla="*/ 3785011 w 6858000"/>
              <a:gd name="connsiteY5" fmla="*/ 5457858 h 5556552"/>
              <a:gd name="connsiteX6" fmla="*/ 3706339 w 6858000"/>
              <a:gd name="connsiteY6" fmla="*/ 5500559 h 5556552"/>
              <a:gd name="connsiteX7" fmla="*/ 3428998 w 6858000"/>
              <a:gd name="connsiteY7" fmla="*/ 5556552 h 5556552"/>
              <a:gd name="connsiteX8" fmla="*/ 3151658 w 6858000"/>
              <a:gd name="connsiteY8" fmla="*/ 5500559 h 5556552"/>
              <a:gd name="connsiteX9" fmla="*/ 3072996 w 6858000"/>
              <a:gd name="connsiteY9" fmla="*/ 5457863 h 5556552"/>
              <a:gd name="connsiteX10" fmla="*/ 3059298 w 6858000"/>
              <a:gd name="connsiteY10" fmla="*/ 5453370 h 5556552"/>
              <a:gd name="connsiteX11" fmla="*/ 3033383 w 6858000"/>
              <a:gd name="connsiteY11" fmla="*/ 5436362 h 5556552"/>
              <a:gd name="connsiteX12" fmla="*/ 3030627 w 6858000"/>
              <a:gd name="connsiteY12" fmla="*/ 5434867 h 5556552"/>
              <a:gd name="connsiteX13" fmla="*/ 3028775 w 6858000"/>
              <a:gd name="connsiteY13" fmla="*/ 5433338 h 5556552"/>
              <a:gd name="connsiteX14" fmla="*/ 0 w 6858000"/>
              <a:gd name="connsiteY14" fmla="*/ 3445704 h 5556552"/>
              <a:gd name="connsiteX15" fmla="*/ 6858000 w 6858000"/>
              <a:gd name="connsiteY15" fmla="*/ 0 h 5556552"/>
              <a:gd name="connsiteX16" fmla="*/ 6858000 w 6858000"/>
              <a:gd name="connsiteY16" fmla="*/ 349336 h 5556552"/>
              <a:gd name="connsiteX17" fmla="*/ 6858000 w 6858000"/>
              <a:gd name="connsiteY17" fmla="*/ 3445703 h 5556552"/>
              <a:gd name="connsiteX18" fmla="*/ 0 w 6858000"/>
              <a:gd name="connsiteY18" fmla="*/ 3445703 h 5556552"/>
              <a:gd name="connsiteX19" fmla="*/ 0 w 6858000"/>
              <a:gd name="connsiteY19" fmla="*/ 0 h 5556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858000" h="5556552">
                <a:moveTo>
                  <a:pt x="6858000" y="3445704"/>
                </a:moveTo>
                <a:lnTo>
                  <a:pt x="3829242" y="5433322"/>
                </a:lnTo>
                <a:lnTo>
                  <a:pt x="3827369" y="5434867"/>
                </a:lnTo>
                <a:lnTo>
                  <a:pt x="3824583" y="5436378"/>
                </a:lnTo>
                <a:lnTo>
                  <a:pt x="3798693" y="5453370"/>
                </a:lnTo>
                <a:lnTo>
                  <a:pt x="3785011" y="5457858"/>
                </a:lnTo>
                <a:lnTo>
                  <a:pt x="3706339" y="5500559"/>
                </a:lnTo>
                <a:cubicBezTo>
                  <a:pt x="3621096" y="5536614"/>
                  <a:pt x="3527375" y="5556552"/>
                  <a:pt x="3428998" y="5556552"/>
                </a:cubicBezTo>
                <a:cubicBezTo>
                  <a:pt x="3330621" y="5556552"/>
                  <a:pt x="3236901" y="5536614"/>
                  <a:pt x="3151658" y="5500559"/>
                </a:cubicBezTo>
                <a:lnTo>
                  <a:pt x="3072996" y="5457863"/>
                </a:lnTo>
                <a:lnTo>
                  <a:pt x="3059298" y="5453370"/>
                </a:lnTo>
                <a:lnTo>
                  <a:pt x="3033383" y="5436362"/>
                </a:lnTo>
                <a:lnTo>
                  <a:pt x="3030627" y="5434867"/>
                </a:lnTo>
                <a:lnTo>
                  <a:pt x="3028775" y="5433338"/>
                </a:lnTo>
                <a:lnTo>
                  <a:pt x="0" y="3445704"/>
                </a:lnTo>
                <a:close/>
                <a:moveTo>
                  <a:pt x="6858000" y="0"/>
                </a:moveTo>
                <a:lnTo>
                  <a:pt x="6858000" y="349336"/>
                </a:lnTo>
                <a:lnTo>
                  <a:pt x="6858000" y="3445703"/>
                </a:lnTo>
                <a:lnTo>
                  <a:pt x="0" y="344570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="" xmlns:a14="http://schemas.microsoft.com/office/drawing/2010/main" xmlns:p14="http://schemas.microsoft.com/office/powerpoint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F99C5F-4F42-49D0-9737-AC64F4736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515" y="1734857"/>
            <a:ext cx="3765483" cy="3388287"/>
          </a:xfrm>
        </p:spPr>
        <p:txBody>
          <a:bodyPr anchor="ctr">
            <a:normAutofit/>
          </a:bodyPr>
          <a:lstStyle/>
          <a:p>
            <a:r>
              <a:rPr lang="en-CA" dirty="0"/>
              <a:t>Multiplication of </a:t>
            </a:r>
            <a:r>
              <a:rPr lang="en-CA" i="1" dirty="0" err="1"/>
              <a:t>i</a:t>
            </a:r>
            <a:endParaRPr lang="en-CA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42C519-FD4D-4512-A111-EBEBAA21ED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08068" y="978993"/>
                <a:ext cx="5365218" cy="4900014"/>
              </a:xfrm>
              <a:effectLst/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CA" dirty="0"/>
                  <a:t>Remember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CA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i="1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endParaRPr lang="en-CA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(3−2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)(−4+5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=3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+3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</m:oMath>
                  </m:oMathPara>
                </a14:m>
                <a:endParaRPr lang="en-CA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=−12+15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+8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−10</m:t>
                      </m:r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CA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=−12+23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CA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=−2+23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42C519-FD4D-4512-A111-EBEBAA21ED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08068" y="978993"/>
                <a:ext cx="5365218" cy="4900014"/>
              </a:xfrm>
              <a:blipFill>
                <a:blip r:embed="rId2"/>
                <a:stretch>
                  <a:fillRect l="-1023"/>
                </a:stretch>
              </a:blipFill>
              <a:effectLst/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3478566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89A69AF-D57B-49B4-886C-D4A5DC194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92DB8F-0BC8-49A2-87D6-07216130B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2825" y="1303113"/>
            <a:ext cx="3372079" cy="4251775"/>
          </a:xfrm>
          <a:effectLst/>
        </p:spPr>
        <p:txBody>
          <a:bodyPr anchor="ctr">
            <a:normAutofit/>
          </a:bodyPr>
          <a:lstStyle/>
          <a:p>
            <a:r>
              <a:rPr lang="en-CA" dirty="0"/>
              <a:t>Conjugate</a:t>
            </a:r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68F2977E-E0AE-4EB4-A059-59E908EB86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6200000">
            <a:off x="666761" y="-666761"/>
            <a:ext cx="6858002" cy="8191524"/>
          </a:xfrm>
          <a:custGeom>
            <a:avLst/>
            <a:gdLst>
              <a:gd name="connsiteX0" fmla="*/ 6858002 w 6858002"/>
              <a:gd name="connsiteY0" fmla="*/ 6080676 h 8191524"/>
              <a:gd name="connsiteX1" fmla="*/ 3829244 w 6858002"/>
              <a:gd name="connsiteY1" fmla="*/ 8068294 h 8191524"/>
              <a:gd name="connsiteX2" fmla="*/ 3827371 w 6858002"/>
              <a:gd name="connsiteY2" fmla="*/ 8069839 h 8191524"/>
              <a:gd name="connsiteX3" fmla="*/ 3824585 w 6858002"/>
              <a:gd name="connsiteY3" fmla="*/ 8071350 h 8191524"/>
              <a:gd name="connsiteX4" fmla="*/ 3798695 w 6858002"/>
              <a:gd name="connsiteY4" fmla="*/ 8088342 h 8191524"/>
              <a:gd name="connsiteX5" fmla="*/ 3785013 w 6858002"/>
              <a:gd name="connsiteY5" fmla="*/ 8092830 h 8191524"/>
              <a:gd name="connsiteX6" fmla="*/ 3706341 w 6858002"/>
              <a:gd name="connsiteY6" fmla="*/ 8135531 h 8191524"/>
              <a:gd name="connsiteX7" fmla="*/ 3429000 w 6858002"/>
              <a:gd name="connsiteY7" fmla="*/ 8191524 h 8191524"/>
              <a:gd name="connsiteX8" fmla="*/ 3151660 w 6858002"/>
              <a:gd name="connsiteY8" fmla="*/ 8135531 h 8191524"/>
              <a:gd name="connsiteX9" fmla="*/ 3072998 w 6858002"/>
              <a:gd name="connsiteY9" fmla="*/ 8092835 h 8191524"/>
              <a:gd name="connsiteX10" fmla="*/ 3059300 w 6858002"/>
              <a:gd name="connsiteY10" fmla="*/ 8088342 h 8191524"/>
              <a:gd name="connsiteX11" fmla="*/ 3033385 w 6858002"/>
              <a:gd name="connsiteY11" fmla="*/ 8071334 h 8191524"/>
              <a:gd name="connsiteX12" fmla="*/ 3030629 w 6858002"/>
              <a:gd name="connsiteY12" fmla="*/ 8069839 h 8191524"/>
              <a:gd name="connsiteX13" fmla="*/ 3028777 w 6858002"/>
              <a:gd name="connsiteY13" fmla="*/ 8068310 h 8191524"/>
              <a:gd name="connsiteX14" fmla="*/ 2 w 6858002"/>
              <a:gd name="connsiteY14" fmla="*/ 6080676 h 8191524"/>
              <a:gd name="connsiteX15" fmla="*/ 6858002 w 6858002"/>
              <a:gd name="connsiteY15" fmla="*/ 0 h 8191524"/>
              <a:gd name="connsiteX16" fmla="*/ 6858002 w 6858002"/>
              <a:gd name="connsiteY16" fmla="*/ 2634972 h 8191524"/>
              <a:gd name="connsiteX17" fmla="*/ 6858002 w 6858002"/>
              <a:gd name="connsiteY17" fmla="*/ 2984308 h 8191524"/>
              <a:gd name="connsiteX18" fmla="*/ 6858002 w 6858002"/>
              <a:gd name="connsiteY18" fmla="*/ 3291840 h 8191524"/>
              <a:gd name="connsiteX19" fmla="*/ 6858002 w 6858002"/>
              <a:gd name="connsiteY19" fmla="*/ 6080675 h 8191524"/>
              <a:gd name="connsiteX20" fmla="*/ 2 w 6858002"/>
              <a:gd name="connsiteY20" fmla="*/ 6080675 h 8191524"/>
              <a:gd name="connsiteX21" fmla="*/ 2 w 6858002"/>
              <a:gd name="connsiteY21" fmla="*/ 3291840 h 8191524"/>
              <a:gd name="connsiteX22" fmla="*/ 0 w 6858002"/>
              <a:gd name="connsiteY22" fmla="*/ 3291840 h 8191524"/>
              <a:gd name="connsiteX23" fmla="*/ 0 w 6858002"/>
              <a:gd name="connsiteY23" fmla="*/ 0 h 8191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6858002" h="8191524">
                <a:moveTo>
                  <a:pt x="6858002" y="6080676"/>
                </a:moveTo>
                <a:lnTo>
                  <a:pt x="3829244" y="8068294"/>
                </a:lnTo>
                <a:lnTo>
                  <a:pt x="3827371" y="8069839"/>
                </a:lnTo>
                <a:lnTo>
                  <a:pt x="3824585" y="8071350"/>
                </a:lnTo>
                <a:lnTo>
                  <a:pt x="3798695" y="8088342"/>
                </a:lnTo>
                <a:lnTo>
                  <a:pt x="3785013" y="8092830"/>
                </a:lnTo>
                <a:lnTo>
                  <a:pt x="3706341" y="8135531"/>
                </a:lnTo>
                <a:cubicBezTo>
                  <a:pt x="3621098" y="8171586"/>
                  <a:pt x="3527377" y="8191524"/>
                  <a:pt x="3429000" y="8191524"/>
                </a:cubicBezTo>
                <a:cubicBezTo>
                  <a:pt x="3330623" y="8191524"/>
                  <a:pt x="3236903" y="8171586"/>
                  <a:pt x="3151660" y="8135531"/>
                </a:cubicBezTo>
                <a:lnTo>
                  <a:pt x="3072998" y="8092835"/>
                </a:lnTo>
                <a:lnTo>
                  <a:pt x="3059300" y="8088342"/>
                </a:lnTo>
                <a:lnTo>
                  <a:pt x="3033385" y="8071334"/>
                </a:lnTo>
                <a:lnTo>
                  <a:pt x="3030629" y="8069839"/>
                </a:lnTo>
                <a:lnTo>
                  <a:pt x="3028777" y="8068310"/>
                </a:lnTo>
                <a:lnTo>
                  <a:pt x="2" y="6080676"/>
                </a:lnTo>
                <a:close/>
                <a:moveTo>
                  <a:pt x="6858002" y="0"/>
                </a:moveTo>
                <a:lnTo>
                  <a:pt x="6858002" y="2634972"/>
                </a:lnTo>
                <a:lnTo>
                  <a:pt x="6858002" y="2984308"/>
                </a:lnTo>
                <a:lnTo>
                  <a:pt x="6858002" y="3291840"/>
                </a:lnTo>
                <a:lnTo>
                  <a:pt x="6858002" y="6080675"/>
                </a:lnTo>
                <a:lnTo>
                  <a:pt x="2" y="6080675"/>
                </a:lnTo>
                <a:lnTo>
                  <a:pt x="2" y="3291840"/>
                </a:lnTo>
                <a:lnTo>
                  <a:pt x="0" y="3291840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="" xmlns:a14="http://schemas.microsoft.com/office/drawing/2010/main" xmlns:p14="http://schemas.microsoft.com/office/powerpoint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70FE00-1B65-4F3B-B48B-06CA48DC50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1514" y="978993"/>
                <a:ext cx="5830952" cy="4900014"/>
              </a:xfrm>
              <a:effectLst/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𝑏𝑖</m:t>
                    </m:r>
                  </m:oMath>
                </a14:m>
                <a:r>
                  <a:rPr lang="en-CA" dirty="0"/>
                  <a:t> </a:t>
                </a:r>
                <a:r>
                  <a:rPr lang="en-CA"/>
                  <a:t>→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𝑏𝑖</m:t>
                    </m:r>
                  </m:oMath>
                </a14:m>
                <a:endParaRPr lang="en-CA"/>
              </a:p>
              <a:p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−5−4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CA" dirty="0"/>
                  <a:t> </a:t>
                </a:r>
                <a:r>
                  <a:rPr lang="en-CA"/>
                  <a:t>→ </a:t>
                </a:r>
                <a14:m>
                  <m:oMath xmlns:m="http://schemas.openxmlformats.org/officeDocument/2006/math">
                    <m:r>
                      <a:rPr lang="en-CA" b="0" i="0" smtClean="0">
                        <a:latin typeface="Cambria Math" panose="02040503050406030204" pitchFamily="18" charset="0"/>
                      </a:rPr>
                      <m:t>−5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+4</m:t>
                    </m:r>
                    <m:r>
                      <a:rPr lang="en-CA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CA"/>
              </a:p>
              <a:p>
                <a:r>
                  <a:rPr lang="en-CA"/>
                  <a:t>Multiply a complex number by its conjugate to eliminate </a:t>
                </a:r>
                <a:r>
                  <a:rPr lang="en-CA" i="1" err="1"/>
                  <a:t>i</a:t>
                </a:r>
                <a:endParaRPr lang="en-CA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70FE00-1B65-4F3B-B48B-06CA48DC50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1514" y="978993"/>
                <a:ext cx="5830952" cy="4900014"/>
              </a:xfrm>
              <a:blipFill>
                <a:blip r:embed="rId2"/>
                <a:stretch>
                  <a:fillRect l="-522"/>
                </a:stretch>
              </a:blipFill>
              <a:effectLst/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3815062"/>
      </p:ext>
    </p:extLst>
  </p:cSld>
  <p:clrMapOvr>
    <a:masterClrMapping/>
  </p:clrMapOvr>
  <p:transition spd="slow">
    <p:cover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32881-AE33-41C3-B1FB-B8FEAA16E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Graphing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01B89F6-F4B4-46BF-9EA4-9D81C3B9E3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7546988"/>
              </p:ext>
            </p:extLst>
          </p:nvPr>
        </p:nvGraphicFramePr>
        <p:xfrm>
          <a:off x="819150" y="2222500"/>
          <a:ext cx="10553700" cy="3636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7FF17A9-E204-4E66-A5AD-18B3EB214B9E}"/>
                  </a:ext>
                </a:extLst>
              </p:cNvPr>
              <p:cNvSpPr txBox="1"/>
              <p:nvPr/>
            </p:nvSpPr>
            <p:spPr>
              <a:xfrm>
                <a:off x="9846962" y="2505270"/>
                <a:ext cx="67736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solidFill>
                            <a:srgbClr val="ED3559"/>
                          </a:solidFill>
                          <a:latin typeface="Cambria Math" panose="02040503050406030204" pitchFamily="18" charset="0"/>
                        </a:rPr>
                        <m:t>2+3</m:t>
                      </m:r>
                      <m:r>
                        <a:rPr lang="en-CA" b="0" i="1" smtClean="0">
                          <a:solidFill>
                            <a:srgbClr val="ED3559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CA" dirty="0">
                  <a:solidFill>
                    <a:srgbClr val="ED3559"/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7FF17A9-E204-4E66-A5AD-18B3EB214B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6962" y="2505270"/>
                <a:ext cx="677365" cy="276999"/>
              </a:xfrm>
              <a:prstGeom prst="rect">
                <a:avLst/>
              </a:prstGeom>
              <a:blipFill>
                <a:blip r:embed="rId3"/>
                <a:stretch>
                  <a:fillRect l="-6306" r="-6306" b="-1333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F73DCD4-4E50-473F-889C-C3A88F5F642D}"/>
              </a:ext>
            </a:extLst>
          </p:cNvPr>
          <p:cNvCxnSpPr>
            <a:cxnSpLocks/>
          </p:cNvCxnSpPr>
          <p:nvPr/>
        </p:nvCxnSpPr>
        <p:spPr>
          <a:xfrm>
            <a:off x="6376988" y="2782269"/>
            <a:ext cx="0" cy="2394569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C4C27F8-908D-4043-B566-63F31D690C84}"/>
              </a:ext>
            </a:extLst>
          </p:cNvPr>
          <p:cNvCxnSpPr>
            <a:cxnSpLocks/>
          </p:cNvCxnSpPr>
          <p:nvPr/>
        </p:nvCxnSpPr>
        <p:spPr>
          <a:xfrm>
            <a:off x="1624013" y="3979553"/>
            <a:ext cx="9501187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7874010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9A69AF-D57B-49B4-886C-D4A5DC194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ABDC08D-6093-4397-92D4-54D00E2BB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6200000">
            <a:off x="-650724" y="650724"/>
            <a:ext cx="6858000" cy="5556552"/>
          </a:xfrm>
          <a:custGeom>
            <a:avLst/>
            <a:gdLst>
              <a:gd name="connsiteX0" fmla="*/ 6858000 w 6858000"/>
              <a:gd name="connsiteY0" fmla="*/ 3445704 h 5556552"/>
              <a:gd name="connsiteX1" fmla="*/ 3829242 w 6858000"/>
              <a:gd name="connsiteY1" fmla="*/ 5433322 h 5556552"/>
              <a:gd name="connsiteX2" fmla="*/ 3827369 w 6858000"/>
              <a:gd name="connsiteY2" fmla="*/ 5434867 h 5556552"/>
              <a:gd name="connsiteX3" fmla="*/ 3824583 w 6858000"/>
              <a:gd name="connsiteY3" fmla="*/ 5436378 h 5556552"/>
              <a:gd name="connsiteX4" fmla="*/ 3798693 w 6858000"/>
              <a:gd name="connsiteY4" fmla="*/ 5453370 h 5556552"/>
              <a:gd name="connsiteX5" fmla="*/ 3785011 w 6858000"/>
              <a:gd name="connsiteY5" fmla="*/ 5457858 h 5556552"/>
              <a:gd name="connsiteX6" fmla="*/ 3706339 w 6858000"/>
              <a:gd name="connsiteY6" fmla="*/ 5500559 h 5556552"/>
              <a:gd name="connsiteX7" fmla="*/ 3428998 w 6858000"/>
              <a:gd name="connsiteY7" fmla="*/ 5556552 h 5556552"/>
              <a:gd name="connsiteX8" fmla="*/ 3151658 w 6858000"/>
              <a:gd name="connsiteY8" fmla="*/ 5500559 h 5556552"/>
              <a:gd name="connsiteX9" fmla="*/ 3072996 w 6858000"/>
              <a:gd name="connsiteY9" fmla="*/ 5457863 h 5556552"/>
              <a:gd name="connsiteX10" fmla="*/ 3059298 w 6858000"/>
              <a:gd name="connsiteY10" fmla="*/ 5453370 h 5556552"/>
              <a:gd name="connsiteX11" fmla="*/ 3033383 w 6858000"/>
              <a:gd name="connsiteY11" fmla="*/ 5436362 h 5556552"/>
              <a:gd name="connsiteX12" fmla="*/ 3030627 w 6858000"/>
              <a:gd name="connsiteY12" fmla="*/ 5434867 h 5556552"/>
              <a:gd name="connsiteX13" fmla="*/ 3028775 w 6858000"/>
              <a:gd name="connsiteY13" fmla="*/ 5433338 h 5556552"/>
              <a:gd name="connsiteX14" fmla="*/ 0 w 6858000"/>
              <a:gd name="connsiteY14" fmla="*/ 3445704 h 5556552"/>
              <a:gd name="connsiteX15" fmla="*/ 6858000 w 6858000"/>
              <a:gd name="connsiteY15" fmla="*/ 0 h 5556552"/>
              <a:gd name="connsiteX16" fmla="*/ 6858000 w 6858000"/>
              <a:gd name="connsiteY16" fmla="*/ 349336 h 5556552"/>
              <a:gd name="connsiteX17" fmla="*/ 6858000 w 6858000"/>
              <a:gd name="connsiteY17" fmla="*/ 3445703 h 5556552"/>
              <a:gd name="connsiteX18" fmla="*/ 0 w 6858000"/>
              <a:gd name="connsiteY18" fmla="*/ 3445703 h 5556552"/>
              <a:gd name="connsiteX19" fmla="*/ 0 w 6858000"/>
              <a:gd name="connsiteY19" fmla="*/ 0 h 5556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6858000" h="5556552">
                <a:moveTo>
                  <a:pt x="6858000" y="3445704"/>
                </a:moveTo>
                <a:lnTo>
                  <a:pt x="3829242" y="5433322"/>
                </a:lnTo>
                <a:lnTo>
                  <a:pt x="3827369" y="5434867"/>
                </a:lnTo>
                <a:lnTo>
                  <a:pt x="3824583" y="5436378"/>
                </a:lnTo>
                <a:lnTo>
                  <a:pt x="3798693" y="5453370"/>
                </a:lnTo>
                <a:lnTo>
                  <a:pt x="3785011" y="5457858"/>
                </a:lnTo>
                <a:lnTo>
                  <a:pt x="3706339" y="5500559"/>
                </a:lnTo>
                <a:cubicBezTo>
                  <a:pt x="3621096" y="5536614"/>
                  <a:pt x="3527375" y="5556552"/>
                  <a:pt x="3428998" y="5556552"/>
                </a:cubicBezTo>
                <a:cubicBezTo>
                  <a:pt x="3330621" y="5556552"/>
                  <a:pt x="3236901" y="5536614"/>
                  <a:pt x="3151658" y="5500559"/>
                </a:cubicBezTo>
                <a:lnTo>
                  <a:pt x="3072996" y="5457863"/>
                </a:lnTo>
                <a:lnTo>
                  <a:pt x="3059298" y="5453370"/>
                </a:lnTo>
                <a:lnTo>
                  <a:pt x="3033383" y="5436362"/>
                </a:lnTo>
                <a:lnTo>
                  <a:pt x="3030627" y="5434867"/>
                </a:lnTo>
                <a:lnTo>
                  <a:pt x="3028775" y="5433338"/>
                </a:lnTo>
                <a:lnTo>
                  <a:pt x="0" y="3445704"/>
                </a:lnTo>
                <a:close/>
                <a:moveTo>
                  <a:pt x="6858000" y="0"/>
                </a:moveTo>
                <a:lnTo>
                  <a:pt x="6858000" y="349336"/>
                </a:lnTo>
                <a:lnTo>
                  <a:pt x="6858000" y="3445703"/>
                </a:lnTo>
                <a:lnTo>
                  <a:pt x="0" y="3445703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="" xmlns:a14="http://schemas.microsoft.com/office/drawing/2010/main" xmlns:p14="http://schemas.microsoft.com/office/powerpoint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956550-2EB8-4B8A-977E-B15C8EA4D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515" y="1734857"/>
            <a:ext cx="3765483" cy="3388287"/>
          </a:xfrm>
        </p:spPr>
        <p:txBody>
          <a:bodyPr anchor="ctr">
            <a:normAutofit/>
          </a:bodyPr>
          <a:lstStyle/>
          <a:p>
            <a:r>
              <a:rPr lang="en-CA" dirty="0"/>
              <a:t>Quaternions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A6074E-5218-4720-B163-A00BDA4636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08068" y="978993"/>
                <a:ext cx="5365218" cy="4900014"/>
              </a:xfrm>
              <a:effectLst/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CA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CA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endParaRPr lang="en-CA" dirty="0"/>
              </a:p>
              <a:p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𝑖𝑗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𝑗𝑖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CA" b="0" dirty="0"/>
              </a:p>
              <a:p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𝑗𝑘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𝑘𝑗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CA" dirty="0"/>
              </a:p>
              <a:p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𝑘𝑖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𝑖𝑘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CA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CA" i="1" smtClean="0">
                            <a:solidFill>
                              <a:srgbClr val="ED3559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CA" i="1" smtClean="0">
                                <a:solidFill>
                                  <a:srgbClr val="ED355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CA" b="0" i="1" smtClean="0">
                                  <a:solidFill>
                                    <a:srgbClr val="ED3559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CA" i="1" smtClean="0">
                                      <a:solidFill>
                                        <a:srgbClr val="ED3559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CA" b="0" i="1" smtClean="0">
                                        <a:solidFill>
                                          <a:srgbClr val="ED3559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e>
                                    <m:r>
                                      <a:rPr lang="en-CA" b="0" i="1" smtClean="0">
                                        <a:solidFill>
                                          <a:srgbClr val="ED3559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e>
                                    <m:r>
                                      <a:rPr lang="en-CA" b="0" i="1" smtClean="0">
                                        <a:solidFill>
                                          <a:srgbClr val="ED3559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en-CA" dirty="0">
                    <a:solidFill>
                      <a:srgbClr val="ED3559"/>
                    </a:solidFill>
                  </a:rPr>
                  <a:t> defines: </a:t>
                </a:r>
                <a14:m>
                  <m:oMath xmlns:m="http://schemas.openxmlformats.org/officeDocument/2006/math">
                    <m:r>
                      <a:rPr lang="en-CA" b="0" i="1" smtClean="0">
                        <a:solidFill>
                          <a:srgbClr val="ED3559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CA" b="0" i="1" smtClean="0">
                        <a:solidFill>
                          <a:srgbClr val="ED3559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b="0" i="1" smtClean="0">
                        <a:solidFill>
                          <a:srgbClr val="ED3559"/>
                        </a:solidFill>
                        <a:latin typeface="Cambria Math" panose="02040503050406030204" pitchFamily="18" charset="0"/>
                      </a:rPr>
                      <m:t>𝑥𝑖</m:t>
                    </m:r>
                    <m:r>
                      <a:rPr lang="en-CA" b="0" i="1" smtClean="0">
                        <a:solidFill>
                          <a:srgbClr val="ED3559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b="0" i="1" smtClean="0">
                        <a:solidFill>
                          <a:srgbClr val="ED3559"/>
                        </a:solidFill>
                        <a:latin typeface="Cambria Math" panose="02040503050406030204" pitchFamily="18" charset="0"/>
                      </a:rPr>
                      <m:t>𝑦𝑗</m:t>
                    </m:r>
                    <m:r>
                      <a:rPr lang="en-CA" b="0" i="1" smtClean="0">
                        <a:solidFill>
                          <a:srgbClr val="ED3559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b="0" i="1" smtClean="0">
                        <a:solidFill>
                          <a:srgbClr val="ED3559"/>
                        </a:solidFill>
                        <a:latin typeface="Cambria Math" panose="02040503050406030204" pitchFamily="18" charset="0"/>
                      </a:rPr>
                      <m:t>𝑧𝑘</m:t>
                    </m:r>
                  </m:oMath>
                </a14:m>
                <a:endParaRPr lang="en-CA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A6074E-5218-4720-B163-A00BDA4636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08068" y="978993"/>
                <a:ext cx="5365218" cy="4900014"/>
              </a:xfrm>
              <a:blipFill>
                <a:blip r:embed="rId2"/>
                <a:stretch>
                  <a:fillRect l="-682"/>
                </a:stretch>
              </a:blipFill>
              <a:effectLst/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3251885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4F15F-08CA-452E-A81B-389B4D749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Multiplying Quaternions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61F11D-5223-4200-A2DD-1DAC02DF18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CA" b="0" dirty="0">
                    <a:solidFill>
                      <a:srgbClr val="ED3559"/>
                    </a:solidFill>
                  </a:rPr>
                  <a:t>Quaternions are not commutative: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b="0" i="1" smtClean="0">
                            <a:solidFill>
                              <a:srgbClr val="ED355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solidFill>
                              <a:srgbClr val="ED3559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CA" b="0" i="1" smtClean="0">
                            <a:solidFill>
                              <a:srgbClr val="ED3559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CA" b="0" i="1" smtClean="0">
                            <a:solidFill>
                              <a:srgbClr val="ED355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solidFill>
                              <a:srgbClr val="ED3559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CA" b="0" i="1" smtClean="0">
                            <a:solidFill>
                              <a:srgbClr val="ED3559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b="0" i="1" smtClean="0">
                        <a:solidFill>
                          <a:srgbClr val="ED3559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CA" b="0" i="1" smtClean="0">
                            <a:solidFill>
                              <a:srgbClr val="ED355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solidFill>
                              <a:srgbClr val="ED355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CA" b="0" i="1" smtClean="0">
                            <a:solidFill>
                              <a:srgbClr val="ED355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CA" b="0" i="1" smtClean="0">
                            <a:solidFill>
                              <a:srgbClr val="ED355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solidFill>
                              <a:srgbClr val="ED355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CA" b="0" i="1" smtClean="0">
                            <a:solidFill>
                              <a:srgbClr val="ED3559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CA" dirty="0">
                  <a:solidFill>
                    <a:srgbClr val="ED3559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CA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>
                  <a:solidFill>
                    <a:srgbClr val="FFFFFF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CA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CA" dirty="0">
                  <a:solidFill>
                    <a:srgbClr val="FFFFFF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p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𝑖𝑗</m:t>
                      </m:r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𝑖𝑘</m:t>
                      </m:r>
                    </m:oMath>
                  </m:oMathPara>
                </a14:m>
                <a:endParaRPr lang="en-CA" dirty="0">
                  <a:solidFill>
                    <a:srgbClr val="FFFFFF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𝑗𝑖</m:t>
                      </m:r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  <m:sup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𝑗𝑘</m:t>
                      </m:r>
                    </m:oMath>
                  </m:oMathPara>
                </a14:m>
                <a:endParaRPr lang="en-CA" dirty="0">
                  <a:solidFill>
                    <a:srgbClr val="FFFFFF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𝑘𝑖</m:t>
                      </m:r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𝑘𝑗</m:t>
                      </m:r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p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CA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61F11D-5223-4200-A2DD-1DAC02DF18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6393226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FAAD3-5772-4939-A429-10D0D7BA2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Substitute for </a:t>
            </a:r>
            <a:r>
              <a:rPr lang="en-CA" dirty="0" err="1"/>
              <a:t>i</a:t>
            </a:r>
            <a:r>
              <a:rPr lang="en-CA" dirty="0"/>
              <a:t>, j, 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4F0B4B-BD98-4E58-A4EB-CC14EBF335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CA" dirty="0">
                    <a:solidFill>
                      <a:srgbClr val="ED3559"/>
                    </a:solidFill>
                  </a:rPr>
                  <a:t>Substitute the rules for multiplying </a:t>
                </a:r>
                <a:r>
                  <a:rPr lang="en-CA" dirty="0" err="1">
                    <a:solidFill>
                      <a:srgbClr val="ED3559"/>
                    </a:solidFill>
                  </a:rPr>
                  <a:t>i</a:t>
                </a:r>
                <a:r>
                  <a:rPr lang="en-CA" dirty="0">
                    <a:solidFill>
                      <a:srgbClr val="ED3559"/>
                    </a:solidFill>
                  </a:rPr>
                  <a:t>, j, k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CA" dirty="0">
                  <a:solidFill>
                    <a:srgbClr val="FFFFFF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ED3559"/>
                          </a:solidFill>
                          <a:latin typeface="Cambria Math" panose="02040503050406030204" pitchFamily="18" charset="0"/>
                        </a:rPr>
                        <m:t>(−1)</m:t>
                      </m:r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ED3559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b="0" i="1" smtClean="0">
                          <a:solidFill>
                            <a:srgbClr val="ED3559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CA" b="0" i="1" smtClean="0">
                          <a:solidFill>
                            <a:srgbClr val="ED3559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ED3559"/>
                          </a:solidFill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en-CA" b="0" i="1" smtClean="0">
                          <a:solidFill>
                            <a:srgbClr val="ED3559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CA" b="0" i="1" smtClean="0">
                          <a:solidFill>
                            <a:srgbClr val="ED3559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>
                  <a:solidFill>
                    <a:srgbClr val="ED3559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ED3559"/>
                          </a:solidFill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en-CA" b="0" i="1" smtClean="0">
                          <a:solidFill>
                            <a:srgbClr val="ED3559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CA" b="0" i="1" smtClean="0">
                          <a:solidFill>
                            <a:srgbClr val="ED3559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ED3559"/>
                          </a:solidFill>
                          <a:latin typeface="Cambria Math" panose="02040503050406030204" pitchFamily="18" charset="0"/>
                        </a:rPr>
                        <m:t>(−1)</m:t>
                      </m:r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ED3559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b="0" i="1" smtClean="0">
                          <a:solidFill>
                            <a:srgbClr val="ED3559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CA" b="0" i="1" smtClean="0">
                          <a:solidFill>
                            <a:srgbClr val="ED3559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>
                  <a:solidFill>
                    <a:srgbClr val="FFFFFF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ED3559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CA" b="0" i="1" smtClean="0">
                          <a:solidFill>
                            <a:srgbClr val="ED3559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CA" b="0" i="1" smtClean="0">
                          <a:solidFill>
                            <a:srgbClr val="ED3559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ED3559"/>
                          </a:solidFill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en-CA" b="0" i="1" smtClean="0">
                          <a:solidFill>
                            <a:srgbClr val="ED3559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CA" b="0" i="1" smtClean="0">
                          <a:solidFill>
                            <a:srgbClr val="ED3559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ED3559"/>
                          </a:solidFill>
                          <a:latin typeface="Cambria Math" panose="02040503050406030204" pitchFamily="18" charset="0"/>
                        </a:rPr>
                        <m:t>(−1)</m:t>
                      </m:r>
                    </m:oMath>
                  </m:oMathPara>
                </a14:m>
                <a:br>
                  <a:rPr lang="en-CA" dirty="0">
                    <a:solidFill>
                      <a:srgbClr val="FFFFFF"/>
                    </a:solidFill>
                  </a:rPr>
                </a:br>
                <a:endParaRPr lang="en-CA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4F0B4B-BD98-4E58-A4EB-CC14EBF335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9051796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EB028-F6E4-4A3C-8F77-BF71AB991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Collect </a:t>
            </a:r>
            <a:r>
              <a:rPr lang="en-CA" dirty="0" err="1"/>
              <a:t>i</a:t>
            </a:r>
            <a:r>
              <a:rPr lang="en-CA" dirty="0"/>
              <a:t>, j, k, and scalars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DD8029-87CD-4631-B42D-5A7B8D137A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CA" dirty="0">
                    <a:solidFill>
                      <a:srgbClr val="ED3559"/>
                    </a:solidFill>
                  </a:rPr>
                  <a:t>Collect the </a:t>
                </a:r>
                <a:r>
                  <a:rPr lang="en-CA" dirty="0" err="1">
                    <a:solidFill>
                      <a:srgbClr val="ED3559"/>
                    </a:solidFill>
                  </a:rPr>
                  <a:t>i</a:t>
                </a:r>
                <a:r>
                  <a:rPr lang="en-CA" dirty="0">
                    <a:solidFill>
                      <a:srgbClr val="ED3559"/>
                    </a:solidFill>
                  </a:rPr>
                  <a:t>, j, k, and scalar terms to find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rgbClr val="FFFFFF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CA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CA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CA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CA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CA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CA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CA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CA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CA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CA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CA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CA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CA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CA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CA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CA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CA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CA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CA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CA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CA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CA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CA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CA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CA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CA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CA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CA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CA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CA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CA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en-CA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CA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CA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CA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CA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CA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CA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CA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CA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CA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CA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CA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CA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CA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CA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CA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CA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DD8029-87CD-4631-B42D-5A7B8D137A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2146217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C6C63-040B-4DD3-ABE6-68EBCCAEB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Simplify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0E995B-F190-43DC-B629-528830ECBD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CA" dirty="0">
                    <a:solidFill>
                      <a:srgbClr val="ED3559"/>
                    </a:solidFill>
                  </a:rPr>
                  <a:t>Simplify by considering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 smtClean="0">
                            <a:solidFill>
                              <a:srgbClr val="ED355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solidFill>
                              <a:srgbClr val="ED3559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b="0" i="1" smtClean="0">
                            <a:solidFill>
                              <a:srgbClr val="ED3559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b="0" i="1" smtClean="0">
                        <a:solidFill>
                          <a:srgbClr val="ED3559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CA" b="0" i="1" smtClean="0">
                            <a:solidFill>
                              <a:srgbClr val="ED3559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CA" b="0" i="1" smtClean="0">
                                <a:solidFill>
                                  <a:srgbClr val="ED355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CA" b="0" i="1" smtClean="0">
                                      <a:solidFill>
                                        <a:srgbClr val="ED3559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b="0" i="1" smtClean="0">
                                      <a:solidFill>
                                        <a:srgbClr val="ED3559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A" b="0" i="1" smtClean="0">
                                      <a:solidFill>
                                        <a:srgbClr val="ED3559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CA" b="0" i="1" smtClean="0">
                                      <a:solidFill>
                                        <a:srgbClr val="ED3559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b="0" i="1" smtClean="0">
                                      <a:solidFill>
                                        <a:srgbClr val="ED3559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A" b="0" i="1" smtClean="0">
                                      <a:solidFill>
                                        <a:srgbClr val="ED3559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CA" b="0" i="1" smtClean="0">
                                      <a:solidFill>
                                        <a:srgbClr val="ED3559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b="0" i="1" smtClean="0">
                                      <a:solidFill>
                                        <a:srgbClr val="ED3559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CA" b="0" i="1" smtClean="0">
                                      <a:solidFill>
                                        <a:srgbClr val="ED3559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CA" dirty="0">
                    <a:solidFill>
                      <a:srgbClr val="ED3559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 smtClean="0">
                            <a:solidFill>
                              <a:srgbClr val="ED355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solidFill>
                              <a:srgbClr val="ED3559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CA" b="0" i="1" smtClean="0">
                            <a:solidFill>
                              <a:srgbClr val="ED3559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b="0" i="1" smtClean="0">
                        <a:solidFill>
                          <a:srgbClr val="ED3559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CA" b="0" i="1" smtClean="0">
                            <a:solidFill>
                              <a:srgbClr val="ED3559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CA" b="0" i="1" smtClean="0">
                                <a:solidFill>
                                  <a:srgbClr val="ED355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CA" b="0" i="1" smtClean="0">
                                      <a:solidFill>
                                        <a:srgbClr val="ED3559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b="0" i="1" smtClean="0">
                                      <a:solidFill>
                                        <a:srgbClr val="ED3559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CA" b="0" i="1" smtClean="0">
                                      <a:solidFill>
                                        <a:srgbClr val="ED3559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CA" b="0" i="1" smtClean="0">
                                      <a:solidFill>
                                        <a:srgbClr val="ED3559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b="0" i="1" smtClean="0">
                                      <a:solidFill>
                                        <a:srgbClr val="ED3559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CA" b="0" i="1" smtClean="0">
                                      <a:solidFill>
                                        <a:srgbClr val="ED3559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CA" b="0" i="1" smtClean="0">
                                      <a:solidFill>
                                        <a:srgbClr val="ED3559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CA" b="0" i="1" smtClean="0">
                                      <a:solidFill>
                                        <a:srgbClr val="ED3559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CA" b="0" i="1" smtClean="0">
                                      <a:solidFill>
                                        <a:srgbClr val="ED3559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CA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CA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CA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CA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C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CA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CA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𝑗</m:t>
                      </m:r>
                      <m:r>
                        <a:rPr lang="en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CA" dirty="0"/>
              </a:p>
              <a:p>
                <a:pPr/>
                <a:r>
                  <a:rPr lang="en-CA" dirty="0">
                    <a:solidFill>
                      <a:srgbClr val="ED3559"/>
                    </a:solidFill>
                  </a:rPr>
                  <a:t>Consider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 smtClean="0">
                            <a:solidFill>
                              <a:srgbClr val="ED355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solidFill>
                              <a:srgbClr val="ED3559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CA" b="0" i="1" smtClean="0">
                            <a:solidFill>
                              <a:srgbClr val="ED3559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b="0" i="1" smtClean="0">
                        <a:solidFill>
                          <a:srgbClr val="ED3559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b="0" i="1" smtClean="0">
                            <a:solidFill>
                              <a:srgbClr val="ED355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solidFill>
                              <a:srgbClr val="ED3559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b="0" i="1" smtClean="0">
                            <a:solidFill>
                              <a:srgbClr val="ED3559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CA" b="0" i="1" smtClean="0">
                        <a:solidFill>
                          <a:srgbClr val="ED3559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CA" b="1" i="1" smtClean="0">
                            <a:solidFill>
                              <a:srgbClr val="ED355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1" i="1" smtClean="0">
                            <a:solidFill>
                              <a:srgbClr val="ED355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CA" b="1" i="1" smtClean="0">
                            <a:solidFill>
                              <a:srgbClr val="ED3559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CA" dirty="0">
                    <a:solidFill>
                      <a:srgbClr val="ED3559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CA" i="1" smtClean="0">
                            <a:solidFill>
                              <a:srgbClr val="ED355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solidFill>
                              <a:srgbClr val="ED3559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CA" b="0" i="1" smtClean="0">
                            <a:solidFill>
                              <a:srgbClr val="ED3559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b="0" i="1" smtClean="0">
                        <a:solidFill>
                          <a:srgbClr val="ED3559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CA" b="0" i="1" smtClean="0">
                            <a:solidFill>
                              <a:srgbClr val="ED355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0" i="1" smtClean="0">
                            <a:solidFill>
                              <a:srgbClr val="ED3559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CA" b="0" i="1" smtClean="0">
                            <a:solidFill>
                              <a:srgbClr val="ED3559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CA" b="0" i="1" smtClean="0">
                        <a:solidFill>
                          <a:srgbClr val="ED3559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CA" b="1" i="1" smtClean="0">
                            <a:solidFill>
                              <a:srgbClr val="ED355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A" b="1" i="1" smtClean="0">
                            <a:solidFill>
                              <a:srgbClr val="ED3559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CA" b="1" i="1" smtClean="0">
                            <a:solidFill>
                              <a:srgbClr val="ED3559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CA" b="1" dirty="0">
                  <a:solidFill>
                    <a:srgbClr val="ED3559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CA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0E995B-F190-43DC-B629-528830ECBD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2671284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ED8D9-7DAA-4583-A964-FA6304BB7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Dot Product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5F9972-262B-40AC-9592-B61F547FCE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CA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CA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begChr m:val="["/>
                          <m:endChr m:val="]"/>
                          <m:ctrlPr>
                            <a:rPr lang="en-C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CA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CA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CA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CA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CA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CA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CA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C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C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C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C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CA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C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CA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i="1" smtClean="0">
                              <a:solidFill>
                                <a:srgbClr val="ED355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solidFill>
                                <a:srgbClr val="ED3559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CA" i="1">
                              <a:solidFill>
                                <a:srgbClr val="ED3559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CA" i="1">
                          <a:solidFill>
                            <a:srgbClr val="ED355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CA" i="1">
                              <a:solidFill>
                                <a:srgbClr val="ED355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solidFill>
                                <a:srgbClr val="ED355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CA" i="1">
                              <a:solidFill>
                                <a:srgbClr val="ED355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ED355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CA" i="1">
                              <a:solidFill>
                                <a:srgbClr val="ED355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solidFill>
                                <a:srgbClr val="ED355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CA" i="1">
                              <a:solidFill>
                                <a:srgbClr val="ED355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CA" i="1">
                              <a:solidFill>
                                <a:srgbClr val="ED355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solidFill>
                                <a:srgbClr val="ED355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CA" i="1">
                              <a:solidFill>
                                <a:srgbClr val="ED355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ED355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i="1">
                              <a:solidFill>
                                <a:srgbClr val="ED355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ED355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i="1">
                              <a:solidFill>
                                <a:srgbClr val="ED355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CA" i="1">
                              <a:solidFill>
                                <a:srgbClr val="ED355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ED355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i="1">
                              <a:solidFill>
                                <a:srgbClr val="ED355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ED355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i="1" smtClean="0">
                              <a:solidFill>
                                <a:srgbClr val="ED355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ED355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CA" i="1">
                              <a:solidFill>
                                <a:srgbClr val="ED355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CA" i="1">
                              <a:solidFill>
                                <a:srgbClr val="ED355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ED355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CA" i="1">
                              <a:solidFill>
                                <a:srgbClr val="ED355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ED355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CA" i="1">
                              <a:solidFill>
                                <a:srgbClr val="ED355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ED355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CA" i="1">
                              <a:solidFill>
                                <a:srgbClr val="ED355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CA" i="1">
                              <a:solidFill>
                                <a:srgbClr val="ED355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ED355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CA" i="1">
                              <a:solidFill>
                                <a:srgbClr val="ED355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5F9972-262B-40AC-9592-B61F547FCE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285659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F825B-5DC1-47F1-844C-9FB70F2C9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Magnitude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A4B1FA-BD74-499B-82AD-9B266AE155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=|</m:t>
                      </m:r>
                      <m:d>
                        <m:dPr>
                          <m:begChr m:val="["/>
                          <m:endChr m:val="]"/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CA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e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e>
                                      <m:r>
                                        <a:rPr lang="en-CA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CA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CA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CA" b="0" i="1" smtClean="0">
                              <a:solidFill>
                                <a:srgbClr val="ED3559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solidFill>
                                <a:srgbClr val="ED3559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CA" b="0" i="1" smtClean="0">
                          <a:solidFill>
                            <a:srgbClr val="ED3559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CA" b="0" i="1" smtClean="0">
                              <a:solidFill>
                                <a:srgbClr val="ED3559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CA" b="0" i="1" smtClean="0">
                                  <a:solidFill>
                                    <a:srgbClr val="ED355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b="0" i="1" smtClean="0">
                                  <a:solidFill>
                                    <a:srgbClr val="ED3559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CA" b="0" i="1" smtClean="0">
                                  <a:solidFill>
                                    <a:srgbClr val="ED3559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CA" b="0" i="1" smtClean="0">
                              <a:solidFill>
                                <a:srgbClr val="ED3559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CA" b="0" i="1" smtClean="0">
                                  <a:solidFill>
                                    <a:srgbClr val="ED355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CA" b="0" i="1" smtClean="0">
                                      <a:solidFill>
                                        <a:srgbClr val="ED3559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b="0" i="1" smtClean="0">
                                      <a:solidFill>
                                        <a:srgbClr val="ED3559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</m:e>
                            <m:sup>
                              <m:r>
                                <a:rPr lang="en-CA" b="0" i="1" smtClean="0">
                                  <a:solidFill>
                                    <a:srgbClr val="ED3559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CA" dirty="0">
                  <a:solidFill>
                    <a:srgbClr val="ED3559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A4B1FA-BD74-499B-82AD-9B266AE155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55450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A643C-5887-461F-B0D2-55FFE96AF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Conjugate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14FCA1-45E6-4C1B-B1B4-324138EADD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:r>
                  <a:rPr lang="en-CA" b="0" dirty="0">
                    <a:solidFill>
                      <a:srgbClr val="ED3559"/>
                    </a:solidFill>
                  </a:rPr>
                  <a:t>Quaternion: </a:t>
                </a:r>
                <a14:m>
                  <m:oMath xmlns:m="http://schemas.openxmlformats.org/officeDocument/2006/math">
                    <m:r>
                      <a:rPr lang="en-CA" b="0" i="1" smtClean="0">
                        <a:solidFill>
                          <a:srgbClr val="ED3559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CA" b="0" i="1" smtClean="0">
                        <a:solidFill>
                          <a:srgbClr val="ED3559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b="0" i="1" smtClean="0">
                        <a:solidFill>
                          <a:srgbClr val="ED3559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CA" b="0" i="1" smtClean="0">
                        <a:solidFill>
                          <a:srgbClr val="ED3559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b="0" i="1" smtClean="0">
                        <a:solidFill>
                          <a:srgbClr val="ED3559"/>
                        </a:solidFill>
                        <a:latin typeface="Cambria Math" panose="02040503050406030204" pitchFamily="18" charset="0"/>
                      </a:rPr>
                      <m:t>𝑥𝑖</m:t>
                    </m:r>
                    <m:r>
                      <a:rPr lang="en-CA" b="0" i="1" smtClean="0">
                        <a:solidFill>
                          <a:srgbClr val="ED3559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b="0" i="1" smtClean="0">
                        <a:solidFill>
                          <a:srgbClr val="ED3559"/>
                        </a:solidFill>
                        <a:latin typeface="Cambria Math" panose="02040503050406030204" pitchFamily="18" charset="0"/>
                      </a:rPr>
                      <m:t>𝑦𝑗</m:t>
                    </m:r>
                    <m:r>
                      <a:rPr lang="en-CA" b="0" i="1" smtClean="0">
                        <a:solidFill>
                          <a:srgbClr val="ED3559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b="0" i="1" smtClean="0">
                        <a:solidFill>
                          <a:srgbClr val="ED3559"/>
                        </a:solidFill>
                        <a:latin typeface="Cambria Math" panose="02040503050406030204" pitchFamily="18" charset="0"/>
                      </a:rPr>
                      <m:t>𝑧𝑘</m:t>
                    </m:r>
                    <m:r>
                      <a:rPr lang="en-CA" b="0" i="1" smtClean="0">
                        <a:solidFill>
                          <a:srgbClr val="ED3559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b="0" i="1" smtClean="0">
                        <a:solidFill>
                          <a:srgbClr val="ED3559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CA" b="0" i="1" smtClean="0">
                        <a:solidFill>
                          <a:srgbClr val="ED3559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b="0" i="1" smtClean="0">
                        <a:solidFill>
                          <a:srgbClr val="ED3559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CA" dirty="0">
                  <a:solidFill>
                    <a:srgbClr val="ED3559"/>
                  </a:solidFill>
                </a:endParaRPr>
              </a:p>
              <a:p>
                <a:pPr marL="0" indent="0" algn="ctr">
                  <a:buNone/>
                </a:pPr>
                <a:r>
                  <a:rPr lang="en-CA" dirty="0">
                    <a:solidFill>
                      <a:srgbClr val="ED3559"/>
                    </a:solidFill>
                  </a:rPr>
                  <a:t>Conjugate: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CA" i="1" smtClean="0">
                            <a:solidFill>
                              <a:srgbClr val="ED3559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A" b="0" i="1" smtClean="0">
                            <a:solidFill>
                              <a:srgbClr val="ED3559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  <m:r>
                      <a:rPr lang="en-CA" b="0" i="1" smtClean="0">
                        <a:solidFill>
                          <a:srgbClr val="ED3559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b="0" i="1" smtClean="0">
                        <a:solidFill>
                          <a:srgbClr val="ED3559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CA" b="0" i="1" smtClean="0">
                        <a:solidFill>
                          <a:srgbClr val="ED3559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CA" b="0" i="1" smtClean="0">
                        <a:solidFill>
                          <a:srgbClr val="ED3559"/>
                        </a:solidFill>
                        <a:latin typeface="Cambria Math" panose="02040503050406030204" pitchFamily="18" charset="0"/>
                      </a:rPr>
                      <m:t>𝑥𝑖</m:t>
                    </m:r>
                    <m:r>
                      <a:rPr lang="en-CA" b="0" i="1" smtClean="0">
                        <a:solidFill>
                          <a:srgbClr val="ED3559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CA" b="0" i="1" smtClean="0">
                        <a:solidFill>
                          <a:srgbClr val="ED3559"/>
                        </a:solidFill>
                        <a:latin typeface="Cambria Math" panose="02040503050406030204" pitchFamily="18" charset="0"/>
                      </a:rPr>
                      <m:t>𝑦𝑗</m:t>
                    </m:r>
                    <m:r>
                      <a:rPr lang="en-CA" b="0" i="1" smtClean="0">
                        <a:solidFill>
                          <a:srgbClr val="ED3559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CA" b="0" i="1" smtClean="0">
                        <a:solidFill>
                          <a:srgbClr val="ED3559"/>
                        </a:solidFill>
                        <a:latin typeface="Cambria Math" panose="02040503050406030204" pitchFamily="18" charset="0"/>
                      </a:rPr>
                      <m:t>𝑧𝑘</m:t>
                    </m:r>
                    <m:r>
                      <a:rPr lang="en-CA" b="0" i="1" smtClean="0">
                        <a:solidFill>
                          <a:srgbClr val="ED3559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b="0" i="1" smtClean="0">
                        <a:solidFill>
                          <a:srgbClr val="ED3559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CA" b="0" i="1" smtClean="0">
                        <a:solidFill>
                          <a:srgbClr val="ED3559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CA" b="0" i="1" smtClean="0">
                        <a:solidFill>
                          <a:srgbClr val="ED3559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CA" dirty="0">
                  <a:solidFill>
                    <a:srgbClr val="ED3559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𝑞</m:t>
                      </m:r>
                      <m:acc>
                        <m:accPr>
                          <m:chr m:val="̅"/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𝑤𝑣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𝑤𝑣</m:t>
                      </m:r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CA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CA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𝑥𝑖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𝑦𝑗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𝑧𝑘</m:t>
                          </m:r>
                        </m:e>
                      </m:d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𝑥𝑖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𝑦𝑗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𝑧𝑘</m:t>
                          </m:r>
                        </m:e>
                      </m:d>
                    </m:oMath>
                  </m:oMathPara>
                </a14:m>
                <a:endParaRPr lang="en-CA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CA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e>
                        <m: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CA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CA" b="0" i="1" smtClean="0">
                          <a:solidFill>
                            <a:srgbClr val="ED3559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acc>
                        <m:accPr>
                          <m:chr m:val="̅"/>
                          <m:ctrlPr>
                            <a:rPr lang="en-CA" b="0" i="1" smtClean="0">
                              <a:solidFill>
                                <a:srgbClr val="ED3559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b="0" i="1" smtClean="0">
                              <a:solidFill>
                                <a:srgbClr val="ED3559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CA" b="0" i="1" smtClean="0">
                          <a:solidFill>
                            <a:srgbClr val="ED3559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CA" b="0" i="1" smtClean="0">
                              <a:solidFill>
                                <a:srgbClr val="ED355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CA" b="0" i="1" smtClean="0">
                                  <a:solidFill>
                                    <a:srgbClr val="ED355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solidFill>
                                    <a:srgbClr val="ED3559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</m:e>
                        <m:sup>
                          <m:r>
                            <a:rPr lang="en-CA" b="0" i="1" smtClean="0">
                              <a:solidFill>
                                <a:srgbClr val="ED3559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CA" dirty="0">
                  <a:solidFill>
                    <a:srgbClr val="ED3559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14FCA1-45E6-4C1B-B1B4-324138EADD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4810757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E393A-9A9B-4693-9444-518E7DC17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Inverse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FC7D36-7220-4864-8C7C-4A71FE722B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𝑞</m:t>
                      </m:r>
                      <m:acc>
                        <m:accPr>
                          <m:chr m:val="̅"/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</m:e>
                        <m: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CA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acc>
                            <m:accPr>
                              <m:chr m:val="̅"/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num>
                        <m:den>
                          <m:sSup>
                            <m:sSup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d>
                            </m:e>
                            <m:sup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CA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𝑞</m:t>
                      </m:r>
                      <m:sSup>
                        <m:sSup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CA" b="0" i="1" smtClean="0">
                          <a:latin typeface="Cambria Math" panose="02040503050406030204" pitchFamily="18" charset="0"/>
                        </a:rPr>
                        <m:t>=1=</m:t>
                      </m:r>
                      <m:f>
                        <m:fPr>
                          <m:ctrlPr>
                            <a:rPr lang="en-CA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acc>
                            <m:accPr>
                              <m:chr m:val="̅"/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num>
                        <m:den>
                          <m:sSup>
                            <m:sSupPr>
                              <m:ctrlP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d>
                            </m:e>
                            <m:sup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CA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CA" b="0" i="1" smtClean="0">
                              <a:solidFill>
                                <a:srgbClr val="ED355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solidFill>
                                <a:srgbClr val="ED3559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CA" b="0" i="1" smtClean="0">
                              <a:solidFill>
                                <a:srgbClr val="ED3559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CA" b="0" i="1" smtClean="0">
                          <a:solidFill>
                            <a:srgbClr val="ED3559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b="0" i="1" smtClean="0">
                              <a:solidFill>
                                <a:srgbClr val="ED3559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CA" b="0" i="1" smtClean="0">
                                  <a:solidFill>
                                    <a:srgbClr val="ED355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CA" b="0" i="1" smtClean="0">
                                  <a:solidFill>
                                    <a:srgbClr val="ED3559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num>
                        <m:den>
                          <m:sSup>
                            <m:sSupPr>
                              <m:ctrlPr>
                                <a:rPr lang="en-CA" b="0" i="1" smtClean="0">
                                  <a:solidFill>
                                    <a:srgbClr val="ED355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CA" b="0" i="1" smtClean="0">
                                      <a:solidFill>
                                        <a:srgbClr val="ED3559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CA" b="0" i="1" smtClean="0">
                                      <a:solidFill>
                                        <a:srgbClr val="ED3559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d>
                            </m:e>
                            <m:sup>
                              <m:r>
                                <a:rPr lang="en-CA" b="0" i="1" smtClean="0">
                                  <a:solidFill>
                                    <a:srgbClr val="ED3559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CA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FC7D36-7220-4864-8C7C-4A71FE722B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235329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53243-43F5-4B3A-8EE4-7D26C4EA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Rotation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C5770B-301D-471F-8979-9319981481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CA" dirty="0"/>
                  <a:t>Point </a:t>
                </a:r>
                <a14:m>
                  <m:oMath xmlns:m="http://schemas.openxmlformats.org/officeDocument/2006/math">
                    <m:r>
                      <a:rPr lang="en-CA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𝑥𝑖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𝑦𝑗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CA" b="0" i="1" smtClean="0">
                        <a:latin typeface="Cambria Math" panose="02040503050406030204" pitchFamily="18" charset="0"/>
                      </a:rPr>
                      <m:t>𝑧𝑘</m:t>
                    </m:r>
                  </m:oMath>
                </a14:m>
                <a:r>
                  <a:rPr lang="en-CA" dirty="0"/>
                  <a:t> rotated by quaternion </a:t>
                </a:r>
                <a:r>
                  <a:rPr lang="en-CA" b="1" i="1" dirty="0"/>
                  <a:t>q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b="0" i="1" smtClean="0">
                              <a:solidFill>
                                <a:srgbClr val="ED355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solidFill>
                                <a:srgbClr val="ED355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ED355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𝑟𝑜𝑡𝑎𝑡𝑖𝑜𝑛</m:t>
                          </m:r>
                        </m:sub>
                      </m:sSub>
                      <m:d>
                        <m:dPr>
                          <m:ctrlPr>
                            <a:rPr lang="en-CA" b="1" i="1" smtClean="0">
                              <a:solidFill>
                                <a:srgbClr val="ED355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CA" b="1" i="1" smtClean="0">
                              <a:solidFill>
                                <a:srgbClr val="ED355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</m:e>
                      </m:d>
                      <m:r>
                        <a:rPr lang="en-CA" b="1" i="1" smtClean="0">
                          <a:solidFill>
                            <a:srgbClr val="ED355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CA" b="0" i="1" smtClean="0">
                          <a:solidFill>
                            <a:srgbClr val="ED355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r>
                        <a:rPr lang="en-CA" b="1" i="1" smtClean="0">
                          <a:solidFill>
                            <a:srgbClr val="ED3559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𝑷</m:t>
                      </m:r>
                      <m:sSup>
                        <m:sSupPr>
                          <m:ctrlPr>
                            <a:rPr lang="en-CA" b="0" i="1" smtClean="0">
                              <a:solidFill>
                                <a:srgbClr val="ED355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b="0" i="1" smtClean="0">
                              <a:solidFill>
                                <a:srgbClr val="ED355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CA" b="0" i="1" smtClean="0">
                              <a:solidFill>
                                <a:srgbClr val="ED3559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CA" b="1" dirty="0"/>
              </a:p>
              <a:p>
                <a:pPr marL="0" indent="0" algn="ctr">
                  <a:buNone/>
                </a:pPr>
                <a:r>
                  <a:rPr lang="en-CA" dirty="0"/>
                  <a:t>^</a:t>
                </a:r>
              </a:p>
              <a:p>
                <a:pPr marL="0" indent="0" algn="ctr">
                  <a:buNone/>
                </a:pPr>
                <a:r>
                  <a:rPr lang="en-CA" dirty="0" err="1"/>
                  <a:t>Mmmm</a:t>
                </a:r>
                <a:r>
                  <a:rPr lang="en-CA" dirty="0"/>
                  <a:t>, a sandwich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AC5770B-301D-471F-8979-9319981481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0890957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97EA66B-2AAB-42B0-9F9D-38920D8D8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51BBB82-24C8-40C8-8A94-992561BE9C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199" y="885433"/>
            <a:ext cx="10261602" cy="3022257"/>
          </a:xfrm>
          <a:effectLst/>
        </p:spPr>
        <p:txBody>
          <a:bodyPr anchor="b">
            <a:normAutofit/>
          </a:bodyPr>
          <a:lstStyle/>
          <a:p>
            <a:pPr algn="ctr"/>
            <a:r>
              <a:rPr lang="en-CA" sz="7200">
                <a:solidFill>
                  <a:schemeClr val="tx1"/>
                </a:solidFill>
              </a:rPr>
              <a:t>FIN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44E35F5-BD72-4EBB-9E1A-865217A5FB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06955" y="4033164"/>
            <a:ext cx="8378090" cy="1181206"/>
          </a:xfrm>
          <a:effectLst/>
        </p:spPr>
        <p:txBody>
          <a:bodyPr anchor="t">
            <a:normAutofit/>
          </a:bodyPr>
          <a:lstStyle/>
          <a:p>
            <a:pPr algn="ctr"/>
            <a:endParaRPr lang="en-CA" sz="20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360EBE3-31BB-422F-AA87-FA3873DAE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0800000">
            <a:off x="0" y="5388384"/>
            <a:ext cx="12192000" cy="1469616"/>
          </a:xfrm>
          <a:custGeom>
            <a:avLst/>
            <a:gdLst>
              <a:gd name="connsiteX0" fmla="*/ 6113881 w 12192000"/>
              <a:gd name="connsiteY0" fmla="*/ 1469616 h 1469616"/>
              <a:gd name="connsiteX1" fmla="*/ 6101181 w 12192000"/>
              <a:gd name="connsiteY1" fmla="*/ 1469616 h 1469616"/>
              <a:gd name="connsiteX2" fmla="*/ 6090598 w 12192000"/>
              <a:gd name="connsiteY2" fmla="*/ 1469616 h 1469616"/>
              <a:gd name="connsiteX3" fmla="*/ 6077897 w 12192000"/>
              <a:gd name="connsiteY3" fmla="*/ 1464854 h 1469616"/>
              <a:gd name="connsiteX4" fmla="*/ 6065198 w 12192000"/>
              <a:gd name="connsiteY4" fmla="*/ 1460091 h 1469616"/>
              <a:gd name="connsiteX5" fmla="*/ 6056731 w 12192000"/>
              <a:gd name="connsiteY5" fmla="*/ 1456916 h 1469616"/>
              <a:gd name="connsiteX6" fmla="*/ 5678033 w 12192000"/>
              <a:gd name="connsiteY6" fmla="*/ 1172892 h 1469616"/>
              <a:gd name="connsiteX7" fmla="*/ 0 w 12192000"/>
              <a:gd name="connsiteY7" fmla="*/ 1172892 h 1469616"/>
              <a:gd name="connsiteX8" fmla="*/ 0 w 12192000"/>
              <a:gd name="connsiteY8" fmla="*/ 1162370 h 1469616"/>
              <a:gd name="connsiteX9" fmla="*/ 0 w 12192000"/>
              <a:gd name="connsiteY9" fmla="*/ 403347 h 1469616"/>
              <a:gd name="connsiteX10" fmla="*/ 0 w 12192000"/>
              <a:gd name="connsiteY10" fmla="*/ 0 h 1469616"/>
              <a:gd name="connsiteX11" fmla="*/ 12192000 w 12192000"/>
              <a:gd name="connsiteY11" fmla="*/ 0 h 1469616"/>
              <a:gd name="connsiteX12" fmla="*/ 12192000 w 12192000"/>
              <a:gd name="connsiteY12" fmla="*/ 403347 h 1469616"/>
              <a:gd name="connsiteX13" fmla="*/ 12192000 w 12192000"/>
              <a:gd name="connsiteY13" fmla="*/ 1162370 h 1469616"/>
              <a:gd name="connsiteX14" fmla="*/ 12192000 w 12192000"/>
              <a:gd name="connsiteY14" fmla="*/ 1172892 h 1469616"/>
              <a:gd name="connsiteX15" fmla="*/ 6524330 w 12192000"/>
              <a:gd name="connsiteY15" fmla="*/ 1172892 h 1469616"/>
              <a:gd name="connsiteX16" fmla="*/ 6145631 w 12192000"/>
              <a:gd name="connsiteY16" fmla="*/ 1456916 h 1469616"/>
              <a:gd name="connsiteX17" fmla="*/ 6137163 w 12192000"/>
              <a:gd name="connsiteY17" fmla="*/ 1460091 h 1469616"/>
              <a:gd name="connsiteX18" fmla="*/ 6124463 w 12192000"/>
              <a:gd name="connsiteY18" fmla="*/ 1464854 h 1469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192000" h="1469616">
                <a:moveTo>
                  <a:pt x="6113881" y="1469616"/>
                </a:moveTo>
                <a:lnTo>
                  <a:pt x="6101181" y="1469616"/>
                </a:lnTo>
                <a:lnTo>
                  <a:pt x="6090598" y="1469616"/>
                </a:lnTo>
                <a:lnTo>
                  <a:pt x="6077897" y="1464854"/>
                </a:lnTo>
                <a:lnTo>
                  <a:pt x="6065198" y="1460091"/>
                </a:lnTo>
                <a:lnTo>
                  <a:pt x="6056731" y="1456916"/>
                </a:lnTo>
                <a:lnTo>
                  <a:pt x="5678033" y="1172892"/>
                </a:lnTo>
                <a:lnTo>
                  <a:pt x="0" y="1172892"/>
                </a:lnTo>
                <a:lnTo>
                  <a:pt x="0" y="1162370"/>
                </a:lnTo>
                <a:lnTo>
                  <a:pt x="0" y="403347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403347"/>
                </a:lnTo>
                <a:lnTo>
                  <a:pt x="12192000" y="1162370"/>
                </a:lnTo>
                <a:lnTo>
                  <a:pt x="12192000" y="1172892"/>
                </a:lnTo>
                <a:lnTo>
                  <a:pt x="6524330" y="1172892"/>
                </a:lnTo>
                <a:lnTo>
                  <a:pt x="6145631" y="1456916"/>
                </a:lnTo>
                <a:lnTo>
                  <a:pt x="6137163" y="1460091"/>
                </a:lnTo>
                <a:lnTo>
                  <a:pt x="6124463" y="1464854"/>
                </a:lnTo>
                <a:close/>
              </a:path>
            </a:pathLst>
          </a:custGeom>
          <a:ln>
            <a:noFill/>
          </a:ln>
          <a:effectLst/>
          <a:extLst>
            <a:ext uri="{91240B29-F687-4f45-9708-019B960494DF}">
              <a14:hiddenLine xmlns="" xmlns:a16="http://schemas.microsoft.com/office/drawing/2014/main" xmlns:p14="http://schemas.microsoft.com/office/powerpoint/2010/main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402935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d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F03B5E"/>
      </a:accent1>
      <a:accent2>
        <a:srgbClr val="DC6FEC"/>
      </a:accent2>
      <a:accent3>
        <a:srgbClr val="60B1F2"/>
      </a:accent3>
      <a:accent4>
        <a:srgbClr val="6AD5BB"/>
      </a:accent4>
      <a:accent5>
        <a:srgbClr val="E8AB4E"/>
      </a:accent5>
      <a:accent6>
        <a:srgbClr val="F56447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ACECE1E4-636E-48DB-87ED-4A76DC93378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688</Words>
  <Application>Microsoft Office PowerPoint</Application>
  <PresentationFormat>Widescreen</PresentationFormat>
  <Paragraphs>100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Cambria Math</vt:lpstr>
      <vt:lpstr>Century Gothic</vt:lpstr>
      <vt:lpstr>Wingdings 2</vt:lpstr>
      <vt:lpstr>Quotable</vt:lpstr>
      <vt:lpstr>Quaternion Math</vt:lpstr>
      <vt:lpstr>Quaternions</vt:lpstr>
      <vt:lpstr>Orientation</vt:lpstr>
      <vt:lpstr>Complex Numbers</vt:lpstr>
      <vt:lpstr>Powers of i</vt:lpstr>
      <vt:lpstr>Multiplication of i</vt:lpstr>
      <vt:lpstr>Conjugate</vt:lpstr>
      <vt:lpstr>Graphing</vt:lpstr>
      <vt:lpstr>Quaternions</vt:lpstr>
      <vt:lpstr>Multiplying Quaternions</vt:lpstr>
      <vt:lpstr>Substitute for i, j, k</vt:lpstr>
      <vt:lpstr>Collect i, j, k, and scalars</vt:lpstr>
      <vt:lpstr>Simplify</vt:lpstr>
      <vt:lpstr>Dot Product</vt:lpstr>
      <vt:lpstr>Magnitude</vt:lpstr>
      <vt:lpstr>Conjugate</vt:lpstr>
      <vt:lpstr>Inverse</vt:lpstr>
      <vt:lpstr>Rotation</vt:lpstr>
      <vt:lpstr>FIN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Quaternion Math</dc:title>
  <dc:creator>Aidan Dearing</dc:creator>
  <cp:lastModifiedBy>Aidan Dearing</cp:lastModifiedBy>
  <cp:revision>4</cp:revision>
  <dcterms:created xsi:type="dcterms:W3CDTF">2019-02-01T15:34:55Z</dcterms:created>
  <dcterms:modified xsi:type="dcterms:W3CDTF">2019-02-01T17:49:41Z</dcterms:modified>
</cp:coreProperties>
</file>