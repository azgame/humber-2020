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B1A0B6A-1122-4DFD-9329-60F41D0EE232}">
          <p14:sldIdLst>
            <p14:sldId id="256"/>
            <p14:sldId id="261"/>
            <p14:sldId id="257"/>
            <p14:sldId id="258"/>
            <p14:sldId id="259"/>
            <p14:sldId id="260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1579DD07-B6CD-4C04-8A4A-3B92CE8C8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0" ty="0" sx="80000" sy="80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995F0-906C-4573-A739-16EED217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9343" y="620720"/>
            <a:ext cx="6442480" cy="55931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572A7-B812-4689-BEE7-6FFF31C53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0120" y="1105351"/>
            <a:ext cx="5477071" cy="3023981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chemeClr val="bg1"/>
                </a:solidFill>
              </a:rPr>
              <a:t>GJK Collision Resolution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45F9D-F4E9-4FE3-BA7C-8C00E65FC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120" y="4297556"/>
            <a:ext cx="5477071" cy="1431695"/>
          </a:xfrm>
        </p:spPr>
        <p:txBody>
          <a:bodyPr anchor="t">
            <a:norm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Game 256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F5F06D-7250-43A5-9B61-0B7F1FD7E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09960" y="4214336"/>
            <a:ext cx="51206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3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3234C-430D-4F48-BE85-5BFBD82B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 dirty="0"/>
              <a:t>Overview</a:t>
            </a:r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C9ED4-76D4-443A-804A-04DBEAA01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Collision Resolution</a:t>
            </a:r>
          </a:p>
          <a:p>
            <a:r>
              <a:rPr lang="en-CA" dirty="0"/>
              <a:t>EPA</a:t>
            </a:r>
          </a:p>
          <a:p>
            <a:r>
              <a:rPr lang="en-CA" dirty="0"/>
              <a:t>Steps</a:t>
            </a:r>
          </a:p>
          <a:p>
            <a:r>
              <a:rPr lang="en-CA" dirty="0"/>
              <a:t>Finding the closest edge</a:t>
            </a:r>
          </a:p>
          <a:p>
            <a:r>
              <a:rPr lang="en-CA" dirty="0"/>
              <a:t>What is an edge?</a:t>
            </a:r>
          </a:p>
        </p:txBody>
      </p:sp>
    </p:spTree>
    <p:extLst>
      <p:ext uri="{BB962C8B-B14F-4D97-AF65-F5344CB8AC3E}">
        <p14:creationId xmlns:p14="http://schemas.microsoft.com/office/powerpoint/2010/main" val="403777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364ED-6974-4EF9-B8D9-4381DDD0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8B94-C6FF-48D1-BB43-23AA0848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So we know when 2 meshes are colliding.</a:t>
            </a:r>
          </a:p>
          <a:p>
            <a:r>
              <a:rPr lang="en-CA" dirty="0"/>
              <a:t>But what do we do to resolve the collision?</a:t>
            </a:r>
          </a:p>
          <a:p>
            <a:r>
              <a:rPr lang="en-CA" dirty="0"/>
              <a:t>It turns out the </a:t>
            </a:r>
            <a:r>
              <a:rPr lang="en-CA" i="1" dirty="0" err="1"/>
              <a:t>Minkowski</a:t>
            </a:r>
            <a:r>
              <a:rPr lang="en-CA" i="1" dirty="0"/>
              <a:t> Difference </a:t>
            </a:r>
            <a:r>
              <a:rPr lang="en-CA" dirty="0"/>
              <a:t>has the solution.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11161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16">
            <a:extLst>
              <a:ext uri="{FF2B5EF4-FFF2-40B4-BE49-F238E27FC236}">
                <a16:creationId xmlns:a16="http://schemas.microsoft.com/office/drawing/2014/main" id="{FBA6828D-410E-4E1B-8CAD-4972FBB3B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EEA9F-B8B8-411E-AA10-5EBB2B41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04333"/>
            <a:ext cx="495829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000000"/>
                </a:solidFill>
              </a:rPr>
              <a:t>Expanding Polytope Algorithm (EPA)</a:t>
            </a:r>
          </a:p>
        </p:txBody>
      </p:sp>
      <p:sp>
        <p:nvSpPr>
          <p:cNvPr id="31" name="Rectangle 23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2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E555E-F222-48FD-8E99-237A5E41E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0" y="804333"/>
            <a:ext cx="5130800" cy="5249334"/>
          </a:xfrm>
        </p:spPr>
        <p:txBody>
          <a:bodyPr anchor="ctr"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GJK determines that a collision is occurring when it can create a simplex that contains the origin.</a:t>
            </a:r>
          </a:p>
          <a:p>
            <a:r>
              <a:rPr lang="en-CA">
                <a:solidFill>
                  <a:srgbClr val="FFFFFF"/>
                </a:solidFill>
              </a:rPr>
              <a:t>EPA continuous where GJK ends, and looks for the closest point on the </a:t>
            </a:r>
            <a:r>
              <a:rPr lang="en-CA" b="1">
                <a:solidFill>
                  <a:srgbClr val="FFFFFF"/>
                </a:solidFill>
              </a:rPr>
              <a:t>edge</a:t>
            </a:r>
            <a:r>
              <a:rPr lang="en-CA">
                <a:solidFill>
                  <a:srgbClr val="FFFFFF"/>
                </a:solidFill>
              </a:rPr>
              <a:t> of the </a:t>
            </a:r>
            <a:r>
              <a:rPr lang="en-CA" i="1">
                <a:solidFill>
                  <a:srgbClr val="FFFFFF"/>
                </a:solidFill>
              </a:rPr>
              <a:t>Minkowski Difference.</a:t>
            </a:r>
          </a:p>
          <a:p>
            <a:r>
              <a:rPr lang="en-CA">
                <a:solidFill>
                  <a:srgbClr val="FFFFFF"/>
                </a:solidFill>
              </a:rPr>
              <a:t>EPA needs to start with the final “complete” simplex from GJK.</a:t>
            </a:r>
          </a:p>
          <a:p>
            <a:pPr lvl="1"/>
            <a:r>
              <a:rPr lang="en-CA">
                <a:solidFill>
                  <a:srgbClr val="FFFFFF"/>
                </a:solidFill>
              </a:rPr>
              <a:t>2D – Triangle</a:t>
            </a:r>
            <a:br>
              <a:rPr lang="en-CA">
                <a:solidFill>
                  <a:srgbClr val="FFFFFF"/>
                </a:solidFill>
              </a:rPr>
            </a:br>
            <a:r>
              <a:rPr lang="en-CA">
                <a:solidFill>
                  <a:srgbClr val="FFFFFF"/>
                </a:solidFill>
              </a:rPr>
              <a:t>3D – Tetrahedron</a:t>
            </a:r>
            <a:endParaRPr lang="en-C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78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974DE-E2A8-4327-86C7-43BC2A68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Reusing what we already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EBDBD-A291-4EFC-98C2-6DFA542C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/>
              <a:t>EPA will use our Support function:</a:t>
            </a:r>
          </a:p>
          <a:p>
            <a:pPr lvl="1"/>
            <a:r>
              <a:rPr lang="en-CA"/>
              <a:t>Which means it uses our Furthest Point function.</a:t>
            </a:r>
          </a:p>
          <a:p>
            <a:r>
              <a:rPr lang="en-CA"/>
              <a:t>EPA will use our Simplex class:</a:t>
            </a:r>
          </a:p>
          <a:p>
            <a:pPr lvl="1"/>
            <a:r>
              <a:rPr lang="en-CA"/>
              <a:t>Though it doesn’t limit it to 4 points.</a:t>
            </a:r>
          </a:p>
          <a:p>
            <a:r>
              <a:rPr lang="en-CA"/>
              <a:t>EPA will use the triple cross product.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5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3D56B-7440-429C-81E7-10569CA3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 dirty="0">
                <a:solidFill>
                  <a:srgbClr val="FFFFFF"/>
                </a:solidFill>
              </a:rPr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F001E-400C-4CDC-88B8-8B6F73D28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Start with the “complete” simplex from GJK, now loop: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Find the edge closest to the origin.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CA" dirty="0" err="1"/>
              <a:t>FindClosestEdge</a:t>
            </a:r>
            <a:r>
              <a:rPr lang="en-CA" dirty="0"/>
              <a:t>(simplex)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Get a support point in the direction of the edge normal (in the direction of the origin).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CA" dirty="0"/>
              <a:t>Point p = Support(…)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Get the support point’s distance along the edge normal.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CA" dirty="0"/>
              <a:t>Distance along a vector is given by the dot product.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If the </a:t>
            </a:r>
            <a:r>
              <a:rPr lang="en-CA" b="1" dirty="0"/>
              <a:t>difference</a:t>
            </a:r>
            <a:r>
              <a:rPr lang="en-CA" dirty="0"/>
              <a:t> between distance from the origin to the edge, and the distance along the edge normal are </a:t>
            </a:r>
            <a:r>
              <a:rPr lang="en-CA" i="1" dirty="0"/>
              <a:t>zero</a:t>
            </a:r>
            <a:r>
              <a:rPr lang="en-CA" dirty="0"/>
              <a:t> (or close to):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CA" dirty="0"/>
              <a:t>The collision normal is the edge normal.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CA" dirty="0"/>
              <a:t>The penetration depth is the support points distance along the edge normal.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However if that is not the case:</a:t>
            </a:r>
          </a:p>
          <a:p>
            <a:pPr marL="630936" lvl="1" indent="-457200">
              <a:buFont typeface="+mj-lt"/>
              <a:buAutoNum type="arabicPeriod"/>
            </a:pPr>
            <a:r>
              <a:rPr lang="en-CA" dirty="0"/>
              <a:t>Insert the support point in between the 2 points of the closest edge.</a:t>
            </a:r>
          </a:p>
          <a:p>
            <a:pPr marL="630936" lvl="1" indent="-4572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1697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31B9B-152B-4D08-AA4D-9D83FF29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Find the closest 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0F6EC-D239-4659-A56C-5106F48D4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A" sz="1300" dirty="0"/>
              <a:t>Closest edge is looking for the smallest distance between the origin and each edge.</a:t>
            </a:r>
          </a:p>
          <a:p>
            <a:pPr marL="0" indent="0">
              <a:buNone/>
            </a:pPr>
            <a:r>
              <a:rPr lang="en-CA" sz="1300" dirty="0"/>
              <a:t>This means we need to keep track of the distance.</a:t>
            </a:r>
          </a:p>
          <a:p>
            <a:pPr marL="0" indent="0">
              <a:buNone/>
            </a:pPr>
            <a:r>
              <a:rPr lang="en-CA" sz="1300" dirty="0"/>
              <a:t>Iterate across all points in the simplex: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1300" dirty="0"/>
              <a:t>For each point generate a line segment between that point and the next point.</a:t>
            </a:r>
          </a:p>
          <a:p>
            <a:pPr marL="630936" lvl="1" indent="-457200"/>
            <a:r>
              <a:rPr lang="en-CA" sz="1300" dirty="0"/>
              <a:t>Remember that a polygon is like a circular list, the next point to the last point is the first point.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1300" dirty="0"/>
              <a:t>Get the direction to the origin.</a:t>
            </a:r>
          </a:p>
          <a:p>
            <a:pPr marL="630936" lvl="1" indent="-457200"/>
            <a:r>
              <a:rPr lang="en-CA" sz="1300" dirty="0"/>
              <a:t>AO = -a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1300" dirty="0"/>
              <a:t>Get the edge normal in the direction of the origin.</a:t>
            </a:r>
          </a:p>
          <a:p>
            <a:pPr marL="630936" lvl="1" indent="-457200"/>
            <a:r>
              <a:rPr lang="en-CA" sz="1300" dirty="0"/>
              <a:t>Normals should always be normalized.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1300" dirty="0"/>
              <a:t>Get the distance from the origin to the edge.</a:t>
            </a:r>
          </a:p>
          <a:p>
            <a:pPr marL="630936" lvl="1" indent="-457200"/>
            <a:r>
              <a:rPr lang="en-CA" sz="1300" dirty="0"/>
              <a:t>The distance between origin and edge is the projection of the edge normal on AO.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1300" dirty="0"/>
              <a:t>If this distance is the smallest distance return this edge information</a:t>
            </a:r>
          </a:p>
          <a:p>
            <a:pPr marL="630936" lvl="1" indent="-457200"/>
            <a:r>
              <a:rPr lang="en-CA" sz="1300" dirty="0"/>
              <a:t>This is the edge we want.</a:t>
            </a:r>
          </a:p>
          <a:p>
            <a:pPr marL="457200" indent="-457200">
              <a:buFont typeface="+mj-lt"/>
              <a:buAutoNum type="arabicPeriod"/>
            </a:pPr>
            <a:endParaRPr lang="en-CA" sz="1300" dirty="0"/>
          </a:p>
        </p:txBody>
      </p:sp>
    </p:spTree>
    <p:extLst>
      <p:ext uri="{BB962C8B-B14F-4D97-AF65-F5344CB8AC3E}">
        <p14:creationId xmlns:p14="http://schemas.microsoft.com/office/powerpoint/2010/main" val="344861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A9D93-688E-4919-924F-828E82DA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BF75B-FAA8-4B7C-9BF8-724CFFA5E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Since EPA works with edges a lot, we may want to define a new edge struct/class.</a:t>
            </a:r>
          </a:p>
          <a:p>
            <a:r>
              <a:rPr lang="en-CA" dirty="0"/>
              <a:t>It needs to store: </a:t>
            </a:r>
          </a:p>
          <a:p>
            <a:pPr lvl="1"/>
            <a:r>
              <a:rPr lang="en-CA" dirty="0"/>
              <a:t>The point, or the index of the point.</a:t>
            </a:r>
          </a:p>
          <a:p>
            <a:pPr lvl="1"/>
            <a:r>
              <a:rPr lang="en-CA" dirty="0"/>
              <a:t>The distance from origin to edge normal.</a:t>
            </a:r>
          </a:p>
          <a:p>
            <a:pPr lvl="1"/>
            <a:r>
              <a:rPr lang="en-CA" dirty="0"/>
              <a:t>The edge normal.</a:t>
            </a:r>
          </a:p>
          <a:p>
            <a:r>
              <a:rPr lang="en-CA" dirty="0"/>
              <a:t>Our </a:t>
            </a:r>
            <a:r>
              <a:rPr lang="en-CA" dirty="0" err="1"/>
              <a:t>FindClosestEdge</a:t>
            </a:r>
            <a:r>
              <a:rPr lang="en-CA" dirty="0"/>
              <a:t> function could then return one of these edge data objects, instead of requiring us to recompute the necessary data again in the rest of the EPA.</a:t>
            </a:r>
          </a:p>
        </p:txBody>
      </p:sp>
    </p:spTree>
    <p:extLst>
      <p:ext uri="{BB962C8B-B14F-4D97-AF65-F5344CB8AC3E}">
        <p14:creationId xmlns:p14="http://schemas.microsoft.com/office/powerpoint/2010/main" val="14914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5D131-D38E-4E9E-A69B-CD4A1BB6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PseudoCode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CA81D6E-84C0-47AD-B9BF-FFEE9FD318EB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789151"/>
              </p:ext>
            </p:extLst>
          </p:nvPr>
        </p:nvGraphicFramePr>
        <p:xfrm>
          <a:off x="4978273" y="778404"/>
          <a:ext cx="6889750" cy="527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6087600" imgH="4660200" progId="Word.OpenDocumentText.12">
                  <p:embed/>
                </p:oleObj>
              </mc:Choice>
              <mc:Fallback>
                <p:oleObj name="Document" r:id="rId3" imgW="6087600" imgH="4660200" progId="Word.OpenDocumentTex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78273" y="778404"/>
                        <a:ext cx="6889750" cy="527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706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1579DD07-B6CD-4C04-8A4A-3B92CE8C8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0" ty="0" sx="80000" sy="80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995F0-906C-4573-A739-16EED217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9343" y="620720"/>
            <a:ext cx="6442480" cy="55931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E2A53-FA61-4D03-B030-563A4EBEC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0120" y="1105351"/>
            <a:ext cx="5477071" cy="3023981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chemeClr val="bg1"/>
                </a:solidFill>
              </a:rPr>
              <a:t>Fin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E8520-D5CF-469D-B62B-FAF048AEB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120" y="4297556"/>
            <a:ext cx="5477071" cy="1431695"/>
          </a:xfrm>
        </p:spPr>
        <p:txBody>
          <a:bodyPr anchor="t">
            <a:norm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Next week, step by step of EPA with diagrams.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F5F06D-7250-43A5-9B61-0B7F1FD7E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09960" y="4214336"/>
            <a:ext cx="51206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6878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OpenDocument Text</vt:lpstr>
      <vt:lpstr>GJK Collision Resolution</vt:lpstr>
      <vt:lpstr>Overview</vt:lpstr>
      <vt:lpstr>Collision Resolution</vt:lpstr>
      <vt:lpstr>Expanding Polytope Algorithm (EPA)</vt:lpstr>
      <vt:lpstr>Reusing what we already built</vt:lpstr>
      <vt:lpstr>Steps</vt:lpstr>
      <vt:lpstr>Find the closest edge</vt:lpstr>
      <vt:lpstr>Edge</vt:lpstr>
      <vt:lpstr>PseudoCode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GJK Collision Resolution</dc:title>
  <dc:creator>Aidan Dearing</dc:creator>
  <cp:lastModifiedBy>Aidan Dearing</cp:lastModifiedBy>
  <cp:revision>1</cp:revision>
  <dcterms:created xsi:type="dcterms:W3CDTF">2019-04-05T15:35:32Z</dcterms:created>
  <dcterms:modified xsi:type="dcterms:W3CDTF">2019-04-05T15:36:06Z</dcterms:modified>
</cp:coreProperties>
</file>