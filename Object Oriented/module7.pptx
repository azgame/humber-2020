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683B75-3C2A-4889-9092-FCC3A99CBE2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124B1DA-FD15-46E4-B6F9-C291E27F5CF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Classes &amp; STL</a:t>
          </a:r>
          <a:endParaRPr lang="en-US"/>
        </a:p>
      </dgm:t>
    </dgm:pt>
    <dgm:pt modelId="{C99D6AFE-0E8F-483A-BD56-70DDE684E9EE}" type="parTrans" cxnId="{1E3E5856-9D21-408F-B999-26211D02F0FC}">
      <dgm:prSet/>
      <dgm:spPr/>
      <dgm:t>
        <a:bodyPr/>
        <a:lstStyle/>
        <a:p>
          <a:endParaRPr lang="en-US"/>
        </a:p>
      </dgm:t>
    </dgm:pt>
    <dgm:pt modelId="{0FAC18CC-218F-4D9B-846E-31788C684436}" type="sibTrans" cxnId="{1E3E5856-9D21-408F-B999-26211D02F0FC}">
      <dgm:prSet/>
      <dgm:spPr/>
      <dgm:t>
        <a:bodyPr/>
        <a:lstStyle/>
        <a:p>
          <a:endParaRPr lang="en-US"/>
        </a:p>
      </dgm:t>
    </dgm:pt>
    <dgm:pt modelId="{4E2E2BC6-D9DC-4AA9-9074-2D38AFF1406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Debugging</a:t>
          </a:r>
          <a:endParaRPr lang="en-US"/>
        </a:p>
      </dgm:t>
    </dgm:pt>
    <dgm:pt modelId="{44BFABA3-DA8A-4381-A22A-D64A1CB35954}" type="parTrans" cxnId="{F749D372-15FE-4E23-BEDF-43889889C026}">
      <dgm:prSet/>
      <dgm:spPr/>
      <dgm:t>
        <a:bodyPr/>
        <a:lstStyle/>
        <a:p>
          <a:endParaRPr lang="en-US"/>
        </a:p>
      </dgm:t>
    </dgm:pt>
    <dgm:pt modelId="{0781FEE0-37FA-469F-84A4-B74402C62FF4}" type="sibTrans" cxnId="{F749D372-15FE-4E23-BEDF-43889889C026}">
      <dgm:prSet/>
      <dgm:spPr/>
      <dgm:t>
        <a:bodyPr/>
        <a:lstStyle/>
        <a:p>
          <a:endParaRPr lang="en-US"/>
        </a:p>
      </dgm:t>
    </dgm:pt>
    <dgm:pt modelId="{68C9B51E-8274-48BE-9AFC-B17B985DAF5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Destructors</a:t>
          </a:r>
          <a:endParaRPr lang="en-US"/>
        </a:p>
      </dgm:t>
    </dgm:pt>
    <dgm:pt modelId="{B0C4EE06-DDD7-4D21-88F5-05756E3A5B90}" type="parTrans" cxnId="{59193511-CEBB-4342-BFE7-66614A929050}">
      <dgm:prSet/>
      <dgm:spPr/>
      <dgm:t>
        <a:bodyPr/>
        <a:lstStyle/>
        <a:p>
          <a:endParaRPr lang="en-US"/>
        </a:p>
      </dgm:t>
    </dgm:pt>
    <dgm:pt modelId="{FB9CDAB2-70EC-4014-9CA4-2535D823B6A9}" type="sibTrans" cxnId="{59193511-CEBB-4342-BFE7-66614A929050}">
      <dgm:prSet/>
      <dgm:spPr/>
      <dgm:t>
        <a:bodyPr/>
        <a:lstStyle/>
        <a:p>
          <a:endParaRPr lang="en-US"/>
        </a:p>
      </dgm:t>
    </dgm:pt>
    <dgm:pt modelId="{515F3818-EBA9-43AD-9AEE-FC3EA2F9B9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Parameter Passing</a:t>
          </a:r>
          <a:endParaRPr lang="en-US"/>
        </a:p>
      </dgm:t>
    </dgm:pt>
    <dgm:pt modelId="{A3F7BC8D-D23F-4502-99CB-26469D6D6DDB}" type="parTrans" cxnId="{18102C71-1CDF-47D3-91E7-199304CB0846}">
      <dgm:prSet/>
      <dgm:spPr/>
      <dgm:t>
        <a:bodyPr/>
        <a:lstStyle/>
        <a:p>
          <a:endParaRPr lang="en-US"/>
        </a:p>
      </dgm:t>
    </dgm:pt>
    <dgm:pt modelId="{00FD09B8-9BF8-4FA1-AF44-7351A544F9F4}" type="sibTrans" cxnId="{18102C71-1CDF-47D3-91E7-199304CB0846}">
      <dgm:prSet/>
      <dgm:spPr/>
      <dgm:t>
        <a:bodyPr/>
        <a:lstStyle/>
        <a:p>
          <a:endParaRPr lang="en-US"/>
        </a:p>
      </dgm:t>
    </dgm:pt>
    <dgm:pt modelId="{F21ABB84-63EF-4A90-BA0E-1AE67B021F6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Responsibility</a:t>
          </a:r>
          <a:endParaRPr lang="en-US"/>
        </a:p>
      </dgm:t>
    </dgm:pt>
    <dgm:pt modelId="{62274EB4-FE6A-4722-A619-E7DB1F7FABE5}" type="parTrans" cxnId="{A51C52EE-E0A0-4905-B9A8-35E288F1AD3C}">
      <dgm:prSet/>
      <dgm:spPr/>
      <dgm:t>
        <a:bodyPr/>
        <a:lstStyle/>
        <a:p>
          <a:endParaRPr lang="en-US"/>
        </a:p>
      </dgm:t>
    </dgm:pt>
    <dgm:pt modelId="{3569084E-0FDA-4E4D-BD4D-6758B10B0485}" type="sibTrans" cxnId="{A51C52EE-E0A0-4905-B9A8-35E288F1AD3C}">
      <dgm:prSet/>
      <dgm:spPr/>
      <dgm:t>
        <a:bodyPr/>
        <a:lstStyle/>
        <a:p>
          <a:endParaRPr lang="en-US"/>
        </a:p>
      </dgm:t>
    </dgm:pt>
    <dgm:pt modelId="{B8BD6F53-9A76-4163-B830-008F2E181E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Sequence diagrams</a:t>
          </a:r>
          <a:endParaRPr lang="en-US" dirty="0"/>
        </a:p>
      </dgm:t>
    </dgm:pt>
    <dgm:pt modelId="{4D536A22-517B-4D15-87E7-3086E352BE71}" type="parTrans" cxnId="{DA7861E0-A1D2-4D81-AA88-DB33A42E66C1}">
      <dgm:prSet/>
      <dgm:spPr/>
      <dgm:t>
        <a:bodyPr/>
        <a:lstStyle/>
        <a:p>
          <a:endParaRPr lang="en-US"/>
        </a:p>
      </dgm:t>
    </dgm:pt>
    <dgm:pt modelId="{45A41827-EA82-4A0C-B1B6-ACC2A0C82C09}" type="sibTrans" cxnId="{DA7861E0-A1D2-4D81-AA88-DB33A42E66C1}">
      <dgm:prSet/>
      <dgm:spPr/>
      <dgm:t>
        <a:bodyPr/>
        <a:lstStyle/>
        <a:p>
          <a:endParaRPr lang="en-US"/>
        </a:p>
      </dgm:t>
    </dgm:pt>
    <dgm:pt modelId="{3E6AF988-8A0C-4DC4-A95D-B102C1F1F2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Virtual Destructors</a:t>
          </a:r>
          <a:endParaRPr lang="en-US" dirty="0"/>
        </a:p>
      </dgm:t>
    </dgm:pt>
    <dgm:pt modelId="{164620F9-9F40-4E7E-9A3F-24E6CE48EF60}" type="parTrans" cxnId="{E8FC9142-2CA5-446D-ACA1-964ABD7DEA60}">
      <dgm:prSet/>
      <dgm:spPr/>
      <dgm:t>
        <a:bodyPr/>
        <a:lstStyle/>
        <a:p>
          <a:endParaRPr lang="en-CA"/>
        </a:p>
      </dgm:t>
    </dgm:pt>
    <dgm:pt modelId="{F8765C08-C885-47D6-A03C-7C2E77617CC1}" type="sibTrans" cxnId="{E8FC9142-2CA5-446D-ACA1-964ABD7DEA60}">
      <dgm:prSet/>
      <dgm:spPr/>
      <dgm:t>
        <a:bodyPr/>
        <a:lstStyle/>
        <a:p>
          <a:endParaRPr lang="en-CA"/>
        </a:p>
      </dgm:t>
    </dgm:pt>
    <dgm:pt modelId="{040A4B57-F105-4C97-931E-F0A01729B26F}" type="pres">
      <dgm:prSet presAssocID="{9C683B75-3C2A-4889-9092-FCC3A99CBE2A}" presName="root" presStyleCnt="0">
        <dgm:presLayoutVars>
          <dgm:dir/>
          <dgm:resizeHandles val="exact"/>
        </dgm:presLayoutVars>
      </dgm:prSet>
      <dgm:spPr/>
    </dgm:pt>
    <dgm:pt modelId="{99FCF59A-1579-46B4-B5D5-614C58F5F79B}" type="pres">
      <dgm:prSet presAssocID="{1124B1DA-FD15-46E4-B6F9-C291E27F5CFF}" presName="compNode" presStyleCnt="0"/>
      <dgm:spPr/>
    </dgm:pt>
    <dgm:pt modelId="{342E094F-01F8-4849-8A73-CAA25258DFC3}" type="pres">
      <dgm:prSet presAssocID="{1124B1DA-FD15-46E4-B6F9-C291E27F5CFF}" presName="iconBgRect" presStyleLbl="bgShp" presStyleIdx="0" presStyleCnt="7"/>
      <dgm:spPr/>
    </dgm:pt>
    <dgm:pt modelId="{0276698B-1652-42D1-8324-554C2805205E}" type="pres">
      <dgm:prSet presAssocID="{1124B1DA-FD15-46E4-B6F9-C291E27F5CF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A4E3249-CB4A-48D0-9AF7-49689BFDB56D}" type="pres">
      <dgm:prSet presAssocID="{1124B1DA-FD15-46E4-B6F9-C291E27F5CFF}" presName="spaceRect" presStyleCnt="0"/>
      <dgm:spPr/>
    </dgm:pt>
    <dgm:pt modelId="{A75456F8-A2DF-40BD-BFC6-81CE7E68C9AD}" type="pres">
      <dgm:prSet presAssocID="{1124B1DA-FD15-46E4-B6F9-C291E27F5CFF}" presName="textRect" presStyleLbl="revTx" presStyleIdx="0" presStyleCnt="7">
        <dgm:presLayoutVars>
          <dgm:chMax val="1"/>
          <dgm:chPref val="1"/>
        </dgm:presLayoutVars>
      </dgm:prSet>
      <dgm:spPr/>
    </dgm:pt>
    <dgm:pt modelId="{6AFFB1E4-3AF9-4B9D-B08F-4CBC1A1F69DF}" type="pres">
      <dgm:prSet presAssocID="{0FAC18CC-218F-4D9B-846E-31788C684436}" presName="sibTrans" presStyleCnt="0"/>
      <dgm:spPr/>
    </dgm:pt>
    <dgm:pt modelId="{EC8F5373-FB3F-47E5-81A6-F17A0A890F62}" type="pres">
      <dgm:prSet presAssocID="{4E2E2BC6-D9DC-4AA9-9074-2D38AFF14064}" presName="compNode" presStyleCnt="0"/>
      <dgm:spPr/>
    </dgm:pt>
    <dgm:pt modelId="{7CCD9A61-EEE2-4C8B-844C-4CC4DDBEA040}" type="pres">
      <dgm:prSet presAssocID="{4E2E2BC6-D9DC-4AA9-9074-2D38AFF14064}" presName="iconBgRect" presStyleLbl="bgShp" presStyleIdx="1" presStyleCnt="7"/>
      <dgm:spPr/>
    </dgm:pt>
    <dgm:pt modelId="{5FD017A3-F377-4E14-98AC-BA41D4F4F219}" type="pres">
      <dgm:prSet presAssocID="{4E2E2BC6-D9DC-4AA9-9074-2D38AFF1406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47ACD67-6A06-49E7-8FDA-C82A16BA428D}" type="pres">
      <dgm:prSet presAssocID="{4E2E2BC6-D9DC-4AA9-9074-2D38AFF14064}" presName="spaceRect" presStyleCnt="0"/>
      <dgm:spPr/>
    </dgm:pt>
    <dgm:pt modelId="{19A1B217-A0B5-4341-809D-9D887EF32968}" type="pres">
      <dgm:prSet presAssocID="{4E2E2BC6-D9DC-4AA9-9074-2D38AFF14064}" presName="textRect" presStyleLbl="revTx" presStyleIdx="1" presStyleCnt="7">
        <dgm:presLayoutVars>
          <dgm:chMax val="1"/>
          <dgm:chPref val="1"/>
        </dgm:presLayoutVars>
      </dgm:prSet>
      <dgm:spPr/>
    </dgm:pt>
    <dgm:pt modelId="{833206FE-EF57-4CB7-A6DB-B42BF5029C5B}" type="pres">
      <dgm:prSet presAssocID="{0781FEE0-37FA-469F-84A4-B74402C62FF4}" presName="sibTrans" presStyleCnt="0"/>
      <dgm:spPr/>
    </dgm:pt>
    <dgm:pt modelId="{E36E6CB7-2001-44C0-BEED-56A5AD0A87D1}" type="pres">
      <dgm:prSet presAssocID="{68C9B51E-8274-48BE-9AFC-B17B985DAF54}" presName="compNode" presStyleCnt="0"/>
      <dgm:spPr/>
    </dgm:pt>
    <dgm:pt modelId="{CF631D80-20B4-4DC7-8DD5-4E9B22844AF2}" type="pres">
      <dgm:prSet presAssocID="{68C9B51E-8274-48BE-9AFC-B17B985DAF54}" presName="iconBgRect" presStyleLbl="bgShp" presStyleIdx="2" presStyleCnt="7"/>
      <dgm:spPr/>
    </dgm:pt>
    <dgm:pt modelId="{5BCC7932-AC5B-4176-9F69-16F3AD3EAB46}" type="pres">
      <dgm:prSet presAssocID="{68C9B51E-8274-48BE-9AFC-B17B985DAF54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00E5B082-B122-4AD3-A387-C76C0108DF96}" type="pres">
      <dgm:prSet presAssocID="{68C9B51E-8274-48BE-9AFC-B17B985DAF54}" presName="spaceRect" presStyleCnt="0"/>
      <dgm:spPr/>
    </dgm:pt>
    <dgm:pt modelId="{B3BB79CE-646C-4A74-AB4D-50FF802D3354}" type="pres">
      <dgm:prSet presAssocID="{68C9B51E-8274-48BE-9AFC-B17B985DAF54}" presName="textRect" presStyleLbl="revTx" presStyleIdx="2" presStyleCnt="7">
        <dgm:presLayoutVars>
          <dgm:chMax val="1"/>
          <dgm:chPref val="1"/>
        </dgm:presLayoutVars>
      </dgm:prSet>
      <dgm:spPr/>
    </dgm:pt>
    <dgm:pt modelId="{5E457B60-CBB5-4D71-8477-AFBE94DBE373}" type="pres">
      <dgm:prSet presAssocID="{FB9CDAB2-70EC-4014-9CA4-2535D823B6A9}" presName="sibTrans" presStyleCnt="0"/>
      <dgm:spPr/>
    </dgm:pt>
    <dgm:pt modelId="{2501BAAC-D91C-4AAC-8874-EF58981A1A67}" type="pres">
      <dgm:prSet presAssocID="{515F3818-EBA9-43AD-9AEE-FC3EA2F9B9DF}" presName="compNode" presStyleCnt="0"/>
      <dgm:spPr/>
    </dgm:pt>
    <dgm:pt modelId="{AC2C171B-4169-42D8-8E30-92A99DD01803}" type="pres">
      <dgm:prSet presAssocID="{515F3818-EBA9-43AD-9AEE-FC3EA2F9B9DF}" presName="iconBgRect" presStyleLbl="bgShp" presStyleIdx="3" presStyleCnt="7"/>
      <dgm:spPr/>
    </dgm:pt>
    <dgm:pt modelId="{038A1B50-EE1A-4963-AF54-49740267B24A}" type="pres">
      <dgm:prSet presAssocID="{515F3818-EBA9-43AD-9AEE-FC3EA2F9B9D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6D33523D-AB96-4DFB-A7F7-07CD9223C7ED}" type="pres">
      <dgm:prSet presAssocID="{515F3818-EBA9-43AD-9AEE-FC3EA2F9B9DF}" presName="spaceRect" presStyleCnt="0"/>
      <dgm:spPr/>
    </dgm:pt>
    <dgm:pt modelId="{075A6084-6892-4D4A-870B-C3DC9E55A6C1}" type="pres">
      <dgm:prSet presAssocID="{515F3818-EBA9-43AD-9AEE-FC3EA2F9B9DF}" presName="textRect" presStyleLbl="revTx" presStyleIdx="3" presStyleCnt="7">
        <dgm:presLayoutVars>
          <dgm:chMax val="1"/>
          <dgm:chPref val="1"/>
        </dgm:presLayoutVars>
      </dgm:prSet>
      <dgm:spPr/>
    </dgm:pt>
    <dgm:pt modelId="{FBA18D0D-8B54-48EB-B200-C579C5504FF8}" type="pres">
      <dgm:prSet presAssocID="{00FD09B8-9BF8-4FA1-AF44-7351A544F9F4}" presName="sibTrans" presStyleCnt="0"/>
      <dgm:spPr/>
    </dgm:pt>
    <dgm:pt modelId="{63BDA145-AD6D-489D-9CB9-1726824B0989}" type="pres">
      <dgm:prSet presAssocID="{F21ABB84-63EF-4A90-BA0E-1AE67B021F68}" presName="compNode" presStyleCnt="0"/>
      <dgm:spPr/>
    </dgm:pt>
    <dgm:pt modelId="{A73DFC67-8DE9-407E-989C-000D52DD3687}" type="pres">
      <dgm:prSet presAssocID="{F21ABB84-63EF-4A90-BA0E-1AE67B021F68}" presName="iconBgRect" presStyleLbl="bgShp" presStyleIdx="4" presStyleCnt="7"/>
      <dgm:spPr/>
    </dgm:pt>
    <dgm:pt modelId="{5CD0BBDD-8C99-4A6E-A6F1-5E59008D403A}" type="pres">
      <dgm:prSet presAssocID="{F21ABB84-63EF-4A90-BA0E-1AE67B021F6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8CC3D0A1-06A1-48BA-B930-D58F1D5166C9}" type="pres">
      <dgm:prSet presAssocID="{F21ABB84-63EF-4A90-BA0E-1AE67B021F68}" presName="spaceRect" presStyleCnt="0"/>
      <dgm:spPr/>
    </dgm:pt>
    <dgm:pt modelId="{E842300A-95E3-40E0-B0D8-55F63D1729DA}" type="pres">
      <dgm:prSet presAssocID="{F21ABB84-63EF-4A90-BA0E-1AE67B021F68}" presName="textRect" presStyleLbl="revTx" presStyleIdx="4" presStyleCnt="7">
        <dgm:presLayoutVars>
          <dgm:chMax val="1"/>
          <dgm:chPref val="1"/>
        </dgm:presLayoutVars>
      </dgm:prSet>
      <dgm:spPr/>
    </dgm:pt>
    <dgm:pt modelId="{E6AA3C7F-965B-4F68-88C5-416523A812BE}" type="pres">
      <dgm:prSet presAssocID="{3569084E-0FDA-4E4D-BD4D-6758B10B0485}" presName="sibTrans" presStyleCnt="0"/>
      <dgm:spPr/>
    </dgm:pt>
    <dgm:pt modelId="{F5922ABD-4F47-40B8-99DA-B67E7C616453}" type="pres">
      <dgm:prSet presAssocID="{B8BD6F53-9A76-4163-B830-008F2E181EAA}" presName="compNode" presStyleCnt="0"/>
      <dgm:spPr/>
    </dgm:pt>
    <dgm:pt modelId="{CF6BB750-3A05-4F57-A5A9-12A4866FE2D1}" type="pres">
      <dgm:prSet presAssocID="{B8BD6F53-9A76-4163-B830-008F2E181EAA}" presName="iconBgRect" presStyleLbl="bgShp" presStyleIdx="5" presStyleCnt="7"/>
      <dgm:spPr/>
    </dgm:pt>
    <dgm:pt modelId="{961BAB2D-7264-4BB4-9C7C-89A58CAA64A1}" type="pres">
      <dgm:prSet presAssocID="{B8BD6F53-9A76-4163-B830-008F2E181EA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A612B9-7A37-457D-9095-ACF9D0608AFE}" type="pres">
      <dgm:prSet presAssocID="{B8BD6F53-9A76-4163-B830-008F2E181EAA}" presName="spaceRect" presStyleCnt="0"/>
      <dgm:spPr/>
    </dgm:pt>
    <dgm:pt modelId="{9DE28125-9318-4D11-8692-B3E8C21A5E6B}" type="pres">
      <dgm:prSet presAssocID="{B8BD6F53-9A76-4163-B830-008F2E181EAA}" presName="textRect" presStyleLbl="revTx" presStyleIdx="5" presStyleCnt="7">
        <dgm:presLayoutVars>
          <dgm:chMax val="1"/>
          <dgm:chPref val="1"/>
        </dgm:presLayoutVars>
      </dgm:prSet>
      <dgm:spPr/>
    </dgm:pt>
    <dgm:pt modelId="{E4927B07-F5C8-49CA-9BCA-5F690D351218}" type="pres">
      <dgm:prSet presAssocID="{45A41827-EA82-4A0C-B1B6-ACC2A0C82C09}" presName="sibTrans" presStyleCnt="0"/>
      <dgm:spPr/>
    </dgm:pt>
    <dgm:pt modelId="{360AC2C1-3D78-4747-A7CE-8AEC72703114}" type="pres">
      <dgm:prSet presAssocID="{3E6AF988-8A0C-4DC4-A95D-B102C1F1F20B}" presName="compNode" presStyleCnt="0"/>
      <dgm:spPr/>
    </dgm:pt>
    <dgm:pt modelId="{270F71DB-303A-4706-9B5F-9A5C782D1565}" type="pres">
      <dgm:prSet presAssocID="{3E6AF988-8A0C-4DC4-A95D-B102C1F1F20B}" presName="iconBgRect" presStyleLbl="bgShp" presStyleIdx="6" presStyleCnt="7"/>
      <dgm:spPr/>
    </dgm:pt>
    <dgm:pt modelId="{DD17ED0F-B1C9-4E73-AC81-90343E03D688}" type="pres">
      <dgm:prSet presAssocID="{3E6AF988-8A0C-4DC4-A95D-B102C1F1F20B}" presName="iconRect" presStyleLbl="node1" presStyleIdx="6" presStyleCnt="7"/>
      <dgm:spPr>
        <a:blipFill rotWithShape="1"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</dgm:pt>
    <dgm:pt modelId="{D75E882C-6B63-45B1-9C86-5D726FCAC431}" type="pres">
      <dgm:prSet presAssocID="{3E6AF988-8A0C-4DC4-A95D-B102C1F1F20B}" presName="spaceRect" presStyleCnt="0"/>
      <dgm:spPr/>
    </dgm:pt>
    <dgm:pt modelId="{66879417-2179-4F4F-8FEB-39356BFD1A5D}" type="pres">
      <dgm:prSet presAssocID="{3E6AF988-8A0C-4DC4-A95D-B102C1F1F20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9193511-CEBB-4342-BFE7-66614A929050}" srcId="{9C683B75-3C2A-4889-9092-FCC3A99CBE2A}" destId="{68C9B51E-8274-48BE-9AFC-B17B985DAF54}" srcOrd="2" destOrd="0" parTransId="{B0C4EE06-DDD7-4D21-88F5-05756E3A5B90}" sibTransId="{FB9CDAB2-70EC-4014-9CA4-2535D823B6A9}"/>
    <dgm:cxn modelId="{32559E1E-F123-44A2-BDBD-2584009E7CB9}" type="presOf" srcId="{3E6AF988-8A0C-4DC4-A95D-B102C1F1F20B}" destId="{66879417-2179-4F4F-8FEB-39356BFD1A5D}" srcOrd="0" destOrd="0" presId="urn:microsoft.com/office/officeart/2018/5/layout/IconCircleLabelList"/>
    <dgm:cxn modelId="{B4C4C71F-B712-455F-AEFE-21ADD6702BF5}" type="presOf" srcId="{9C683B75-3C2A-4889-9092-FCC3A99CBE2A}" destId="{040A4B57-F105-4C97-931E-F0A01729B26F}" srcOrd="0" destOrd="0" presId="urn:microsoft.com/office/officeart/2018/5/layout/IconCircleLabelList"/>
    <dgm:cxn modelId="{8E017022-E921-4DEC-8A20-6EBB7320E904}" type="presOf" srcId="{B8BD6F53-9A76-4163-B830-008F2E181EAA}" destId="{9DE28125-9318-4D11-8692-B3E8C21A5E6B}" srcOrd="0" destOrd="0" presId="urn:microsoft.com/office/officeart/2018/5/layout/IconCircleLabelList"/>
    <dgm:cxn modelId="{2524163F-C88D-4D96-8A82-45C65C834F98}" type="presOf" srcId="{515F3818-EBA9-43AD-9AEE-FC3EA2F9B9DF}" destId="{075A6084-6892-4D4A-870B-C3DC9E55A6C1}" srcOrd="0" destOrd="0" presId="urn:microsoft.com/office/officeart/2018/5/layout/IconCircleLabelList"/>
    <dgm:cxn modelId="{E8FC9142-2CA5-446D-ACA1-964ABD7DEA60}" srcId="{9C683B75-3C2A-4889-9092-FCC3A99CBE2A}" destId="{3E6AF988-8A0C-4DC4-A95D-B102C1F1F20B}" srcOrd="6" destOrd="0" parTransId="{164620F9-9F40-4E7E-9A3F-24E6CE48EF60}" sibTransId="{F8765C08-C885-47D6-A03C-7C2E77617CC1}"/>
    <dgm:cxn modelId="{18102C71-1CDF-47D3-91E7-199304CB0846}" srcId="{9C683B75-3C2A-4889-9092-FCC3A99CBE2A}" destId="{515F3818-EBA9-43AD-9AEE-FC3EA2F9B9DF}" srcOrd="3" destOrd="0" parTransId="{A3F7BC8D-D23F-4502-99CB-26469D6D6DDB}" sibTransId="{00FD09B8-9BF8-4FA1-AF44-7351A544F9F4}"/>
    <dgm:cxn modelId="{F749D372-15FE-4E23-BEDF-43889889C026}" srcId="{9C683B75-3C2A-4889-9092-FCC3A99CBE2A}" destId="{4E2E2BC6-D9DC-4AA9-9074-2D38AFF14064}" srcOrd="1" destOrd="0" parTransId="{44BFABA3-DA8A-4381-A22A-D64A1CB35954}" sibTransId="{0781FEE0-37FA-469F-84A4-B74402C62FF4}"/>
    <dgm:cxn modelId="{3637F355-CC78-4FB2-B9BE-3E360A68C1E4}" type="presOf" srcId="{4E2E2BC6-D9DC-4AA9-9074-2D38AFF14064}" destId="{19A1B217-A0B5-4341-809D-9D887EF32968}" srcOrd="0" destOrd="0" presId="urn:microsoft.com/office/officeart/2018/5/layout/IconCircleLabelList"/>
    <dgm:cxn modelId="{1E3E5856-9D21-408F-B999-26211D02F0FC}" srcId="{9C683B75-3C2A-4889-9092-FCC3A99CBE2A}" destId="{1124B1DA-FD15-46E4-B6F9-C291E27F5CFF}" srcOrd="0" destOrd="0" parTransId="{C99D6AFE-0E8F-483A-BD56-70DDE684E9EE}" sibTransId="{0FAC18CC-218F-4D9B-846E-31788C684436}"/>
    <dgm:cxn modelId="{3D9B6680-09B8-47D8-AACF-7CE61BCD9929}" type="presOf" srcId="{1124B1DA-FD15-46E4-B6F9-C291E27F5CFF}" destId="{A75456F8-A2DF-40BD-BFC6-81CE7E68C9AD}" srcOrd="0" destOrd="0" presId="urn:microsoft.com/office/officeart/2018/5/layout/IconCircleLabelList"/>
    <dgm:cxn modelId="{E29240A6-E233-4D5F-834A-B72ED2F8AEE9}" type="presOf" srcId="{F21ABB84-63EF-4A90-BA0E-1AE67B021F68}" destId="{E842300A-95E3-40E0-B0D8-55F63D1729DA}" srcOrd="0" destOrd="0" presId="urn:microsoft.com/office/officeart/2018/5/layout/IconCircleLabelList"/>
    <dgm:cxn modelId="{558EEBAF-521B-4469-B6CE-C207E76B805F}" type="presOf" srcId="{68C9B51E-8274-48BE-9AFC-B17B985DAF54}" destId="{B3BB79CE-646C-4A74-AB4D-50FF802D3354}" srcOrd="0" destOrd="0" presId="urn:microsoft.com/office/officeart/2018/5/layout/IconCircleLabelList"/>
    <dgm:cxn modelId="{DA7861E0-A1D2-4D81-AA88-DB33A42E66C1}" srcId="{9C683B75-3C2A-4889-9092-FCC3A99CBE2A}" destId="{B8BD6F53-9A76-4163-B830-008F2E181EAA}" srcOrd="5" destOrd="0" parTransId="{4D536A22-517B-4D15-87E7-3086E352BE71}" sibTransId="{45A41827-EA82-4A0C-B1B6-ACC2A0C82C09}"/>
    <dgm:cxn modelId="{A51C52EE-E0A0-4905-B9A8-35E288F1AD3C}" srcId="{9C683B75-3C2A-4889-9092-FCC3A99CBE2A}" destId="{F21ABB84-63EF-4A90-BA0E-1AE67B021F68}" srcOrd="4" destOrd="0" parTransId="{62274EB4-FE6A-4722-A619-E7DB1F7FABE5}" sibTransId="{3569084E-0FDA-4E4D-BD4D-6758B10B0485}"/>
    <dgm:cxn modelId="{0B21E055-E260-44BB-8D8C-B086A141BACF}" type="presParOf" srcId="{040A4B57-F105-4C97-931E-F0A01729B26F}" destId="{99FCF59A-1579-46B4-B5D5-614C58F5F79B}" srcOrd="0" destOrd="0" presId="urn:microsoft.com/office/officeart/2018/5/layout/IconCircleLabelList"/>
    <dgm:cxn modelId="{1FCE6B89-F23F-4FD0-A4DF-DFD618F941A7}" type="presParOf" srcId="{99FCF59A-1579-46B4-B5D5-614C58F5F79B}" destId="{342E094F-01F8-4849-8A73-CAA25258DFC3}" srcOrd="0" destOrd="0" presId="urn:microsoft.com/office/officeart/2018/5/layout/IconCircleLabelList"/>
    <dgm:cxn modelId="{33515733-5152-45FF-8A41-6932728C53ED}" type="presParOf" srcId="{99FCF59A-1579-46B4-B5D5-614C58F5F79B}" destId="{0276698B-1652-42D1-8324-554C2805205E}" srcOrd="1" destOrd="0" presId="urn:microsoft.com/office/officeart/2018/5/layout/IconCircleLabelList"/>
    <dgm:cxn modelId="{9BB24508-DE1D-47EF-8EF9-D89EEF9734C2}" type="presParOf" srcId="{99FCF59A-1579-46B4-B5D5-614C58F5F79B}" destId="{CA4E3249-CB4A-48D0-9AF7-49689BFDB56D}" srcOrd="2" destOrd="0" presId="urn:microsoft.com/office/officeart/2018/5/layout/IconCircleLabelList"/>
    <dgm:cxn modelId="{DC4716E6-F735-4B6A-AD03-011BCEF72192}" type="presParOf" srcId="{99FCF59A-1579-46B4-B5D5-614C58F5F79B}" destId="{A75456F8-A2DF-40BD-BFC6-81CE7E68C9AD}" srcOrd="3" destOrd="0" presId="urn:microsoft.com/office/officeart/2018/5/layout/IconCircleLabelList"/>
    <dgm:cxn modelId="{8C263493-71EB-4525-941C-970077858415}" type="presParOf" srcId="{040A4B57-F105-4C97-931E-F0A01729B26F}" destId="{6AFFB1E4-3AF9-4B9D-B08F-4CBC1A1F69DF}" srcOrd="1" destOrd="0" presId="urn:microsoft.com/office/officeart/2018/5/layout/IconCircleLabelList"/>
    <dgm:cxn modelId="{2F30DBE0-B949-4B73-9893-4E36B482091F}" type="presParOf" srcId="{040A4B57-F105-4C97-931E-F0A01729B26F}" destId="{EC8F5373-FB3F-47E5-81A6-F17A0A890F62}" srcOrd="2" destOrd="0" presId="urn:microsoft.com/office/officeart/2018/5/layout/IconCircleLabelList"/>
    <dgm:cxn modelId="{5A3AD21E-9767-4B11-ABCD-E8D3BBAFD8BC}" type="presParOf" srcId="{EC8F5373-FB3F-47E5-81A6-F17A0A890F62}" destId="{7CCD9A61-EEE2-4C8B-844C-4CC4DDBEA040}" srcOrd="0" destOrd="0" presId="urn:microsoft.com/office/officeart/2018/5/layout/IconCircleLabelList"/>
    <dgm:cxn modelId="{039FFF3E-E2CA-4F18-BC60-FFBEA5D2ED74}" type="presParOf" srcId="{EC8F5373-FB3F-47E5-81A6-F17A0A890F62}" destId="{5FD017A3-F377-4E14-98AC-BA41D4F4F219}" srcOrd="1" destOrd="0" presId="urn:microsoft.com/office/officeart/2018/5/layout/IconCircleLabelList"/>
    <dgm:cxn modelId="{E12E8362-DAFD-4F6A-A3C9-E85437C3BD94}" type="presParOf" srcId="{EC8F5373-FB3F-47E5-81A6-F17A0A890F62}" destId="{E47ACD67-6A06-49E7-8FDA-C82A16BA428D}" srcOrd="2" destOrd="0" presId="urn:microsoft.com/office/officeart/2018/5/layout/IconCircleLabelList"/>
    <dgm:cxn modelId="{90E27E3E-6243-44BC-A18D-2D0B73F44EFE}" type="presParOf" srcId="{EC8F5373-FB3F-47E5-81A6-F17A0A890F62}" destId="{19A1B217-A0B5-4341-809D-9D887EF32968}" srcOrd="3" destOrd="0" presId="urn:microsoft.com/office/officeart/2018/5/layout/IconCircleLabelList"/>
    <dgm:cxn modelId="{428996F4-0872-4680-8E35-691DF63575CB}" type="presParOf" srcId="{040A4B57-F105-4C97-931E-F0A01729B26F}" destId="{833206FE-EF57-4CB7-A6DB-B42BF5029C5B}" srcOrd="3" destOrd="0" presId="urn:microsoft.com/office/officeart/2018/5/layout/IconCircleLabelList"/>
    <dgm:cxn modelId="{6E780416-B08B-470D-90C5-A2E5B73A61E6}" type="presParOf" srcId="{040A4B57-F105-4C97-931E-F0A01729B26F}" destId="{E36E6CB7-2001-44C0-BEED-56A5AD0A87D1}" srcOrd="4" destOrd="0" presId="urn:microsoft.com/office/officeart/2018/5/layout/IconCircleLabelList"/>
    <dgm:cxn modelId="{3572BB3B-24B1-4C8E-9134-EB0E43F1D372}" type="presParOf" srcId="{E36E6CB7-2001-44C0-BEED-56A5AD0A87D1}" destId="{CF631D80-20B4-4DC7-8DD5-4E9B22844AF2}" srcOrd="0" destOrd="0" presId="urn:microsoft.com/office/officeart/2018/5/layout/IconCircleLabelList"/>
    <dgm:cxn modelId="{A94AF420-6971-4FDA-BE88-2A52BFACF6A1}" type="presParOf" srcId="{E36E6CB7-2001-44C0-BEED-56A5AD0A87D1}" destId="{5BCC7932-AC5B-4176-9F69-16F3AD3EAB46}" srcOrd="1" destOrd="0" presId="urn:microsoft.com/office/officeart/2018/5/layout/IconCircleLabelList"/>
    <dgm:cxn modelId="{34CE7F5E-6357-4FC1-B381-4E1A0C46F07A}" type="presParOf" srcId="{E36E6CB7-2001-44C0-BEED-56A5AD0A87D1}" destId="{00E5B082-B122-4AD3-A387-C76C0108DF96}" srcOrd="2" destOrd="0" presId="urn:microsoft.com/office/officeart/2018/5/layout/IconCircleLabelList"/>
    <dgm:cxn modelId="{60D97B49-D991-41AC-B296-F96042C1D5B8}" type="presParOf" srcId="{E36E6CB7-2001-44C0-BEED-56A5AD0A87D1}" destId="{B3BB79CE-646C-4A74-AB4D-50FF802D3354}" srcOrd="3" destOrd="0" presId="urn:microsoft.com/office/officeart/2018/5/layout/IconCircleLabelList"/>
    <dgm:cxn modelId="{2DF52DDC-D81F-453C-9795-EE4D66BE4183}" type="presParOf" srcId="{040A4B57-F105-4C97-931E-F0A01729B26F}" destId="{5E457B60-CBB5-4D71-8477-AFBE94DBE373}" srcOrd="5" destOrd="0" presId="urn:microsoft.com/office/officeart/2018/5/layout/IconCircleLabelList"/>
    <dgm:cxn modelId="{25B9D11D-35B4-44FF-BED5-E0418E153D2C}" type="presParOf" srcId="{040A4B57-F105-4C97-931E-F0A01729B26F}" destId="{2501BAAC-D91C-4AAC-8874-EF58981A1A67}" srcOrd="6" destOrd="0" presId="urn:microsoft.com/office/officeart/2018/5/layout/IconCircleLabelList"/>
    <dgm:cxn modelId="{D21960D2-15FC-4520-9375-B7F795FEC81A}" type="presParOf" srcId="{2501BAAC-D91C-4AAC-8874-EF58981A1A67}" destId="{AC2C171B-4169-42D8-8E30-92A99DD01803}" srcOrd="0" destOrd="0" presId="urn:microsoft.com/office/officeart/2018/5/layout/IconCircleLabelList"/>
    <dgm:cxn modelId="{AFF965E2-46D2-4C5F-A029-4B2C7AB21F78}" type="presParOf" srcId="{2501BAAC-D91C-4AAC-8874-EF58981A1A67}" destId="{038A1B50-EE1A-4963-AF54-49740267B24A}" srcOrd="1" destOrd="0" presId="urn:microsoft.com/office/officeart/2018/5/layout/IconCircleLabelList"/>
    <dgm:cxn modelId="{BC005045-C724-45DD-A098-DD6D9752B6CD}" type="presParOf" srcId="{2501BAAC-D91C-4AAC-8874-EF58981A1A67}" destId="{6D33523D-AB96-4DFB-A7F7-07CD9223C7ED}" srcOrd="2" destOrd="0" presId="urn:microsoft.com/office/officeart/2018/5/layout/IconCircleLabelList"/>
    <dgm:cxn modelId="{F1F798F1-3E46-41E3-990E-032FAF97C7AB}" type="presParOf" srcId="{2501BAAC-D91C-4AAC-8874-EF58981A1A67}" destId="{075A6084-6892-4D4A-870B-C3DC9E55A6C1}" srcOrd="3" destOrd="0" presId="urn:microsoft.com/office/officeart/2018/5/layout/IconCircleLabelList"/>
    <dgm:cxn modelId="{04B2DA98-CED8-4836-8081-A66DB2380829}" type="presParOf" srcId="{040A4B57-F105-4C97-931E-F0A01729B26F}" destId="{FBA18D0D-8B54-48EB-B200-C579C5504FF8}" srcOrd="7" destOrd="0" presId="urn:microsoft.com/office/officeart/2018/5/layout/IconCircleLabelList"/>
    <dgm:cxn modelId="{14F07270-527D-4128-9903-99C43196F608}" type="presParOf" srcId="{040A4B57-F105-4C97-931E-F0A01729B26F}" destId="{63BDA145-AD6D-489D-9CB9-1726824B0989}" srcOrd="8" destOrd="0" presId="urn:microsoft.com/office/officeart/2018/5/layout/IconCircleLabelList"/>
    <dgm:cxn modelId="{95027949-3B8C-4953-A44E-67698B1F9F03}" type="presParOf" srcId="{63BDA145-AD6D-489D-9CB9-1726824B0989}" destId="{A73DFC67-8DE9-407E-989C-000D52DD3687}" srcOrd="0" destOrd="0" presId="urn:microsoft.com/office/officeart/2018/5/layout/IconCircleLabelList"/>
    <dgm:cxn modelId="{3CA20C9E-D6C7-4B03-8BD8-FCAC64FE7D61}" type="presParOf" srcId="{63BDA145-AD6D-489D-9CB9-1726824B0989}" destId="{5CD0BBDD-8C99-4A6E-A6F1-5E59008D403A}" srcOrd="1" destOrd="0" presId="urn:microsoft.com/office/officeart/2018/5/layout/IconCircleLabelList"/>
    <dgm:cxn modelId="{9379A423-6969-4D12-931D-46F2A3ABA10A}" type="presParOf" srcId="{63BDA145-AD6D-489D-9CB9-1726824B0989}" destId="{8CC3D0A1-06A1-48BA-B930-D58F1D5166C9}" srcOrd="2" destOrd="0" presId="urn:microsoft.com/office/officeart/2018/5/layout/IconCircleLabelList"/>
    <dgm:cxn modelId="{74B76885-B336-4F47-97FF-A0F75F7E285E}" type="presParOf" srcId="{63BDA145-AD6D-489D-9CB9-1726824B0989}" destId="{E842300A-95E3-40E0-B0D8-55F63D1729DA}" srcOrd="3" destOrd="0" presId="urn:microsoft.com/office/officeart/2018/5/layout/IconCircleLabelList"/>
    <dgm:cxn modelId="{A40FB7C1-9B64-4C08-B63F-66D6EF6D726A}" type="presParOf" srcId="{040A4B57-F105-4C97-931E-F0A01729B26F}" destId="{E6AA3C7F-965B-4F68-88C5-416523A812BE}" srcOrd="9" destOrd="0" presId="urn:microsoft.com/office/officeart/2018/5/layout/IconCircleLabelList"/>
    <dgm:cxn modelId="{8FA3F567-7CF6-425B-AAAE-A1722EBC6AFA}" type="presParOf" srcId="{040A4B57-F105-4C97-931E-F0A01729B26F}" destId="{F5922ABD-4F47-40B8-99DA-B67E7C616453}" srcOrd="10" destOrd="0" presId="urn:microsoft.com/office/officeart/2018/5/layout/IconCircleLabelList"/>
    <dgm:cxn modelId="{1733EEA2-5706-4347-B6FD-0E4B24ACBE35}" type="presParOf" srcId="{F5922ABD-4F47-40B8-99DA-B67E7C616453}" destId="{CF6BB750-3A05-4F57-A5A9-12A4866FE2D1}" srcOrd="0" destOrd="0" presId="urn:microsoft.com/office/officeart/2018/5/layout/IconCircleLabelList"/>
    <dgm:cxn modelId="{1347BF41-3BBE-4B05-84C8-E4AA93650628}" type="presParOf" srcId="{F5922ABD-4F47-40B8-99DA-B67E7C616453}" destId="{961BAB2D-7264-4BB4-9C7C-89A58CAA64A1}" srcOrd="1" destOrd="0" presId="urn:microsoft.com/office/officeart/2018/5/layout/IconCircleLabelList"/>
    <dgm:cxn modelId="{4074779A-6379-45B7-B197-63780DF58B0A}" type="presParOf" srcId="{F5922ABD-4F47-40B8-99DA-B67E7C616453}" destId="{BCA612B9-7A37-457D-9095-ACF9D0608AFE}" srcOrd="2" destOrd="0" presId="urn:microsoft.com/office/officeart/2018/5/layout/IconCircleLabelList"/>
    <dgm:cxn modelId="{205BD811-002F-4204-B9C0-96BB82E2465D}" type="presParOf" srcId="{F5922ABD-4F47-40B8-99DA-B67E7C616453}" destId="{9DE28125-9318-4D11-8692-B3E8C21A5E6B}" srcOrd="3" destOrd="0" presId="urn:microsoft.com/office/officeart/2018/5/layout/IconCircleLabelList"/>
    <dgm:cxn modelId="{B94C4635-B927-41C4-9D6D-726D0C3175D4}" type="presParOf" srcId="{040A4B57-F105-4C97-931E-F0A01729B26F}" destId="{E4927B07-F5C8-49CA-9BCA-5F690D351218}" srcOrd="11" destOrd="0" presId="urn:microsoft.com/office/officeart/2018/5/layout/IconCircleLabelList"/>
    <dgm:cxn modelId="{CFE6B543-F23E-43EC-A3A3-64CB1CB181A1}" type="presParOf" srcId="{040A4B57-F105-4C97-931E-F0A01729B26F}" destId="{360AC2C1-3D78-4747-A7CE-8AEC72703114}" srcOrd="12" destOrd="0" presId="urn:microsoft.com/office/officeart/2018/5/layout/IconCircleLabelList"/>
    <dgm:cxn modelId="{35348DF6-14ED-4C5B-BF09-9C737EF24401}" type="presParOf" srcId="{360AC2C1-3D78-4747-A7CE-8AEC72703114}" destId="{270F71DB-303A-4706-9B5F-9A5C782D1565}" srcOrd="0" destOrd="0" presId="urn:microsoft.com/office/officeart/2018/5/layout/IconCircleLabelList"/>
    <dgm:cxn modelId="{67C05852-FF94-40FD-B48F-32395A9E7AAC}" type="presParOf" srcId="{360AC2C1-3D78-4747-A7CE-8AEC72703114}" destId="{DD17ED0F-B1C9-4E73-AC81-90343E03D688}" srcOrd="1" destOrd="0" presId="urn:microsoft.com/office/officeart/2018/5/layout/IconCircleLabelList"/>
    <dgm:cxn modelId="{4565406F-640A-40D4-AABF-57D4F58AA0D5}" type="presParOf" srcId="{360AC2C1-3D78-4747-A7CE-8AEC72703114}" destId="{D75E882C-6B63-45B1-9C86-5D726FCAC431}" srcOrd="2" destOrd="0" presId="urn:microsoft.com/office/officeart/2018/5/layout/IconCircleLabelList"/>
    <dgm:cxn modelId="{6A7C65ED-5D6B-4849-B8C2-21C3A876DA6B}" type="presParOf" srcId="{360AC2C1-3D78-4747-A7CE-8AEC72703114}" destId="{66879417-2179-4F4F-8FEB-39356BFD1A5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EE290E-C56A-4FDC-9158-882AA5EE173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8A53D0-49E4-4DD4-B15C-9E9ACA8183C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Close open files</a:t>
          </a:r>
          <a:endParaRPr lang="en-US"/>
        </a:p>
      </dgm:t>
    </dgm:pt>
    <dgm:pt modelId="{94A0C76C-ACC8-4FD8-8A92-BA002638ECE1}" type="parTrans" cxnId="{C9E8D766-07FE-4A2A-A4AF-0845BFF8060E}">
      <dgm:prSet/>
      <dgm:spPr/>
      <dgm:t>
        <a:bodyPr/>
        <a:lstStyle/>
        <a:p>
          <a:endParaRPr lang="en-US"/>
        </a:p>
      </dgm:t>
    </dgm:pt>
    <dgm:pt modelId="{C5405E88-7A29-4156-BDD1-DC913100477F}" type="sibTrans" cxnId="{C9E8D766-07FE-4A2A-A4AF-0845BFF8060E}">
      <dgm:prSet/>
      <dgm:spPr/>
      <dgm:t>
        <a:bodyPr/>
        <a:lstStyle/>
        <a:p>
          <a:endParaRPr lang="en-US"/>
        </a:p>
      </dgm:t>
    </dgm:pt>
    <dgm:pt modelId="{1E914E7F-E03A-43CD-8E56-5337088C5E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Close open network connections</a:t>
          </a:r>
          <a:endParaRPr lang="en-US"/>
        </a:p>
      </dgm:t>
    </dgm:pt>
    <dgm:pt modelId="{30EB1881-C06E-43DD-8764-0F913F602AB5}" type="parTrans" cxnId="{06021B36-487E-4A1E-A2FD-C0A8BE5313AC}">
      <dgm:prSet/>
      <dgm:spPr/>
      <dgm:t>
        <a:bodyPr/>
        <a:lstStyle/>
        <a:p>
          <a:endParaRPr lang="en-US"/>
        </a:p>
      </dgm:t>
    </dgm:pt>
    <dgm:pt modelId="{4E5BA511-873E-4EE1-B031-17D803C57A75}" type="sibTrans" cxnId="{06021B36-487E-4A1E-A2FD-C0A8BE5313AC}">
      <dgm:prSet/>
      <dgm:spPr/>
      <dgm:t>
        <a:bodyPr/>
        <a:lstStyle/>
        <a:p>
          <a:endParaRPr lang="en-US"/>
        </a:p>
      </dgm:t>
    </dgm:pt>
    <dgm:pt modelId="{99E62D13-55E6-4F49-8390-F2F407EC3CE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Clean up pointers, deleting the referenced objects</a:t>
          </a:r>
          <a:endParaRPr lang="en-US"/>
        </a:p>
      </dgm:t>
    </dgm:pt>
    <dgm:pt modelId="{F66E1EB9-D0C7-43D1-9A0A-42A62CDAC873}" type="parTrans" cxnId="{5EFDE1FE-1364-4D72-8533-7552E106D5D2}">
      <dgm:prSet/>
      <dgm:spPr/>
      <dgm:t>
        <a:bodyPr/>
        <a:lstStyle/>
        <a:p>
          <a:endParaRPr lang="en-US"/>
        </a:p>
      </dgm:t>
    </dgm:pt>
    <dgm:pt modelId="{1D891A99-0E0E-4198-901C-B8E2B7698BC1}" type="sibTrans" cxnId="{5EFDE1FE-1364-4D72-8533-7552E106D5D2}">
      <dgm:prSet/>
      <dgm:spPr/>
      <dgm:t>
        <a:bodyPr/>
        <a:lstStyle/>
        <a:p>
          <a:endParaRPr lang="en-US"/>
        </a:p>
      </dgm:t>
    </dgm:pt>
    <dgm:pt modelId="{C80459CE-0F45-4826-B9E0-F3B0EBB4765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/>
            <a:t>Release access to shared resources</a:t>
          </a:r>
          <a:endParaRPr lang="en-US"/>
        </a:p>
      </dgm:t>
    </dgm:pt>
    <dgm:pt modelId="{FC10458D-6DD1-42BC-8278-A85C06E8E2D9}" type="parTrans" cxnId="{68001C66-D335-4EAD-921E-6A6E8A424B6D}">
      <dgm:prSet/>
      <dgm:spPr/>
      <dgm:t>
        <a:bodyPr/>
        <a:lstStyle/>
        <a:p>
          <a:endParaRPr lang="en-US"/>
        </a:p>
      </dgm:t>
    </dgm:pt>
    <dgm:pt modelId="{CDC41E3C-64DE-4906-8B5F-72C4E79B7820}" type="sibTrans" cxnId="{68001C66-D335-4EAD-921E-6A6E8A424B6D}">
      <dgm:prSet/>
      <dgm:spPr/>
      <dgm:t>
        <a:bodyPr/>
        <a:lstStyle/>
        <a:p>
          <a:endParaRPr lang="en-US"/>
        </a:p>
      </dgm:t>
    </dgm:pt>
    <dgm:pt modelId="{4D0B0A26-301E-4B25-AA60-2F5A4CACD53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Alter </a:t>
          </a:r>
          <a:r>
            <a:rPr lang="en-CA"/>
            <a:t>global variables, instance counters, or other reference variables</a:t>
          </a:r>
          <a:endParaRPr lang="en-US" dirty="0"/>
        </a:p>
      </dgm:t>
    </dgm:pt>
    <dgm:pt modelId="{34B7C570-F65C-486D-AAB3-01FE47C28417}" type="parTrans" cxnId="{18CB2B99-F7AA-42F1-A8F6-3F71499822C2}">
      <dgm:prSet/>
      <dgm:spPr/>
      <dgm:t>
        <a:bodyPr/>
        <a:lstStyle/>
        <a:p>
          <a:endParaRPr lang="en-US"/>
        </a:p>
      </dgm:t>
    </dgm:pt>
    <dgm:pt modelId="{DC4B19E1-9699-4C63-AD46-B4E7B76A1921}" type="sibTrans" cxnId="{18CB2B99-F7AA-42F1-A8F6-3F71499822C2}">
      <dgm:prSet/>
      <dgm:spPr/>
      <dgm:t>
        <a:bodyPr/>
        <a:lstStyle/>
        <a:p>
          <a:endParaRPr lang="en-US"/>
        </a:p>
      </dgm:t>
    </dgm:pt>
    <dgm:pt modelId="{43D15C7F-AC35-48CC-82A2-7D7A08C43668}" type="pres">
      <dgm:prSet presAssocID="{07EE290E-C56A-4FDC-9158-882AA5EE1736}" presName="root" presStyleCnt="0">
        <dgm:presLayoutVars>
          <dgm:dir/>
          <dgm:resizeHandles val="exact"/>
        </dgm:presLayoutVars>
      </dgm:prSet>
      <dgm:spPr/>
    </dgm:pt>
    <dgm:pt modelId="{A19398AC-7C5D-4F10-A6FB-A9A8F51563D5}" type="pres">
      <dgm:prSet presAssocID="{0F8A53D0-49E4-4DD4-B15C-9E9ACA8183C8}" presName="compNode" presStyleCnt="0"/>
      <dgm:spPr/>
    </dgm:pt>
    <dgm:pt modelId="{148FCF92-3C05-44C8-9C79-456B4FAA5F2B}" type="pres">
      <dgm:prSet presAssocID="{0F8A53D0-49E4-4DD4-B15C-9E9ACA8183C8}" presName="iconBgRect" presStyleLbl="bgShp" presStyleIdx="0" presStyleCnt="5"/>
      <dgm:spPr/>
    </dgm:pt>
    <dgm:pt modelId="{51700AAA-6563-4C73-8595-A2B97125F304}" type="pres">
      <dgm:prSet presAssocID="{0F8A53D0-49E4-4DD4-B15C-9E9ACA8183C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501C28D-CB48-4EB3-BF22-BE28932D6698}" type="pres">
      <dgm:prSet presAssocID="{0F8A53D0-49E4-4DD4-B15C-9E9ACA8183C8}" presName="spaceRect" presStyleCnt="0"/>
      <dgm:spPr/>
    </dgm:pt>
    <dgm:pt modelId="{FF97EE60-A0F5-4972-A7C5-3E248EFE885E}" type="pres">
      <dgm:prSet presAssocID="{0F8A53D0-49E4-4DD4-B15C-9E9ACA8183C8}" presName="textRect" presStyleLbl="revTx" presStyleIdx="0" presStyleCnt="5">
        <dgm:presLayoutVars>
          <dgm:chMax val="1"/>
          <dgm:chPref val="1"/>
        </dgm:presLayoutVars>
      </dgm:prSet>
      <dgm:spPr/>
    </dgm:pt>
    <dgm:pt modelId="{21D76875-8CD9-4069-95B4-F6C095C66260}" type="pres">
      <dgm:prSet presAssocID="{C5405E88-7A29-4156-BDD1-DC913100477F}" presName="sibTrans" presStyleCnt="0"/>
      <dgm:spPr/>
    </dgm:pt>
    <dgm:pt modelId="{FD707E17-B9FB-4E44-9694-8B541582B1B1}" type="pres">
      <dgm:prSet presAssocID="{1E914E7F-E03A-43CD-8E56-5337088C5E8B}" presName="compNode" presStyleCnt="0"/>
      <dgm:spPr/>
    </dgm:pt>
    <dgm:pt modelId="{D8F1E718-0AD4-4F88-9B2D-3A0EB7FBFAF8}" type="pres">
      <dgm:prSet presAssocID="{1E914E7F-E03A-43CD-8E56-5337088C5E8B}" presName="iconBgRect" presStyleLbl="bgShp" presStyleIdx="1" presStyleCnt="5"/>
      <dgm:spPr/>
    </dgm:pt>
    <dgm:pt modelId="{AD817638-4709-4176-B6E4-5D3781F5DE04}" type="pres">
      <dgm:prSet presAssocID="{1E914E7F-E03A-43CD-8E56-5337088C5E8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7C5EDE8F-0469-4BC9-AE71-78696EC59B03}" type="pres">
      <dgm:prSet presAssocID="{1E914E7F-E03A-43CD-8E56-5337088C5E8B}" presName="spaceRect" presStyleCnt="0"/>
      <dgm:spPr/>
    </dgm:pt>
    <dgm:pt modelId="{1785C4C2-8E9C-47F7-8871-4870C6616DB4}" type="pres">
      <dgm:prSet presAssocID="{1E914E7F-E03A-43CD-8E56-5337088C5E8B}" presName="textRect" presStyleLbl="revTx" presStyleIdx="1" presStyleCnt="5">
        <dgm:presLayoutVars>
          <dgm:chMax val="1"/>
          <dgm:chPref val="1"/>
        </dgm:presLayoutVars>
      </dgm:prSet>
      <dgm:spPr/>
    </dgm:pt>
    <dgm:pt modelId="{A1EF8DEE-07EF-4AF8-A719-E4435BEAC459}" type="pres">
      <dgm:prSet presAssocID="{4E5BA511-873E-4EE1-B031-17D803C57A75}" presName="sibTrans" presStyleCnt="0"/>
      <dgm:spPr/>
    </dgm:pt>
    <dgm:pt modelId="{6D8911C7-13F9-49CB-B674-5F3EBE829959}" type="pres">
      <dgm:prSet presAssocID="{99E62D13-55E6-4F49-8390-F2F407EC3CEA}" presName="compNode" presStyleCnt="0"/>
      <dgm:spPr/>
    </dgm:pt>
    <dgm:pt modelId="{670920A5-0151-4370-9477-9308110B5D28}" type="pres">
      <dgm:prSet presAssocID="{99E62D13-55E6-4F49-8390-F2F407EC3CEA}" presName="iconBgRect" presStyleLbl="bgShp" presStyleIdx="2" presStyleCnt="5"/>
      <dgm:spPr/>
    </dgm:pt>
    <dgm:pt modelId="{FF2E72A8-9376-4033-8BC9-4C09FFC1C721}" type="pres">
      <dgm:prSet presAssocID="{99E62D13-55E6-4F49-8390-F2F407EC3C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ED28411D-A2EF-4836-936F-9288FB93CD24}" type="pres">
      <dgm:prSet presAssocID="{99E62D13-55E6-4F49-8390-F2F407EC3CEA}" presName="spaceRect" presStyleCnt="0"/>
      <dgm:spPr/>
    </dgm:pt>
    <dgm:pt modelId="{ABDD1602-50CC-42E8-9DA5-FB2F41A54D98}" type="pres">
      <dgm:prSet presAssocID="{99E62D13-55E6-4F49-8390-F2F407EC3CEA}" presName="textRect" presStyleLbl="revTx" presStyleIdx="2" presStyleCnt="5">
        <dgm:presLayoutVars>
          <dgm:chMax val="1"/>
          <dgm:chPref val="1"/>
        </dgm:presLayoutVars>
      </dgm:prSet>
      <dgm:spPr/>
    </dgm:pt>
    <dgm:pt modelId="{843EF57A-34E5-4CD8-8CAA-29ECAF1DA1B1}" type="pres">
      <dgm:prSet presAssocID="{1D891A99-0E0E-4198-901C-B8E2B7698BC1}" presName="sibTrans" presStyleCnt="0"/>
      <dgm:spPr/>
    </dgm:pt>
    <dgm:pt modelId="{BF8BE0F6-8F73-4C96-A22B-C037F76A8627}" type="pres">
      <dgm:prSet presAssocID="{C80459CE-0F45-4826-B9E0-F3B0EBB4765C}" presName="compNode" presStyleCnt="0"/>
      <dgm:spPr/>
    </dgm:pt>
    <dgm:pt modelId="{DDC8DF30-6992-469A-A25C-D10A17B6ED86}" type="pres">
      <dgm:prSet presAssocID="{C80459CE-0F45-4826-B9E0-F3B0EBB4765C}" presName="iconBgRect" presStyleLbl="bgShp" presStyleIdx="3" presStyleCnt="5"/>
      <dgm:spPr/>
    </dgm:pt>
    <dgm:pt modelId="{8B97E66A-02F4-4D7D-9821-4E74C7C7026F}" type="pres">
      <dgm:prSet presAssocID="{C80459CE-0F45-4826-B9E0-F3B0EBB4765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5BAD02D-F6D3-4CF9-9B8B-32DB673B813A}" type="pres">
      <dgm:prSet presAssocID="{C80459CE-0F45-4826-B9E0-F3B0EBB4765C}" presName="spaceRect" presStyleCnt="0"/>
      <dgm:spPr/>
    </dgm:pt>
    <dgm:pt modelId="{699D21CD-7D2C-460C-B9C2-EC9ECC9FE5E1}" type="pres">
      <dgm:prSet presAssocID="{C80459CE-0F45-4826-B9E0-F3B0EBB4765C}" presName="textRect" presStyleLbl="revTx" presStyleIdx="3" presStyleCnt="5">
        <dgm:presLayoutVars>
          <dgm:chMax val="1"/>
          <dgm:chPref val="1"/>
        </dgm:presLayoutVars>
      </dgm:prSet>
      <dgm:spPr/>
    </dgm:pt>
    <dgm:pt modelId="{16464AA7-80E3-4A99-AFCC-D645E8D06FE5}" type="pres">
      <dgm:prSet presAssocID="{CDC41E3C-64DE-4906-8B5F-72C4E79B7820}" presName="sibTrans" presStyleCnt="0"/>
      <dgm:spPr/>
    </dgm:pt>
    <dgm:pt modelId="{CCE3BCCC-E7B2-4785-A5CC-9959DC6B77E6}" type="pres">
      <dgm:prSet presAssocID="{4D0B0A26-301E-4B25-AA60-2F5A4CACD53B}" presName="compNode" presStyleCnt="0"/>
      <dgm:spPr/>
    </dgm:pt>
    <dgm:pt modelId="{FFDECDAE-5F5C-49D9-BFED-2ABDACD1CAEA}" type="pres">
      <dgm:prSet presAssocID="{4D0B0A26-301E-4B25-AA60-2F5A4CACD53B}" presName="iconBgRect" presStyleLbl="bgShp" presStyleIdx="4" presStyleCnt="5"/>
      <dgm:spPr/>
    </dgm:pt>
    <dgm:pt modelId="{323DC169-1149-4AE6-9F0A-98C6E91C2009}" type="pres">
      <dgm:prSet presAssocID="{4D0B0A26-301E-4B25-AA60-2F5A4CACD53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DF3D80D7-A8B4-4127-B7A0-8CDBF6FA4681}" type="pres">
      <dgm:prSet presAssocID="{4D0B0A26-301E-4B25-AA60-2F5A4CACD53B}" presName="spaceRect" presStyleCnt="0"/>
      <dgm:spPr/>
    </dgm:pt>
    <dgm:pt modelId="{ECA565F8-74C1-47B1-81CC-2FA6F820A66F}" type="pres">
      <dgm:prSet presAssocID="{4D0B0A26-301E-4B25-AA60-2F5A4CACD53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75F9C0A-649D-443A-AE08-300E20F06A1C}" type="presOf" srcId="{99E62D13-55E6-4F49-8390-F2F407EC3CEA}" destId="{ABDD1602-50CC-42E8-9DA5-FB2F41A54D98}" srcOrd="0" destOrd="0" presId="urn:microsoft.com/office/officeart/2018/5/layout/IconCircleLabelList"/>
    <dgm:cxn modelId="{F6E0AB11-95CD-4442-AF4E-F20E8EA87FED}" type="presOf" srcId="{1E914E7F-E03A-43CD-8E56-5337088C5E8B}" destId="{1785C4C2-8E9C-47F7-8871-4870C6616DB4}" srcOrd="0" destOrd="0" presId="urn:microsoft.com/office/officeart/2018/5/layout/IconCircleLabelList"/>
    <dgm:cxn modelId="{06021B36-487E-4A1E-A2FD-C0A8BE5313AC}" srcId="{07EE290E-C56A-4FDC-9158-882AA5EE1736}" destId="{1E914E7F-E03A-43CD-8E56-5337088C5E8B}" srcOrd="1" destOrd="0" parTransId="{30EB1881-C06E-43DD-8764-0F913F602AB5}" sibTransId="{4E5BA511-873E-4EE1-B031-17D803C57A75}"/>
    <dgm:cxn modelId="{68001C66-D335-4EAD-921E-6A6E8A424B6D}" srcId="{07EE290E-C56A-4FDC-9158-882AA5EE1736}" destId="{C80459CE-0F45-4826-B9E0-F3B0EBB4765C}" srcOrd="3" destOrd="0" parTransId="{FC10458D-6DD1-42BC-8278-A85C06E8E2D9}" sibTransId="{CDC41E3C-64DE-4906-8B5F-72C4E79B7820}"/>
    <dgm:cxn modelId="{C9E8D766-07FE-4A2A-A4AF-0845BFF8060E}" srcId="{07EE290E-C56A-4FDC-9158-882AA5EE1736}" destId="{0F8A53D0-49E4-4DD4-B15C-9E9ACA8183C8}" srcOrd="0" destOrd="0" parTransId="{94A0C76C-ACC8-4FD8-8A92-BA002638ECE1}" sibTransId="{C5405E88-7A29-4156-BDD1-DC913100477F}"/>
    <dgm:cxn modelId="{70DEBE53-4E4A-40BD-AE9F-7A269ABEABE1}" type="presOf" srcId="{4D0B0A26-301E-4B25-AA60-2F5A4CACD53B}" destId="{ECA565F8-74C1-47B1-81CC-2FA6F820A66F}" srcOrd="0" destOrd="0" presId="urn:microsoft.com/office/officeart/2018/5/layout/IconCircleLabelList"/>
    <dgm:cxn modelId="{669A4A7D-A1F6-4CAA-86D9-509AE6E3E8B0}" type="presOf" srcId="{07EE290E-C56A-4FDC-9158-882AA5EE1736}" destId="{43D15C7F-AC35-48CC-82A2-7D7A08C43668}" srcOrd="0" destOrd="0" presId="urn:microsoft.com/office/officeart/2018/5/layout/IconCircleLabelList"/>
    <dgm:cxn modelId="{18CB2B99-F7AA-42F1-A8F6-3F71499822C2}" srcId="{07EE290E-C56A-4FDC-9158-882AA5EE1736}" destId="{4D0B0A26-301E-4B25-AA60-2F5A4CACD53B}" srcOrd="4" destOrd="0" parTransId="{34B7C570-F65C-486D-AAB3-01FE47C28417}" sibTransId="{DC4B19E1-9699-4C63-AD46-B4E7B76A1921}"/>
    <dgm:cxn modelId="{80FBA8C2-FE2B-4F3B-A0EF-2C1B1F5AEB7F}" type="presOf" srcId="{C80459CE-0F45-4826-B9E0-F3B0EBB4765C}" destId="{699D21CD-7D2C-460C-B9C2-EC9ECC9FE5E1}" srcOrd="0" destOrd="0" presId="urn:microsoft.com/office/officeart/2018/5/layout/IconCircleLabelList"/>
    <dgm:cxn modelId="{C6AE41D5-09A2-4E68-BA95-821867ABAF26}" type="presOf" srcId="{0F8A53D0-49E4-4DD4-B15C-9E9ACA8183C8}" destId="{FF97EE60-A0F5-4972-A7C5-3E248EFE885E}" srcOrd="0" destOrd="0" presId="urn:microsoft.com/office/officeart/2018/5/layout/IconCircleLabelList"/>
    <dgm:cxn modelId="{5EFDE1FE-1364-4D72-8533-7552E106D5D2}" srcId="{07EE290E-C56A-4FDC-9158-882AA5EE1736}" destId="{99E62D13-55E6-4F49-8390-F2F407EC3CEA}" srcOrd="2" destOrd="0" parTransId="{F66E1EB9-D0C7-43D1-9A0A-42A62CDAC873}" sibTransId="{1D891A99-0E0E-4198-901C-B8E2B7698BC1}"/>
    <dgm:cxn modelId="{F2EF3B15-011B-474F-BB54-8ACE171B785A}" type="presParOf" srcId="{43D15C7F-AC35-48CC-82A2-7D7A08C43668}" destId="{A19398AC-7C5D-4F10-A6FB-A9A8F51563D5}" srcOrd="0" destOrd="0" presId="urn:microsoft.com/office/officeart/2018/5/layout/IconCircleLabelList"/>
    <dgm:cxn modelId="{2EB1E414-C90E-45CF-90F6-9360AF9B7E31}" type="presParOf" srcId="{A19398AC-7C5D-4F10-A6FB-A9A8F51563D5}" destId="{148FCF92-3C05-44C8-9C79-456B4FAA5F2B}" srcOrd="0" destOrd="0" presId="urn:microsoft.com/office/officeart/2018/5/layout/IconCircleLabelList"/>
    <dgm:cxn modelId="{BD16002A-9AF8-4572-8424-CBC98E21A620}" type="presParOf" srcId="{A19398AC-7C5D-4F10-A6FB-A9A8F51563D5}" destId="{51700AAA-6563-4C73-8595-A2B97125F304}" srcOrd="1" destOrd="0" presId="urn:microsoft.com/office/officeart/2018/5/layout/IconCircleLabelList"/>
    <dgm:cxn modelId="{667FD324-011A-4CEC-8760-6A91254B897C}" type="presParOf" srcId="{A19398AC-7C5D-4F10-A6FB-A9A8F51563D5}" destId="{3501C28D-CB48-4EB3-BF22-BE28932D6698}" srcOrd="2" destOrd="0" presId="urn:microsoft.com/office/officeart/2018/5/layout/IconCircleLabelList"/>
    <dgm:cxn modelId="{CE0CFD60-3C65-4E87-A991-A03F763C5DA0}" type="presParOf" srcId="{A19398AC-7C5D-4F10-A6FB-A9A8F51563D5}" destId="{FF97EE60-A0F5-4972-A7C5-3E248EFE885E}" srcOrd="3" destOrd="0" presId="urn:microsoft.com/office/officeart/2018/5/layout/IconCircleLabelList"/>
    <dgm:cxn modelId="{8D7A0E36-E25B-4E37-B906-AADC8DEEE6DB}" type="presParOf" srcId="{43D15C7F-AC35-48CC-82A2-7D7A08C43668}" destId="{21D76875-8CD9-4069-95B4-F6C095C66260}" srcOrd="1" destOrd="0" presId="urn:microsoft.com/office/officeart/2018/5/layout/IconCircleLabelList"/>
    <dgm:cxn modelId="{AB08DBB9-0673-43E5-9EF5-79796AC1986A}" type="presParOf" srcId="{43D15C7F-AC35-48CC-82A2-7D7A08C43668}" destId="{FD707E17-B9FB-4E44-9694-8B541582B1B1}" srcOrd="2" destOrd="0" presId="urn:microsoft.com/office/officeart/2018/5/layout/IconCircleLabelList"/>
    <dgm:cxn modelId="{1107D17B-5DBD-48A1-9CA4-C0EDCD76CC18}" type="presParOf" srcId="{FD707E17-B9FB-4E44-9694-8B541582B1B1}" destId="{D8F1E718-0AD4-4F88-9B2D-3A0EB7FBFAF8}" srcOrd="0" destOrd="0" presId="urn:microsoft.com/office/officeart/2018/5/layout/IconCircleLabelList"/>
    <dgm:cxn modelId="{10884BFA-3028-4F7C-BD3D-71DB3628A6CF}" type="presParOf" srcId="{FD707E17-B9FB-4E44-9694-8B541582B1B1}" destId="{AD817638-4709-4176-B6E4-5D3781F5DE04}" srcOrd="1" destOrd="0" presId="urn:microsoft.com/office/officeart/2018/5/layout/IconCircleLabelList"/>
    <dgm:cxn modelId="{D871A542-E27A-4802-BC14-289B9A25676C}" type="presParOf" srcId="{FD707E17-B9FB-4E44-9694-8B541582B1B1}" destId="{7C5EDE8F-0469-4BC9-AE71-78696EC59B03}" srcOrd="2" destOrd="0" presId="urn:microsoft.com/office/officeart/2018/5/layout/IconCircleLabelList"/>
    <dgm:cxn modelId="{517280B4-CCAB-4728-84EC-36E56B520F28}" type="presParOf" srcId="{FD707E17-B9FB-4E44-9694-8B541582B1B1}" destId="{1785C4C2-8E9C-47F7-8871-4870C6616DB4}" srcOrd="3" destOrd="0" presId="urn:microsoft.com/office/officeart/2018/5/layout/IconCircleLabelList"/>
    <dgm:cxn modelId="{7C3CE335-2186-4E50-9824-EB0265AA4E2D}" type="presParOf" srcId="{43D15C7F-AC35-48CC-82A2-7D7A08C43668}" destId="{A1EF8DEE-07EF-4AF8-A719-E4435BEAC459}" srcOrd="3" destOrd="0" presId="urn:microsoft.com/office/officeart/2018/5/layout/IconCircleLabelList"/>
    <dgm:cxn modelId="{AEC311F7-9130-485D-8BB0-EDDC3DE216EE}" type="presParOf" srcId="{43D15C7F-AC35-48CC-82A2-7D7A08C43668}" destId="{6D8911C7-13F9-49CB-B674-5F3EBE829959}" srcOrd="4" destOrd="0" presId="urn:microsoft.com/office/officeart/2018/5/layout/IconCircleLabelList"/>
    <dgm:cxn modelId="{72C99186-CFA8-4F10-924B-E203061B8E2F}" type="presParOf" srcId="{6D8911C7-13F9-49CB-B674-5F3EBE829959}" destId="{670920A5-0151-4370-9477-9308110B5D28}" srcOrd="0" destOrd="0" presId="urn:microsoft.com/office/officeart/2018/5/layout/IconCircleLabelList"/>
    <dgm:cxn modelId="{D805726E-F27F-4BB2-B827-85FD803640B3}" type="presParOf" srcId="{6D8911C7-13F9-49CB-B674-5F3EBE829959}" destId="{FF2E72A8-9376-4033-8BC9-4C09FFC1C721}" srcOrd="1" destOrd="0" presId="urn:microsoft.com/office/officeart/2018/5/layout/IconCircleLabelList"/>
    <dgm:cxn modelId="{1D657169-8F1D-45E9-8DC0-A29497151DCA}" type="presParOf" srcId="{6D8911C7-13F9-49CB-B674-5F3EBE829959}" destId="{ED28411D-A2EF-4836-936F-9288FB93CD24}" srcOrd="2" destOrd="0" presId="urn:microsoft.com/office/officeart/2018/5/layout/IconCircleLabelList"/>
    <dgm:cxn modelId="{322B5B1B-00BF-4103-88D9-3FD6B0EFB91D}" type="presParOf" srcId="{6D8911C7-13F9-49CB-B674-5F3EBE829959}" destId="{ABDD1602-50CC-42E8-9DA5-FB2F41A54D98}" srcOrd="3" destOrd="0" presId="urn:microsoft.com/office/officeart/2018/5/layout/IconCircleLabelList"/>
    <dgm:cxn modelId="{3539B115-DB27-4C99-BEEB-2E8767697B74}" type="presParOf" srcId="{43D15C7F-AC35-48CC-82A2-7D7A08C43668}" destId="{843EF57A-34E5-4CD8-8CAA-29ECAF1DA1B1}" srcOrd="5" destOrd="0" presId="urn:microsoft.com/office/officeart/2018/5/layout/IconCircleLabelList"/>
    <dgm:cxn modelId="{D0296F96-369D-4B25-BC56-32BF76985332}" type="presParOf" srcId="{43D15C7F-AC35-48CC-82A2-7D7A08C43668}" destId="{BF8BE0F6-8F73-4C96-A22B-C037F76A8627}" srcOrd="6" destOrd="0" presId="urn:microsoft.com/office/officeart/2018/5/layout/IconCircleLabelList"/>
    <dgm:cxn modelId="{0AACA7D0-47FC-457C-BF3C-4184024F0146}" type="presParOf" srcId="{BF8BE0F6-8F73-4C96-A22B-C037F76A8627}" destId="{DDC8DF30-6992-469A-A25C-D10A17B6ED86}" srcOrd="0" destOrd="0" presId="urn:microsoft.com/office/officeart/2018/5/layout/IconCircleLabelList"/>
    <dgm:cxn modelId="{A6484354-8549-45ED-BF36-EDEE9799DBF6}" type="presParOf" srcId="{BF8BE0F6-8F73-4C96-A22B-C037F76A8627}" destId="{8B97E66A-02F4-4D7D-9821-4E74C7C7026F}" srcOrd="1" destOrd="0" presId="urn:microsoft.com/office/officeart/2018/5/layout/IconCircleLabelList"/>
    <dgm:cxn modelId="{FC00EC49-CC52-4E95-903A-68BDE106C8FF}" type="presParOf" srcId="{BF8BE0F6-8F73-4C96-A22B-C037F76A8627}" destId="{05BAD02D-F6D3-4CF9-9B8B-32DB673B813A}" srcOrd="2" destOrd="0" presId="urn:microsoft.com/office/officeart/2018/5/layout/IconCircleLabelList"/>
    <dgm:cxn modelId="{0E9FF587-977A-4C49-8059-24482C03FABA}" type="presParOf" srcId="{BF8BE0F6-8F73-4C96-A22B-C037F76A8627}" destId="{699D21CD-7D2C-460C-B9C2-EC9ECC9FE5E1}" srcOrd="3" destOrd="0" presId="urn:microsoft.com/office/officeart/2018/5/layout/IconCircleLabelList"/>
    <dgm:cxn modelId="{2362D7DA-8D69-4A3C-8322-F7FA32DD28C2}" type="presParOf" srcId="{43D15C7F-AC35-48CC-82A2-7D7A08C43668}" destId="{16464AA7-80E3-4A99-AFCC-D645E8D06FE5}" srcOrd="7" destOrd="0" presId="urn:microsoft.com/office/officeart/2018/5/layout/IconCircleLabelList"/>
    <dgm:cxn modelId="{6FB7F469-0CAE-437B-85EF-3B8A39617490}" type="presParOf" srcId="{43D15C7F-AC35-48CC-82A2-7D7A08C43668}" destId="{CCE3BCCC-E7B2-4785-A5CC-9959DC6B77E6}" srcOrd="8" destOrd="0" presId="urn:microsoft.com/office/officeart/2018/5/layout/IconCircleLabelList"/>
    <dgm:cxn modelId="{D9A6CB77-71F0-4849-9120-7945E00021F7}" type="presParOf" srcId="{CCE3BCCC-E7B2-4785-A5CC-9959DC6B77E6}" destId="{FFDECDAE-5F5C-49D9-BFED-2ABDACD1CAEA}" srcOrd="0" destOrd="0" presId="urn:microsoft.com/office/officeart/2018/5/layout/IconCircleLabelList"/>
    <dgm:cxn modelId="{5EC7B2E3-655B-4D60-92C9-C9A9F78AA47F}" type="presParOf" srcId="{CCE3BCCC-E7B2-4785-A5CC-9959DC6B77E6}" destId="{323DC169-1149-4AE6-9F0A-98C6E91C2009}" srcOrd="1" destOrd="0" presId="urn:microsoft.com/office/officeart/2018/5/layout/IconCircleLabelList"/>
    <dgm:cxn modelId="{513FD2C8-F5D6-4524-B844-901F10263B9D}" type="presParOf" srcId="{CCE3BCCC-E7B2-4785-A5CC-9959DC6B77E6}" destId="{DF3D80D7-A8B4-4127-B7A0-8CDBF6FA4681}" srcOrd="2" destOrd="0" presId="urn:microsoft.com/office/officeart/2018/5/layout/IconCircleLabelList"/>
    <dgm:cxn modelId="{67B6A127-4453-4C90-ACFC-5E9A244C0915}" type="presParOf" srcId="{CCE3BCCC-E7B2-4785-A5CC-9959DC6B77E6}" destId="{ECA565F8-74C1-47B1-81CC-2FA6F820A66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B217AD-503C-4308-B668-0DBA85320DA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AF0A358-7AAE-4F92-ACCD-0745E9886B6C}">
      <dgm:prSet/>
      <dgm:spPr/>
      <dgm:t>
        <a:bodyPr/>
        <a:lstStyle/>
        <a:p>
          <a:pPr>
            <a:defRPr cap="all"/>
          </a:pPr>
          <a:r>
            <a:rPr lang="en-CA" dirty="0">
              <a:solidFill>
                <a:schemeClr val="tx1"/>
              </a:solidFill>
            </a:rPr>
            <a:t>Document the order of execution of object interactions.</a:t>
          </a:r>
          <a:endParaRPr lang="en-US" dirty="0">
            <a:solidFill>
              <a:schemeClr val="tx1"/>
            </a:solidFill>
          </a:endParaRPr>
        </a:p>
      </dgm:t>
    </dgm:pt>
    <dgm:pt modelId="{F326B511-0DB7-4F03-B2AF-28441796BAD9}" type="parTrans" cxnId="{F97BC396-7A51-45C0-9AC1-A60C9FF11963}">
      <dgm:prSet/>
      <dgm:spPr/>
      <dgm:t>
        <a:bodyPr/>
        <a:lstStyle/>
        <a:p>
          <a:endParaRPr lang="en-US"/>
        </a:p>
      </dgm:t>
    </dgm:pt>
    <dgm:pt modelId="{9D35520A-5A64-401A-B003-B49098CD42D7}" type="sibTrans" cxnId="{F97BC396-7A51-45C0-9AC1-A60C9FF11963}">
      <dgm:prSet/>
      <dgm:spPr/>
      <dgm:t>
        <a:bodyPr/>
        <a:lstStyle/>
        <a:p>
          <a:endParaRPr lang="en-US"/>
        </a:p>
      </dgm:t>
    </dgm:pt>
    <dgm:pt modelId="{66463AE3-0C9B-49F5-A0E8-BDE747B05FF8}">
      <dgm:prSet/>
      <dgm:spPr/>
      <dgm:t>
        <a:bodyPr/>
        <a:lstStyle/>
        <a:p>
          <a:pPr>
            <a:defRPr cap="all"/>
          </a:pPr>
          <a:r>
            <a:rPr lang="en-CA" dirty="0">
              <a:solidFill>
                <a:schemeClr val="tx1"/>
              </a:solidFill>
            </a:rPr>
            <a:t>Reveal logical errors in design.</a:t>
          </a:r>
          <a:endParaRPr lang="en-US" dirty="0">
            <a:solidFill>
              <a:schemeClr val="tx1"/>
            </a:solidFill>
          </a:endParaRPr>
        </a:p>
      </dgm:t>
    </dgm:pt>
    <dgm:pt modelId="{3D0A2095-F5EA-4D9C-BF4D-3F6FEA6EEA98}" type="parTrans" cxnId="{A5667B0E-259E-4122-BCD0-D95C513ABD34}">
      <dgm:prSet/>
      <dgm:spPr/>
      <dgm:t>
        <a:bodyPr/>
        <a:lstStyle/>
        <a:p>
          <a:endParaRPr lang="en-US"/>
        </a:p>
      </dgm:t>
    </dgm:pt>
    <dgm:pt modelId="{FE6C0E94-57D8-455D-8500-B040F268E59F}" type="sibTrans" cxnId="{A5667B0E-259E-4122-BCD0-D95C513ABD34}">
      <dgm:prSet/>
      <dgm:spPr/>
      <dgm:t>
        <a:bodyPr/>
        <a:lstStyle/>
        <a:p>
          <a:endParaRPr lang="en-US"/>
        </a:p>
      </dgm:t>
    </dgm:pt>
    <dgm:pt modelId="{C17F9AD2-B499-4603-9E24-BB18A5C0675A}" type="pres">
      <dgm:prSet presAssocID="{45B217AD-503C-4308-B668-0DBA85320DA7}" presName="root" presStyleCnt="0">
        <dgm:presLayoutVars>
          <dgm:dir/>
          <dgm:resizeHandles val="exact"/>
        </dgm:presLayoutVars>
      </dgm:prSet>
      <dgm:spPr/>
    </dgm:pt>
    <dgm:pt modelId="{29CD919F-F664-4F7F-BB98-669F70D17732}" type="pres">
      <dgm:prSet presAssocID="{9AF0A358-7AAE-4F92-ACCD-0745E9886B6C}" presName="compNode" presStyleCnt="0"/>
      <dgm:spPr/>
    </dgm:pt>
    <dgm:pt modelId="{0CA581CF-7CFD-41EE-A347-78AED6EFFCAB}" type="pres">
      <dgm:prSet presAssocID="{9AF0A358-7AAE-4F92-ACCD-0745E9886B6C}" presName="iconBgRect" presStyleLbl="bgShp" presStyleIdx="0" presStyleCnt="2"/>
      <dgm:spPr/>
    </dgm:pt>
    <dgm:pt modelId="{25E36150-B24E-410A-9E05-A5B018398482}" type="pres">
      <dgm:prSet presAssocID="{9AF0A358-7AAE-4F92-ACCD-0745E9886B6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CBF0FEC-16C5-481D-B562-E6C1C85F9C61}" type="pres">
      <dgm:prSet presAssocID="{9AF0A358-7AAE-4F92-ACCD-0745E9886B6C}" presName="spaceRect" presStyleCnt="0"/>
      <dgm:spPr/>
    </dgm:pt>
    <dgm:pt modelId="{5B447682-DCC3-42F1-8780-FA095FF9FEB4}" type="pres">
      <dgm:prSet presAssocID="{9AF0A358-7AAE-4F92-ACCD-0745E9886B6C}" presName="textRect" presStyleLbl="revTx" presStyleIdx="0" presStyleCnt="2">
        <dgm:presLayoutVars>
          <dgm:chMax val="1"/>
          <dgm:chPref val="1"/>
        </dgm:presLayoutVars>
      </dgm:prSet>
      <dgm:spPr/>
    </dgm:pt>
    <dgm:pt modelId="{822E36D2-73C2-4B86-9BE6-A963B61B20D3}" type="pres">
      <dgm:prSet presAssocID="{9D35520A-5A64-401A-B003-B49098CD42D7}" presName="sibTrans" presStyleCnt="0"/>
      <dgm:spPr/>
    </dgm:pt>
    <dgm:pt modelId="{5F682093-99C2-4566-AF80-3C0706DD348B}" type="pres">
      <dgm:prSet presAssocID="{66463AE3-0C9B-49F5-A0E8-BDE747B05FF8}" presName="compNode" presStyleCnt="0"/>
      <dgm:spPr/>
    </dgm:pt>
    <dgm:pt modelId="{656EBD1A-73FD-4073-839E-C53A6C6AE7B7}" type="pres">
      <dgm:prSet presAssocID="{66463AE3-0C9B-49F5-A0E8-BDE747B05FF8}" presName="iconBgRect" presStyleLbl="bgShp" presStyleIdx="1" presStyleCnt="2"/>
      <dgm:spPr/>
    </dgm:pt>
    <dgm:pt modelId="{A802EBF5-A337-49DB-9036-6A1065154F43}" type="pres">
      <dgm:prSet presAssocID="{66463AE3-0C9B-49F5-A0E8-BDE747B05FF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FD8C1E8-322B-4CB2-A2A4-67D146FAACC7}" type="pres">
      <dgm:prSet presAssocID="{66463AE3-0C9B-49F5-A0E8-BDE747B05FF8}" presName="spaceRect" presStyleCnt="0"/>
      <dgm:spPr/>
    </dgm:pt>
    <dgm:pt modelId="{CC7E52E4-5F2F-4D94-97CF-2167B92F6AE7}" type="pres">
      <dgm:prSet presAssocID="{66463AE3-0C9B-49F5-A0E8-BDE747B05FF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5667B0E-259E-4122-BCD0-D95C513ABD34}" srcId="{45B217AD-503C-4308-B668-0DBA85320DA7}" destId="{66463AE3-0C9B-49F5-A0E8-BDE747B05FF8}" srcOrd="1" destOrd="0" parTransId="{3D0A2095-F5EA-4D9C-BF4D-3F6FEA6EEA98}" sibTransId="{FE6C0E94-57D8-455D-8500-B040F268E59F}"/>
    <dgm:cxn modelId="{15F39C14-065D-4274-AF02-E12CF8C8D9F6}" type="presOf" srcId="{9AF0A358-7AAE-4F92-ACCD-0745E9886B6C}" destId="{5B447682-DCC3-42F1-8780-FA095FF9FEB4}" srcOrd="0" destOrd="0" presId="urn:microsoft.com/office/officeart/2018/5/layout/IconCircleLabelList"/>
    <dgm:cxn modelId="{4996368F-D973-41BF-A821-9DC22EB490F2}" type="presOf" srcId="{66463AE3-0C9B-49F5-A0E8-BDE747B05FF8}" destId="{CC7E52E4-5F2F-4D94-97CF-2167B92F6AE7}" srcOrd="0" destOrd="0" presId="urn:microsoft.com/office/officeart/2018/5/layout/IconCircleLabelList"/>
    <dgm:cxn modelId="{AE76378F-6E0A-46FF-8C27-FBFF3BFD3F3A}" type="presOf" srcId="{45B217AD-503C-4308-B668-0DBA85320DA7}" destId="{C17F9AD2-B499-4603-9E24-BB18A5C0675A}" srcOrd="0" destOrd="0" presId="urn:microsoft.com/office/officeart/2018/5/layout/IconCircleLabelList"/>
    <dgm:cxn modelId="{F97BC396-7A51-45C0-9AC1-A60C9FF11963}" srcId="{45B217AD-503C-4308-B668-0DBA85320DA7}" destId="{9AF0A358-7AAE-4F92-ACCD-0745E9886B6C}" srcOrd="0" destOrd="0" parTransId="{F326B511-0DB7-4F03-B2AF-28441796BAD9}" sibTransId="{9D35520A-5A64-401A-B003-B49098CD42D7}"/>
    <dgm:cxn modelId="{E996E193-F4DA-44A4-BD0C-B5771CDF1D5F}" type="presParOf" srcId="{C17F9AD2-B499-4603-9E24-BB18A5C0675A}" destId="{29CD919F-F664-4F7F-BB98-669F70D17732}" srcOrd="0" destOrd="0" presId="urn:microsoft.com/office/officeart/2018/5/layout/IconCircleLabelList"/>
    <dgm:cxn modelId="{7E6FF57A-2456-40F5-9046-79D3D633C227}" type="presParOf" srcId="{29CD919F-F664-4F7F-BB98-669F70D17732}" destId="{0CA581CF-7CFD-41EE-A347-78AED6EFFCAB}" srcOrd="0" destOrd="0" presId="urn:microsoft.com/office/officeart/2018/5/layout/IconCircleLabelList"/>
    <dgm:cxn modelId="{657E6B08-7A36-473D-A442-31DD9D418ECA}" type="presParOf" srcId="{29CD919F-F664-4F7F-BB98-669F70D17732}" destId="{25E36150-B24E-410A-9E05-A5B018398482}" srcOrd="1" destOrd="0" presId="urn:microsoft.com/office/officeart/2018/5/layout/IconCircleLabelList"/>
    <dgm:cxn modelId="{D7D7766E-C95D-4272-BFCE-9A26AA0A03F0}" type="presParOf" srcId="{29CD919F-F664-4F7F-BB98-669F70D17732}" destId="{CCBF0FEC-16C5-481D-B562-E6C1C85F9C61}" srcOrd="2" destOrd="0" presId="urn:microsoft.com/office/officeart/2018/5/layout/IconCircleLabelList"/>
    <dgm:cxn modelId="{EBDB61B6-D97A-46CF-A52A-74F245CDFA0A}" type="presParOf" srcId="{29CD919F-F664-4F7F-BB98-669F70D17732}" destId="{5B447682-DCC3-42F1-8780-FA095FF9FEB4}" srcOrd="3" destOrd="0" presId="urn:microsoft.com/office/officeart/2018/5/layout/IconCircleLabelList"/>
    <dgm:cxn modelId="{ACE56867-CD57-4FA7-B9DC-04DD6149083D}" type="presParOf" srcId="{C17F9AD2-B499-4603-9E24-BB18A5C0675A}" destId="{822E36D2-73C2-4B86-9BE6-A963B61B20D3}" srcOrd="1" destOrd="0" presId="urn:microsoft.com/office/officeart/2018/5/layout/IconCircleLabelList"/>
    <dgm:cxn modelId="{7718EBFF-C2D9-44F3-8D59-EFB2866CC987}" type="presParOf" srcId="{C17F9AD2-B499-4603-9E24-BB18A5C0675A}" destId="{5F682093-99C2-4566-AF80-3C0706DD348B}" srcOrd="2" destOrd="0" presId="urn:microsoft.com/office/officeart/2018/5/layout/IconCircleLabelList"/>
    <dgm:cxn modelId="{AD012351-67BC-45FE-AC38-AD6DF72FE146}" type="presParOf" srcId="{5F682093-99C2-4566-AF80-3C0706DD348B}" destId="{656EBD1A-73FD-4073-839E-C53A6C6AE7B7}" srcOrd="0" destOrd="0" presId="urn:microsoft.com/office/officeart/2018/5/layout/IconCircleLabelList"/>
    <dgm:cxn modelId="{01DECCC1-9F9A-4037-88CC-9FD0EBD0D435}" type="presParOf" srcId="{5F682093-99C2-4566-AF80-3C0706DD348B}" destId="{A802EBF5-A337-49DB-9036-6A1065154F43}" srcOrd="1" destOrd="0" presId="urn:microsoft.com/office/officeart/2018/5/layout/IconCircleLabelList"/>
    <dgm:cxn modelId="{4DF9678C-D5FD-4759-966B-A1D97F02EBFB}" type="presParOf" srcId="{5F682093-99C2-4566-AF80-3C0706DD348B}" destId="{DFD8C1E8-322B-4CB2-A2A4-67D146FAACC7}" srcOrd="2" destOrd="0" presId="urn:microsoft.com/office/officeart/2018/5/layout/IconCircleLabelList"/>
    <dgm:cxn modelId="{0B29BC5F-3A15-4D5E-8660-EC05249CAA14}" type="presParOf" srcId="{5F682093-99C2-4566-AF80-3C0706DD348B}" destId="{CC7E52E4-5F2F-4D94-97CF-2167B92F6AE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E094F-01F8-4849-8A73-CAA25258DFC3}">
      <dsp:nvSpPr>
        <dsp:cNvPr id="0" name=""/>
        <dsp:cNvSpPr/>
      </dsp:nvSpPr>
      <dsp:spPr>
        <a:xfrm>
          <a:off x="976688" y="1550"/>
          <a:ext cx="827789" cy="8277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6698B-1652-42D1-8324-554C2805205E}">
      <dsp:nvSpPr>
        <dsp:cNvPr id="0" name=""/>
        <dsp:cNvSpPr/>
      </dsp:nvSpPr>
      <dsp:spPr>
        <a:xfrm>
          <a:off x="1153102" y="177964"/>
          <a:ext cx="474960" cy="474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456F8-A2DF-40BD-BFC6-81CE7E68C9AD}">
      <dsp:nvSpPr>
        <dsp:cNvPr id="0" name=""/>
        <dsp:cNvSpPr/>
      </dsp:nvSpPr>
      <dsp:spPr>
        <a:xfrm>
          <a:off x="712067" y="108717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Classes &amp; STL</a:t>
          </a:r>
          <a:endParaRPr lang="en-US" sz="1600" kern="1200"/>
        </a:p>
      </dsp:txBody>
      <dsp:txXfrm>
        <a:off x="712067" y="1087175"/>
        <a:ext cx="1357031" cy="542812"/>
      </dsp:txXfrm>
    </dsp:sp>
    <dsp:sp modelId="{7CCD9A61-EEE2-4C8B-844C-4CC4DDBEA040}">
      <dsp:nvSpPr>
        <dsp:cNvPr id="0" name=""/>
        <dsp:cNvSpPr/>
      </dsp:nvSpPr>
      <dsp:spPr>
        <a:xfrm>
          <a:off x="2571200" y="1550"/>
          <a:ext cx="827789" cy="8277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D017A3-F377-4E14-98AC-BA41D4F4F219}">
      <dsp:nvSpPr>
        <dsp:cNvPr id="0" name=""/>
        <dsp:cNvSpPr/>
      </dsp:nvSpPr>
      <dsp:spPr>
        <a:xfrm>
          <a:off x="2747614" y="177964"/>
          <a:ext cx="474960" cy="474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1B217-A0B5-4341-809D-9D887EF32968}">
      <dsp:nvSpPr>
        <dsp:cNvPr id="0" name=""/>
        <dsp:cNvSpPr/>
      </dsp:nvSpPr>
      <dsp:spPr>
        <a:xfrm>
          <a:off x="2306579" y="108717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Debugging</a:t>
          </a:r>
          <a:endParaRPr lang="en-US" sz="1600" kern="1200"/>
        </a:p>
      </dsp:txBody>
      <dsp:txXfrm>
        <a:off x="2306579" y="1087175"/>
        <a:ext cx="1357031" cy="542812"/>
      </dsp:txXfrm>
    </dsp:sp>
    <dsp:sp modelId="{CF631D80-20B4-4DC7-8DD5-4E9B22844AF2}">
      <dsp:nvSpPr>
        <dsp:cNvPr id="0" name=""/>
        <dsp:cNvSpPr/>
      </dsp:nvSpPr>
      <dsp:spPr>
        <a:xfrm>
          <a:off x="4165712" y="1550"/>
          <a:ext cx="827789" cy="8277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C7932-AC5B-4176-9F69-16F3AD3EAB46}">
      <dsp:nvSpPr>
        <dsp:cNvPr id="0" name=""/>
        <dsp:cNvSpPr/>
      </dsp:nvSpPr>
      <dsp:spPr>
        <a:xfrm>
          <a:off x="4342126" y="177964"/>
          <a:ext cx="474960" cy="474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B79CE-646C-4A74-AB4D-50FF802D3354}">
      <dsp:nvSpPr>
        <dsp:cNvPr id="0" name=""/>
        <dsp:cNvSpPr/>
      </dsp:nvSpPr>
      <dsp:spPr>
        <a:xfrm>
          <a:off x="3901091" y="108717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Destructors</a:t>
          </a:r>
          <a:endParaRPr lang="en-US" sz="1600" kern="1200"/>
        </a:p>
      </dsp:txBody>
      <dsp:txXfrm>
        <a:off x="3901091" y="1087175"/>
        <a:ext cx="1357031" cy="542812"/>
      </dsp:txXfrm>
    </dsp:sp>
    <dsp:sp modelId="{AC2C171B-4169-42D8-8E30-92A99DD01803}">
      <dsp:nvSpPr>
        <dsp:cNvPr id="0" name=""/>
        <dsp:cNvSpPr/>
      </dsp:nvSpPr>
      <dsp:spPr>
        <a:xfrm>
          <a:off x="5760223" y="1550"/>
          <a:ext cx="827789" cy="82778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A1B50-EE1A-4963-AF54-49740267B24A}">
      <dsp:nvSpPr>
        <dsp:cNvPr id="0" name=""/>
        <dsp:cNvSpPr/>
      </dsp:nvSpPr>
      <dsp:spPr>
        <a:xfrm>
          <a:off x="5936637" y="177964"/>
          <a:ext cx="474960" cy="4749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A6084-6892-4D4A-870B-C3DC9E55A6C1}">
      <dsp:nvSpPr>
        <dsp:cNvPr id="0" name=""/>
        <dsp:cNvSpPr/>
      </dsp:nvSpPr>
      <dsp:spPr>
        <a:xfrm>
          <a:off x="5495602" y="108717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Parameter Passing</a:t>
          </a:r>
          <a:endParaRPr lang="en-US" sz="1600" kern="1200"/>
        </a:p>
      </dsp:txBody>
      <dsp:txXfrm>
        <a:off x="5495602" y="1087175"/>
        <a:ext cx="1357031" cy="542812"/>
      </dsp:txXfrm>
    </dsp:sp>
    <dsp:sp modelId="{A73DFC67-8DE9-407E-989C-000D52DD3687}">
      <dsp:nvSpPr>
        <dsp:cNvPr id="0" name=""/>
        <dsp:cNvSpPr/>
      </dsp:nvSpPr>
      <dsp:spPr>
        <a:xfrm>
          <a:off x="7354735" y="1550"/>
          <a:ext cx="827789" cy="82778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0BBDD-8C99-4A6E-A6F1-5E59008D403A}">
      <dsp:nvSpPr>
        <dsp:cNvPr id="0" name=""/>
        <dsp:cNvSpPr/>
      </dsp:nvSpPr>
      <dsp:spPr>
        <a:xfrm>
          <a:off x="7531149" y="177964"/>
          <a:ext cx="474960" cy="4749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2300A-95E3-40E0-B0D8-55F63D1729DA}">
      <dsp:nvSpPr>
        <dsp:cNvPr id="0" name=""/>
        <dsp:cNvSpPr/>
      </dsp:nvSpPr>
      <dsp:spPr>
        <a:xfrm>
          <a:off x="7090114" y="108717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/>
            <a:t>Responsibility</a:t>
          </a:r>
          <a:endParaRPr lang="en-US" sz="1600" kern="1200"/>
        </a:p>
      </dsp:txBody>
      <dsp:txXfrm>
        <a:off x="7090114" y="1087175"/>
        <a:ext cx="1357031" cy="542812"/>
      </dsp:txXfrm>
    </dsp:sp>
    <dsp:sp modelId="{CF6BB750-3A05-4F57-A5A9-12A4866FE2D1}">
      <dsp:nvSpPr>
        <dsp:cNvPr id="0" name=""/>
        <dsp:cNvSpPr/>
      </dsp:nvSpPr>
      <dsp:spPr>
        <a:xfrm>
          <a:off x="8949247" y="1550"/>
          <a:ext cx="827789" cy="8277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BAB2D-7264-4BB4-9C7C-89A58CAA64A1}">
      <dsp:nvSpPr>
        <dsp:cNvPr id="0" name=""/>
        <dsp:cNvSpPr/>
      </dsp:nvSpPr>
      <dsp:spPr>
        <a:xfrm>
          <a:off x="9125661" y="177964"/>
          <a:ext cx="474960" cy="4749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28125-9318-4D11-8692-B3E8C21A5E6B}">
      <dsp:nvSpPr>
        <dsp:cNvPr id="0" name=""/>
        <dsp:cNvSpPr/>
      </dsp:nvSpPr>
      <dsp:spPr>
        <a:xfrm>
          <a:off x="8684626" y="1087175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 dirty="0"/>
            <a:t>Sequence diagrams</a:t>
          </a:r>
          <a:endParaRPr lang="en-US" sz="1600" kern="1200" dirty="0"/>
        </a:p>
      </dsp:txBody>
      <dsp:txXfrm>
        <a:off x="8684626" y="1087175"/>
        <a:ext cx="1357031" cy="542812"/>
      </dsp:txXfrm>
    </dsp:sp>
    <dsp:sp modelId="{270F71DB-303A-4706-9B5F-9A5C782D1565}">
      <dsp:nvSpPr>
        <dsp:cNvPr id="0" name=""/>
        <dsp:cNvSpPr/>
      </dsp:nvSpPr>
      <dsp:spPr>
        <a:xfrm>
          <a:off x="4962967" y="1969245"/>
          <a:ext cx="827789" cy="8277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7ED0F-B1C9-4E73-AC81-90343E03D688}">
      <dsp:nvSpPr>
        <dsp:cNvPr id="0" name=""/>
        <dsp:cNvSpPr/>
      </dsp:nvSpPr>
      <dsp:spPr>
        <a:xfrm>
          <a:off x="5139382" y="2145659"/>
          <a:ext cx="474960" cy="474960"/>
        </a:xfrm>
        <a:prstGeom prst="rect">
          <a:avLst/>
        </a:prstGeom>
        <a:blipFill rotWithShape="1"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79417-2179-4F4F-8FEB-39356BFD1A5D}">
      <dsp:nvSpPr>
        <dsp:cNvPr id="0" name=""/>
        <dsp:cNvSpPr/>
      </dsp:nvSpPr>
      <dsp:spPr>
        <a:xfrm>
          <a:off x="4698346" y="3054870"/>
          <a:ext cx="1357031" cy="54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600" kern="1200" dirty="0"/>
            <a:t>Virtual Destructors</a:t>
          </a:r>
          <a:endParaRPr lang="en-US" sz="1600" kern="1200" dirty="0"/>
        </a:p>
      </dsp:txBody>
      <dsp:txXfrm>
        <a:off x="4698346" y="3054870"/>
        <a:ext cx="1357031" cy="542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FCF92-3C05-44C8-9C79-456B4FAA5F2B}">
      <dsp:nvSpPr>
        <dsp:cNvPr id="0" name=""/>
        <dsp:cNvSpPr/>
      </dsp:nvSpPr>
      <dsp:spPr>
        <a:xfrm>
          <a:off x="597862" y="719616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00AAA-6563-4C73-8595-A2B97125F304}">
      <dsp:nvSpPr>
        <dsp:cNvPr id="0" name=""/>
        <dsp:cNvSpPr/>
      </dsp:nvSpPr>
      <dsp:spPr>
        <a:xfrm>
          <a:off x="831862" y="953616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7EE60-A0F5-4972-A7C5-3E248EFE885E}">
      <dsp:nvSpPr>
        <dsp:cNvPr id="0" name=""/>
        <dsp:cNvSpPr/>
      </dsp:nvSpPr>
      <dsp:spPr>
        <a:xfrm>
          <a:off x="246862" y="215961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Close open files</a:t>
          </a:r>
          <a:endParaRPr lang="en-US" sz="1100" kern="1200"/>
        </a:p>
      </dsp:txBody>
      <dsp:txXfrm>
        <a:off x="246862" y="2159617"/>
        <a:ext cx="1800000" cy="720000"/>
      </dsp:txXfrm>
    </dsp:sp>
    <dsp:sp modelId="{D8F1E718-0AD4-4F88-9B2D-3A0EB7FBFAF8}">
      <dsp:nvSpPr>
        <dsp:cNvPr id="0" name=""/>
        <dsp:cNvSpPr/>
      </dsp:nvSpPr>
      <dsp:spPr>
        <a:xfrm>
          <a:off x="2712862" y="719616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17638-4709-4176-B6E4-5D3781F5DE04}">
      <dsp:nvSpPr>
        <dsp:cNvPr id="0" name=""/>
        <dsp:cNvSpPr/>
      </dsp:nvSpPr>
      <dsp:spPr>
        <a:xfrm>
          <a:off x="2946862" y="953616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5C4C2-8E9C-47F7-8871-4870C6616DB4}">
      <dsp:nvSpPr>
        <dsp:cNvPr id="0" name=""/>
        <dsp:cNvSpPr/>
      </dsp:nvSpPr>
      <dsp:spPr>
        <a:xfrm>
          <a:off x="2361862" y="215961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Close open network connections</a:t>
          </a:r>
          <a:endParaRPr lang="en-US" sz="1100" kern="1200"/>
        </a:p>
      </dsp:txBody>
      <dsp:txXfrm>
        <a:off x="2361862" y="2159617"/>
        <a:ext cx="1800000" cy="720000"/>
      </dsp:txXfrm>
    </dsp:sp>
    <dsp:sp modelId="{670920A5-0151-4370-9477-9308110B5D28}">
      <dsp:nvSpPr>
        <dsp:cNvPr id="0" name=""/>
        <dsp:cNvSpPr/>
      </dsp:nvSpPr>
      <dsp:spPr>
        <a:xfrm>
          <a:off x="4827862" y="719616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E72A8-9376-4033-8BC9-4C09FFC1C721}">
      <dsp:nvSpPr>
        <dsp:cNvPr id="0" name=""/>
        <dsp:cNvSpPr/>
      </dsp:nvSpPr>
      <dsp:spPr>
        <a:xfrm>
          <a:off x="5061862" y="953616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D1602-50CC-42E8-9DA5-FB2F41A54D98}">
      <dsp:nvSpPr>
        <dsp:cNvPr id="0" name=""/>
        <dsp:cNvSpPr/>
      </dsp:nvSpPr>
      <dsp:spPr>
        <a:xfrm>
          <a:off x="4476862" y="215961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Clean up pointers, deleting the referenced objects</a:t>
          </a:r>
          <a:endParaRPr lang="en-US" sz="1100" kern="1200"/>
        </a:p>
      </dsp:txBody>
      <dsp:txXfrm>
        <a:off x="4476862" y="2159617"/>
        <a:ext cx="1800000" cy="720000"/>
      </dsp:txXfrm>
    </dsp:sp>
    <dsp:sp modelId="{DDC8DF30-6992-469A-A25C-D10A17B6ED86}">
      <dsp:nvSpPr>
        <dsp:cNvPr id="0" name=""/>
        <dsp:cNvSpPr/>
      </dsp:nvSpPr>
      <dsp:spPr>
        <a:xfrm>
          <a:off x="6942862" y="719616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7E66A-02F4-4D7D-9821-4E74C7C7026F}">
      <dsp:nvSpPr>
        <dsp:cNvPr id="0" name=""/>
        <dsp:cNvSpPr/>
      </dsp:nvSpPr>
      <dsp:spPr>
        <a:xfrm>
          <a:off x="7176862" y="953616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D21CD-7D2C-460C-B9C2-EC9ECC9FE5E1}">
      <dsp:nvSpPr>
        <dsp:cNvPr id="0" name=""/>
        <dsp:cNvSpPr/>
      </dsp:nvSpPr>
      <dsp:spPr>
        <a:xfrm>
          <a:off x="6591862" y="215961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/>
            <a:t>Release access to shared resources</a:t>
          </a:r>
          <a:endParaRPr lang="en-US" sz="1100" kern="1200"/>
        </a:p>
      </dsp:txBody>
      <dsp:txXfrm>
        <a:off x="6591862" y="2159617"/>
        <a:ext cx="1800000" cy="720000"/>
      </dsp:txXfrm>
    </dsp:sp>
    <dsp:sp modelId="{FFDECDAE-5F5C-49D9-BFED-2ABDACD1CAEA}">
      <dsp:nvSpPr>
        <dsp:cNvPr id="0" name=""/>
        <dsp:cNvSpPr/>
      </dsp:nvSpPr>
      <dsp:spPr>
        <a:xfrm>
          <a:off x="9057862" y="719616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DC169-1149-4AE6-9F0A-98C6E91C2009}">
      <dsp:nvSpPr>
        <dsp:cNvPr id="0" name=""/>
        <dsp:cNvSpPr/>
      </dsp:nvSpPr>
      <dsp:spPr>
        <a:xfrm>
          <a:off x="9291862" y="953616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565F8-74C1-47B1-81CC-2FA6F820A66F}">
      <dsp:nvSpPr>
        <dsp:cNvPr id="0" name=""/>
        <dsp:cNvSpPr/>
      </dsp:nvSpPr>
      <dsp:spPr>
        <a:xfrm>
          <a:off x="8706862" y="215961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100" kern="1200" dirty="0"/>
            <a:t>Alter </a:t>
          </a:r>
          <a:r>
            <a:rPr lang="en-CA" sz="1100" kern="1200"/>
            <a:t>global variables, instance counters, or other reference variables</a:t>
          </a:r>
          <a:endParaRPr lang="en-US" sz="1100" kern="1200" dirty="0"/>
        </a:p>
      </dsp:txBody>
      <dsp:txXfrm>
        <a:off x="8706862" y="2159617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581CF-7CFD-41EE-A347-78AED6EFFCAB}">
      <dsp:nvSpPr>
        <dsp:cNvPr id="0" name=""/>
        <dsp:cNvSpPr/>
      </dsp:nvSpPr>
      <dsp:spPr>
        <a:xfrm>
          <a:off x="2214065" y="22116"/>
          <a:ext cx="2161687" cy="21616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36150-B24E-410A-9E05-A5B018398482}">
      <dsp:nvSpPr>
        <dsp:cNvPr id="0" name=""/>
        <dsp:cNvSpPr/>
      </dsp:nvSpPr>
      <dsp:spPr>
        <a:xfrm>
          <a:off x="2674753" y="482804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47682-DCC3-42F1-8780-FA095FF9FEB4}">
      <dsp:nvSpPr>
        <dsp:cNvPr id="0" name=""/>
        <dsp:cNvSpPr/>
      </dsp:nvSpPr>
      <dsp:spPr>
        <a:xfrm>
          <a:off x="1523034" y="2857117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>
              <a:solidFill>
                <a:schemeClr val="tx1"/>
              </a:solidFill>
            </a:rPr>
            <a:t>Document the order of execution of object interactions.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1523034" y="2857117"/>
        <a:ext cx="3543750" cy="720000"/>
      </dsp:txXfrm>
    </dsp:sp>
    <dsp:sp modelId="{656EBD1A-73FD-4073-839E-C53A6C6AE7B7}">
      <dsp:nvSpPr>
        <dsp:cNvPr id="0" name=""/>
        <dsp:cNvSpPr/>
      </dsp:nvSpPr>
      <dsp:spPr>
        <a:xfrm>
          <a:off x="6377971" y="22116"/>
          <a:ext cx="2161687" cy="21616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2EBF5-A337-49DB-9036-6A1065154F43}">
      <dsp:nvSpPr>
        <dsp:cNvPr id="0" name=""/>
        <dsp:cNvSpPr/>
      </dsp:nvSpPr>
      <dsp:spPr>
        <a:xfrm>
          <a:off x="6838659" y="482804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E52E4-5F2F-4D94-97CF-2167B92F6AE7}">
      <dsp:nvSpPr>
        <dsp:cNvPr id="0" name=""/>
        <dsp:cNvSpPr/>
      </dsp:nvSpPr>
      <dsp:spPr>
        <a:xfrm>
          <a:off x="5686940" y="2857117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>
              <a:solidFill>
                <a:schemeClr val="tx1"/>
              </a:solidFill>
            </a:rPr>
            <a:t>Reveal logical errors in design.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5686940" y="2857117"/>
        <a:ext cx="354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29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96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626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02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2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363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096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649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255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18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49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AC05717D-1555-4CE0-BBC9-B62C6361C611}" type="datetimeFigureOut">
              <a:rPr lang="en-CA" smtClean="0"/>
              <a:t>2020-02-20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DE1BF0C4-F962-4868-B6BE-858CBCF22C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02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4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6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5690D-375B-4DEE-8B0C-4DD5AD318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>
            <a:normAutofit/>
          </a:bodyPr>
          <a:lstStyle/>
          <a:p>
            <a:r>
              <a:rPr lang="en-CA" dirty="0"/>
              <a:t>Classes, Design, and Sequence 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E64E3-DEF2-45EE-8A55-204B9C3F8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/>
          <a:p>
            <a:r>
              <a:rPr lang="en-CA" dirty="0"/>
              <a:t>Game 253</a:t>
            </a:r>
          </a:p>
        </p:txBody>
      </p:sp>
    </p:spTree>
    <p:extLst>
      <p:ext uri="{BB962C8B-B14F-4D97-AF65-F5344CB8AC3E}">
        <p14:creationId xmlns:p14="http://schemas.microsoft.com/office/powerpoint/2010/main" val="120550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185E-67C1-4DAD-8061-CDB9D022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9426C6-6748-4A04-A3E0-AEE26EA381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758313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9207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97DE-FF35-4964-A9D1-CA9C054C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General Purpose Classes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1C28F-31CA-4495-8F4F-B5CF9D7D0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Generated on the fly, maybe via factory, or object pool.</a:t>
            </a:r>
          </a:p>
          <a:p>
            <a:r>
              <a:rPr lang="en-CA" dirty="0"/>
              <a:t>Reference based equality is useless; they are generated on the fly.</a:t>
            </a:r>
          </a:p>
          <a:p>
            <a:r>
              <a:rPr lang="en-CA" dirty="0"/>
              <a:t>Overloading equality, as well as other reference based operators is recommended.</a:t>
            </a:r>
          </a:p>
        </p:txBody>
      </p:sp>
    </p:spTree>
    <p:extLst>
      <p:ext uri="{BB962C8B-B14F-4D97-AF65-F5344CB8AC3E}">
        <p14:creationId xmlns:p14="http://schemas.microsoft.com/office/powerpoint/2010/main" val="273733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24A02E-5FD2-428E-A1E4-FDF96B0B6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15466"/>
            <a:ext cx="12192000" cy="1642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A7D2B4C3-866A-49E5-AC13-D93E55E9C60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221553"/>
              </p:ext>
            </p:extLst>
          </p:nvPr>
        </p:nvGraphicFramePr>
        <p:xfrm>
          <a:off x="376530" y="349250"/>
          <a:ext cx="11688478" cy="4430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8124840" imgH="3079800" progId="Word.OpenDocumentText.12">
                  <p:embed/>
                </p:oleObj>
              </mc:Choice>
              <mc:Fallback>
                <p:oleObj name="Document" r:id="rId3" imgW="8124840" imgH="3079800" progId="Word.OpenDocumentTex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D47FBEEA-6090-4E38-9DFF-99C944EF3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6530" y="349250"/>
                        <a:ext cx="11688478" cy="4430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7B2A7F5-9680-405D-89B2-EE08CBBD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26" y="5057524"/>
            <a:ext cx="9292209" cy="16425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9600" dirty="0">
                <a:solidFill>
                  <a:schemeClr val="bg1"/>
                </a:solidFill>
              </a:rPr>
              <a:t>Classes &amp; STL</a:t>
            </a:r>
          </a:p>
        </p:txBody>
      </p:sp>
    </p:spTree>
    <p:extLst>
      <p:ext uri="{BB962C8B-B14F-4D97-AF65-F5344CB8AC3E}">
        <p14:creationId xmlns:p14="http://schemas.microsoft.com/office/powerpoint/2010/main" val="684634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4DF80-F46D-42CE-A429-AE9E013D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2C97A-0E23-43F3-ADC4-4AFF39F55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Dumping objects out to a console or log.</a:t>
            </a:r>
          </a:p>
        </p:txBody>
      </p:sp>
    </p:spTree>
    <p:extLst>
      <p:ext uri="{BB962C8B-B14F-4D97-AF65-F5344CB8AC3E}">
        <p14:creationId xmlns:p14="http://schemas.microsoft.com/office/powerpoint/2010/main" val="331324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E24A02E-5FD2-428E-A1E4-FDF96B0B6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15466"/>
            <a:ext cx="12192000" cy="1642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003B0ABA-E29F-4B71-BF09-E97D96FB70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914564"/>
              </p:ext>
            </p:extLst>
          </p:nvPr>
        </p:nvGraphicFramePr>
        <p:xfrm>
          <a:off x="349866" y="295066"/>
          <a:ext cx="10522630" cy="434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Document" r:id="rId3" imgW="8124840" imgH="3359160" progId="Word.OpenDocumentText.12">
                  <p:embed/>
                </p:oleObj>
              </mc:Choice>
              <mc:Fallback>
                <p:oleObj name="Document" r:id="rId3" imgW="8124840" imgH="3359160" progId="Word.OpenDocumentText.12">
                  <p:embed/>
                  <p:pic>
                    <p:nvPicPr>
                      <p:cNvPr id="17" name="Content Placeholder 3">
                        <a:extLst>
                          <a:ext uri="{FF2B5EF4-FFF2-40B4-BE49-F238E27FC236}">
                            <a16:creationId xmlns:a16="http://schemas.microsoft.com/office/drawing/2014/main" id="{2528D5C8-7A94-4F7F-899A-A61D9DFB01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866" y="295066"/>
                        <a:ext cx="10522630" cy="4345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84811615-FE7C-4D31-885F-3D677217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511" y="5304366"/>
            <a:ext cx="9292209" cy="14647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1122187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A70180-5735-4711-A45A-04C6447C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Destructor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B8179-19D2-4452-9380-3C2214FB3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Clean up after yourself!</a:t>
            </a:r>
          </a:p>
        </p:txBody>
      </p:sp>
    </p:spTree>
    <p:extLst>
      <p:ext uri="{BB962C8B-B14F-4D97-AF65-F5344CB8AC3E}">
        <p14:creationId xmlns:p14="http://schemas.microsoft.com/office/powerpoint/2010/main" val="13286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9E6A62-FF14-4ADC-967D-29CFB744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/>
              <a:t>Destructor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F15728C-395E-41C6-B046-EEA8E8064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005084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63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71810-03ED-4E95-BAE7-4A420B260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Passing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A5ED-9D89-457C-BEA1-6FD7A3B38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Parameters are passed by copying some value.</a:t>
            </a:r>
          </a:p>
        </p:txBody>
      </p:sp>
    </p:spTree>
    <p:extLst>
      <p:ext uri="{BB962C8B-B14F-4D97-AF65-F5344CB8AC3E}">
        <p14:creationId xmlns:p14="http://schemas.microsoft.com/office/powerpoint/2010/main" val="345614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59B2D4-5483-4D09-A61F-9598FAE8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Parameter Passing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B34F9E-071E-495F-8284-6BF6A8F2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Structs pass as value, by default:</a:t>
            </a:r>
          </a:p>
          <a:p>
            <a:pPr lvl="1"/>
            <a:r>
              <a:rPr lang="en-CA" dirty="0"/>
              <a:t>Float</a:t>
            </a:r>
          </a:p>
          <a:p>
            <a:pPr lvl="1"/>
            <a:r>
              <a:rPr lang="en-CA" dirty="0"/>
              <a:t>Integer</a:t>
            </a:r>
          </a:p>
          <a:p>
            <a:pPr lvl="1"/>
            <a:r>
              <a:rPr lang="en-CA" dirty="0"/>
              <a:t>Boolean</a:t>
            </a:r>
          </a:p>
          <a:p>
            <a:r>
              <a:rPr lang="en-CA" dirty="0"/>
              <a:t>Classes pass as reference, by default:</a:t>
            </a:r>
          </a:p>
          <a:p>
            <a:pPr lvl="1"/>
            <a:r>
              <a:rPr lang="en-CA" dirty="0"/>
              <a:t>Vector</a:t>
            </a:r>
          </a:p>
          <a:p>
            <a:pPr lvl="1"/>
            <a:r>
              <a:rPr lang="en-CA" dirty="0"/>
              <a:t>Object</a:t>
            </a:r>
          </a:p>
          <a:p>
            <a:pPr lvl="1"/>
            <a:r>
              <a:rPr lang="en-CA" dirty="0"/>
              <a:t>Weapon</a:t>
            </a:r>
          </a:p>
        </p:txBody>
      </p:sp>
    </p:spTree>
    <p:extLst>
      <p:ext uri="{BB962C8B-B14F-4D97-AF65-F5344CB8AC3E}">
        <p14:creationId xmlns:p14="http://schemas.microsoft.com/office/powerpoint/2010/main" val="330426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1CB9-1D46-488C-90DD-527BA9B6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Pointers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52B9B-1036-4B90-A5CD-407B23E7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References are pointers that cannot be modified. (similar to const pointer)</a:t>
            </a:r>
          </a:p>
          <a:p>
            <a:r>
              <a:rPr lang="en-CA" dirty="0"/>
              <a:t>Pointers must be dereferenced.</a:t>
            </a:r>
          </a:p>
          <a:p>
            <a:r>
              <a:rPr lang="en-CA" dirty="0"/>
              <a:t>References always contain an object. (Ask me why I won’t say they can’t be null)</a:t>
            </a:r>
          </a:p>
        </p:txBody>
      </p:sp>
    </p:spTree>
    <p:extLst>
      <p:ext uri="{BB962C8B-B14F-4D97-AF65-F5344CB8AC3E}">
        <p14:creationId xmlns:p14="http://schemas.microsoft.com/office/powerpoint/2010/main" val="112111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0D419-E124-4D73-8122-F2F405E8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chemeClr val="tx1"/>
                </a:solidFill>
              </a:rPr>
              <a:t>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6317-2C52-4179-9E53-406E61EBD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Which class should own the attribute?</a:t>
            </a:r>
          </a:p>
        </p:txBody>
      </p:sp>
    </p:spTree>
    <p:extLst>
      <p:ext uri="{BB962C8B-B14F-4D97-AF65-F5344CB8AC3E}">
        <p14:creationId xmlns:p14="http://schemas.microsoft.com/office/powerpoint/2010/main" val="850966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393435-7E8B-44F4-B200-86F28A6E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7115176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Assigning Responsibility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96A91-7637-40FE-879D-5B95371B6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6656" y="2011680"/>
            <a:ext cx="6877083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We have a game board (déjà vu).</a:t>
            </a:r>
          </a:p>
          <a:p>
            <a:r>
              <a:rPr lang="en-US"/>
              <a:t>Objects are placed on the board.</a:t>
            </a:r>
          </a:p>
          <a:p>
            <a:r>
              <a:rPr lang="en-US"/>
              <a:t>We will:</a:t>
            </a:r>
          </a:p>
          <a:p>
            <a:pPr lvl="1"/>
            <a:r>
              <a:rPr lang="en-US"/>
              <a:t>Render the board and the objects.</a:t>
            </a:r>
          </a:p>
          <a:p>
            <a:pPr lvl="1"/>
            <a:r>
              <a:rPr lang="en-US"/>
              <a:t>Move objects from one position to another.</a:t>
            </a:r>
          </a:p>
          <a:p>
            <a:pPr lvl="1"/>
            <a:r>
              <a:rPr lang="en-US"/>
              <a:t>Determine which object was clicked on at a given tile.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E7E0B50E-A444-41AA-A261-F7F70B8810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8075" r="22525"/>
          <a:stretch/>
        </p:blipFill>
        <p:spPr>
          <a:xfrm>
            <a:off x="8114537" y="10"/>
            <a:ext cx="4077463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26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87E4C-8C2A-49F8-A6D2-D25F9A72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A - Classes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C2CF6A-91FA-4E64-9007-08D55C282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5" y="2650918"/>
            <a:ext cx="10753725" cy="248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52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80E3-0028-46F6-B601-1DD3FB6B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A - Drawing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B24395-FDA5-4141-82A6-40BC3405E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639" y="2011363"/>
            <a:ext cx="6958996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06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Pause">
            <a:extLst>
              <a:ext uri="{FF2B5EF4-FFF2-40B4-BE49-F238E27FC236}">
                <a16:creationId xmlns:a16="http://schemas.microsoft.com/office/drawing/2014/main" id="{356A16D2-8F38-43CB-A195-73E19CF42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8011" y="1791011"/>
            <a:ext cx="3275978" cy="32759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6F5DBD-0154-4466-A563-BDC2A66441C5}"/>
              </a:ext>
            </a:extLst>
          </p:cNvPr>
          <p:cNvSpPr txBox="1"/>
          <p:nvPr/>
        </p:nvSpPr>
        <p:spPr>
          <a:xfrm>
            <a:off x="4239300" y="2644170"/>
            <a:ext cx="371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b="1" dirty="0"/>
              <a:t>PAUSE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0C55A-A45C-4E82-A7EE-BC0C6C3BA583}"/>
              </a:ext>
            </a:extLst>
          </p:cNvPr>
          <p:cNvSpPr txBox="1"/>
          <p:nvPr/>
        </p:nvSpPr>
        <p:spPr>
          <a:xfrm>
            <a:off x="4314306" y="3857032"/>
            <a:ext cx="3724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THAT’S A NEW DIAGRAM.</a:t>
            </a:r>
          </a:p>
        </p:txBody>
      </p:sp>
    </p:spTree>
    <p:extLst>
      <p:ext uri="{BB962C8B-B14F-4D97-AF65-F5344CB8AC3E}">
        <p14:creationId xmlns:p14="http://schemas.microsoft.com/office/powerpoint/2010/main" val="388859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28A6B2-656F-4E99-A1CA-C419C777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Sequence Diagrams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561B7-5D5B-48F5-99A1-A758A60A7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Represent the process of object interactions.</a:t>
            </a:r>
          </a:p>
        </p:txBody>
      </p:sp>
    </p:spTree>
    <p:extLst>
      <p:ext uri="{BB962C8B-B14F-4D97-AF65-F5344CB8AC3E}">
        <p14:creationId xmlns:p14="http://schemas.microsoft.com/office/powerpoint/2010/main" val="2736227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39697-638B-4CE8-B94D-AC42C87A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en-CA" dirty="0"/>
              <a:t>Sequence Diagrams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B0FC1EBB-A6C4-4C3A-8E17-C46C3B6604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284552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628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67C5B-0270-49BB-A54B-70A07C3E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Symbols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0DA57-B656-4A07-B2F7-0E2ACE981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Lets get introduced to all the symbols in a Sequence Diagram.</a:t>
            </a:r>
          </a:p>
        </p:txBody>
      </p:sp>
    </p:spTree>
    <p:extLst>
      <p:ext uri="{BB962C8B-B14F-4D97-AF65-F5344CB8AC3E}">
        <p14:creationId xmlns:p14="http://schemas.microsoft.com/office/powerpoint/2010/main" val="2626980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69B276-1F5C-4BF3-B72D-FA5BC2C4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Object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F176B0-3F4A-48CD-A017-9C81350C5C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Represents an object in execution.</a:t>
            </a:r>
          </a:p>
          <a:p>
            <a:r>
              <a:rPr lang="en-CA" dirty="0"/>
              <a:t>Looks like a rectangle.</a:t>
            </a:r>
          </a:p>
          <a:p>
            <a:r>
              <a:rPr lang="en-CA" dirty="0"/>
              <a:t>Usually placed at the top.</a:t>
            </a:r>
          </a:p>
          <a:p>
            <a:r>
              <a:rPr lang="en-CA" dirty="0"/>
              <a:t>Is the starting point for a lifeline.</a:t>
            </a:r>
          </a:p>
        </p:txBody>
      </p:sp>
      <p:pic>
        <p:nvPicPr>
          <p:cNvPr id="14" name="Content Placeholder 11">
            <a:extLst>
              <a:ext uri="{FF2B5EF4-FFF2-40B4-BE49-F238E27FC236}">
                <a16:creationId xmlns:a16="http://schemas.microsoft.com/office/drawing/2014/main" id="{9A9342BD-C7CA-4831-87A0-F329123D2A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7181" y="3096419"/>
            <a:ext cx="33718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7395-ECE2-42FA-B667-2C2B7E7D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Lifeline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8C4B2-14ED-4862-A523-8F6D52EB28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Represent an object over time.</a:t>
            </a:r>
          </a:p>
          <a:p>
            <a:r>
              <a:rPr lang="en-CA" dirty="0"/>
              <a:t>Looks like a dashed line.</a:t>
            </a:r>
          </a:p>
          <a:p>
            <a:r>
              <a:rPr lang="en-CA" dirty="0"/>
              <a:t>Starts with an Object, runs to the end of execution.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868E8-69F0-4BB2-A049-4D2243A409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4319" y="2382044"/>
            <a:ext cx="34575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7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83A5-59CA-4040-8885-4479C9B8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Activation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CFC67-4123-48F1-A83C-C8FA6A390A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Represents the amount of time a process is taking.</a:t>
            </a:r>
          </a:p>
          <a:p>
            <a:r>
              <a:rPr lang="en-CA" dirty="0"/>
              <a:t>Looks like a rectangle running down a lifeline.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195600-A65D-474F-BAAE-BA03997D90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90594" y="2124869"/>
            <a:ext cx="2105025" cy="351472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EC4D7D-8D38-40E8-A374-B789B96BF2FE}"/>
              </a:ext>
            </a:extLst>
          </p:cNvPr>
          <p:cNvCxnSpPr>
            <a:endCxn id="5" idx="0"/>
          </p:cNvCxnSpPr>
          <p:nvPr/>
        </p:nvCxnSpPr>
        <p:spPr>
          <a:xfrm flipH="1" flipV="1">
            <a:off x="8343107" y="2124869"/>
            <a:ext cx="793" cy="713581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BCC574-FAF5-418B-A7A6-7C7835F37C2A}"/>
              </a:ext>
            </a:extLst>
          </p:cNvPr>
          <p:cNvCxnSpPr/>
          <p:nvPr/>
        </p:nvCxnSpPr>
        <p:spPr>
          <a:xfrm flipH="1" flipV="1">
            <a:off x="8342313" y="4926013"/>
            <a:ext cx="793" cy="713581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061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1D48-1F95-4BF2-BB15-9837E4B8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7323-9256-45A6-B7EC-8078A6471E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Represents method calls between objects.</a:t>
            </a:r>
          </a:p>
          <a:p>
            <a:r>
              <a:rPr lang="en-CA" dirty="0"/>
              <a:t>Looks like one of several kinds of arrows going from Activation Box to Activation Box.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F27B8-8A43-49D3-920D-D45F81D18B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43610" y="1265549"/>
            <a:ext cx="4662487" cy="2163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417F03-7647-40D8-9E3B-8880880F2681}"/>
              </a:ext>
            </a:extLst>
          </p:cNvPr>
          <p:cNvSpPr txBox="1"/>
          <p:nvPr/>
        </p:nvSpPr>
        <p:spPr>
          <a:xfrm>
            <a:off x="6719884" y="1003939"/>
            <a:ext cx="3419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Synchronous Message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C72A0-3959-4E60-9C2D-E5E84BD7A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09" y="3429000"/>
            <a:ext cx="4662488" cy="2827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98DFC-3C59-4258-B0F2-D911D1241862}"/>
              </a:ext>
            </a:extLst>
          </p:cNvPr>
          <p:cNvSpPr txBox="1"/>
          <p:nvPr/>
        </p:nvSpPr>
        <p:spPr>
          <a:xfrm>
            <a:off x="6655589" y="3176766"/>
            <a:ext cx="3548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Asynchronous Message</a:t>
            </a:r>
          </a:p>
        </p:txBody>
      </p:sp>
    </p:spTree>
    <p:extLst>
      <p:ext uri="{BB962C8B-B14F-4D97-AF65-F5344CB8AC3E}">
        <p14:creationId xmlns:p14="http://schemas.microsoft.com/office/powerpoint/2010/main" val="2845333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3478-36CD-48E2-B13A-99AAEE31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&amp; Deleting Objects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E4A7E6-65F0-4540-8582-03692ED08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F84E57-8080-48B6-B86A-871D77278C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275" y="3186906"/>
            <a:ext cx="4664075" cy="233203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2AE2CD-D10A-4C57-AF76-6748ADBE0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Delete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E5252F-5994-49FA-A28C-30024B9F207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07100" y="2773687"/>
            <a:ext cx="4664075" cy="315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93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DFAC2F-E52B-443A-B5D3-87A72A4A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Sub-Process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4DB2114-49B6-4E4B-8B2C-676785F262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Represents a process run on top of the existing process.</a:t>
            </a:r>
          </a:p>
          <a:p>
            <a:r>
              <a:rPr lang="en-CA" dirty="0"/>
              <a:t>A method call inside a method call.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3A1FC65-8794-4903-ADCF-A9EAB532D9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1863" y="2380241"/>
            <a:ext cx="4662487" cy="300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75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7BFB-E652-43CF-BB36-5B6BD9B2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8069-154D-4419-AC31-EABCF61D41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Describes branches in flow.</a:t>
            </a:r>
          </a:p>
          <a:p>
            <a:r>
              <a:rPr lang="en-CA" dirty="0"/>
              <a:t>Captures if statements.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F768B-1281-47D5-86B3-C154A68EA6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00186" y="3041954"/>
            <a:ext cx="9086850" cy="345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54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006E-DDB0-4376-B32F-C2D2587D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14F5-EE7D-40CB-9772-E80BA00522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Describes branches in flow.</a:t>
            </a:r>
          </a:p>
          <a:p>
            <a:r>
              <a:rPr lang="en-CA" dirty="0"/>
              <a:t>Captures if else statements.</a:t>
            </a:r>
          </a:p>
          <a:p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15FE28-C830-47D4-9D5A-C850C453E0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36053" y="2876550"/>
            <a:ext cx="8215116" cy="42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8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13FA4-E311-4528-9B1F-7A010D66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85B80-50FE-43FB-971F-2916E0428B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Describes branches in flow.</a:t>
            </a:r>
          </a:p>
          <a:p>
            <a:r>
              <a:rPr lang="en-CA" dirty="0"/>
              <a:t>Captures a repeating section of flow.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3663FD-A800-4706-A54A-F0D5EDD008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22026" y="2905126"/>
            <a:ext cx="8043170" cy="409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93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CF78-2B9F-4721-8B02-C7794869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5ACD-0F9F-4357-BCD9-94E0A78EB6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When one sequence diagram makes use of another.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E00F4-7423-4EFB-8840-2860C8C69C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1863" y="2270406"/>
            <a:ext cx="4662487" cy="322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8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Play">
            <a:extLst>
              <a:ext uri="{FF2B5EF4-FFF2-40B4-BE49-F238E27FC236}">
                <a16:creationId xmlns:a16="http://schemas.microsoft.com/office/drawing/2014/main" id="{283FDA44-7518-44F2-9908-59AAFD5FE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8368" y="1791011"/>
            <a:ext cx="3275978" cy="32759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6F5DBD-0154-4466-A563-BDC2A66441C5}"/>
              </a:ext>
            </a:extLst>
          </p:cNvPr>
          <p:cNvSpPr txBox="1"/>
          <p:nvPr/>
        </p:nvSpPr>
        <p:spPr>
          <a:xfrm>
            <a:off x="2595900" y="2644170"/>
            <a:ext cx="7000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b="1" dirty="0"/>
              <a:t>CONTINUING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0C55A-A45C-4E82-A7EE-BC0C6C3BA583}"/>
              </a:ext>
            </a:extLst>
          </p:cNvPr>
          <p:cNvSpPr txBox="1"/>
          <p:nvPr/>
        </p:nvSpPr>
        <p:spPr>
          <a:xfrm>
            <a:off x="4180610" y="3857032"/>
            <a:ext cx="3991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WITH THAT OUT OF THE WAY</a:t>
            </a:r>
          </a:p>
        </p:txBody>
      </p:sp>
    </p:spTree>
    <p:extLst>
      <p:ext uri="{BB962C8B-B14F-4D97-AF65-F5344CB8AC3E}">
        <p14:creationId xmlns:p14="http://schemas.microsoft.com/office/powerpoint/2010/main" val="1788593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393435-7E8B-44F4-B200-86F28A6E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7115176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Assigning Responsibility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96A91-7637-40FE-879D-5B95371B6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6656" y="2011680"/>
            <a:ext cx="6877083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We have a game board (déjà vu).</a:t>
            </a:r>
          </a:p>
          <a:p>
            <a:r>
              <a:rPr lang="en-US"/>
              <a:t>Objects are placed on the board.</a:t>
            </a:r>
          </a:p>
          <a:p>
            <a:r>
              <a:rPr lang="en-US"/>
              <a:t>We will:</a:t>
            </a:r>
          </a:p>
          <a:p>
            <a:pPr lvl="1"/>
            <a:r>
              <a:rPr lang="en-US"/>
              <a:t>Render the board and the objects.</a:t>
            </a:r>
          </a:p>
          <a:p>
            <a:pPr lvl="1"/>
            <a:r>
              <a:rPr lang="en-US"/>
              <a:t>Move objects from one position to another.</a:t>
            </a:r>
          </a:p>
          <a:p>
            <a:pPr lvl="1"/>
            <a:r>
              <a:rPr lang="en-US"/>
              <a:t>Determine which object was clicked on at a given tile.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E7E0B50E-A444-41AA-A261-F7F70B8810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8075" r="22525"/>
          <a:stretch/>
        </p:blipFill>
        <p:spPr>
          <a:xfrm>
            <a:off x="8114537" y="10"/>
            <a:ext cx="4077463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73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87E4C-8C2A-49F8-A6D2-D25F9A72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A - Classes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C2CF6A-91FA-4E64-9007-08D55C282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5" y="2650918"/>
            <a:ext cx="10753725" cy="248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21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80E3-0028-46F6-B601-1DD3FB6B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A - Drawing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B24395-FDA5-4141-82A6-40BC3405E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639" y="2011363"/>
            <a:ext cx="6958996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36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09498-B836-40E6-93A5-F06CA0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A – Hit Detection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3CE91E-4A19-4C1F-AC39-2EFC95542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5408" y="2011363"/>
            <a:ext cx="5975458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72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7707-6AF9-4F50-83D9-9E2766E1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A - Moving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5C3710-5032-4997-8C12-A97BC994D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8806" y="2011363"/>
            <a:ext cx="4328663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75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CDE97-B523-4A3C-B100-55DA7E44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CA" sz="4400" dirty="0">
                <a:solidFill>
                  <a:srgbClr val="FFFFFF"/>
                </a:solidFill>
              </a:rPr>
              <a:t>Option A 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The Bad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54868-BBC0-440A-8965-1DEAD231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CA" dirty="0"/>
              <a:t>You ask the board to move the objects.</a:t>
            </a:r>
          </a:p>
          <a:p>
            <a:r>
              <a:rPr lang="en-CA" dirty="0"/>
              <a:t>Moving objects requires first looking them up to remove them from their current tile.</a:t>
            </a:r>
          </a:p>
        </p:txBody>
      </p:sp>
    </p:spTree>
    <p:extLst>
      <p:ext uri="{BB962C8B-B14F-4D97-AF65-F5344CB8AC3E}">
        <p14:creationId xmlns:p14="http://schemas.microsoft.com/office/powerpoint/2010/main" val="1320230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938C2C-83D7-4248-9FC3-F464D1B4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Better Way!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64363-7DB8-4484-844F-3073FA3CB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219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ABF6E9-7E2B-4967-BCFA-3D15E1CF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B - Classes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B4674F-0EF1-4A6F-BFAA-DC747E3C3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5" y="2048372"/>
            <a:ext cx="10753725" cy="369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850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D149-202A-43DE-A7B3-59092B13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B - Drawing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CC3260-CC12-4D9C-8634-6022B682A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366" y="2011363"/>
            <a:ext cx="6551542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01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3061-F5BC-4DE2-97B9-EDF942A7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C – Hit Detection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EE509E-00CA-45D1-9A4B-AAC19B3B7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7785" y="2011363"/>
            <a:ext cx="5650705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44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7683-656E-4FB2-B66A-98569978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Option B - Moving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38BDD4-0A2E-4A01-A623-B5DC1B9D9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2272" y="2011363"/>
            <a:ext cx="6561731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91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F0257-6BE6-4888-B30E-76825848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CA" sz="4400" dirty="0">
                <a:solidFill>
                  <a:srgbClr val="FFFFFF"/>
                </a:solidFill>
              </a:rPr>
              <a:t>Option B 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The Good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EDBF4-8DF0-47AA-9235-AF51CBBD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CA" dirty="0"/>
              <a:t>Objects move themselves.</a:t>
            </a:r>
          </a:p>
          <a:p>
            <a:r>
              <a:rPr lang="en-CA" dirty="0"/>
              <a:t>Everything is easier.</a:t>
            </a:r>
          </a:p>
        </p:txBody>
      </p:sp>
    </p:spTree>
    <p:extLst>
      <p:ext uri="{BB962C8B-B14F-4D97-AF65-F5344CB8AC3E}">
        <p14:creationId xmlns:p14="http://schemas.microsoft.com/office/powerpoint/2010/main" val="28245809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87A6F-16B3-4837-8B4C-8D64103F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dirty="0">
                <a:solidFill>
                  <a:schemeClr val="tx1"/>
                </a:solidFill>
              </a:rPr>
              <a:t>Y B &amp; !A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AFA6-0FBA-4D48-9CD0-3A93F1772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Why use Option B and not Option A?</a:t>
            </a:r>
          </a:p>
        </p:txBody>
      </p:sp>
    </p:spTree>
    <p:extLst>
      <p:ext uri="{BB962C8B-B14F-4D97-AF65-F5344CB8AC3E}">
        <p14:creationId xmlns:p14="http://schemas.microsoft.com/office/powerpoint/2010/main" val="23454278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503D3-337F-4F82-BC42-A13CBAE13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643467"/>
            <a:ext cx="6235869" cy="5584295"/>
          </a:xfrm>
        </p:spPr>
        <p:txBody>
          <a:bodyPr anchor="ctr">
            <a:normAutofit/>
          </a:bodyPr>
          <a:lstStyle/>
          <a:p>
            <a:r>
              <a:rPr lang="en-CA" dirty="0"/>
              <a:t>The Position of an object is a property of the object, not of the board. </a:t>
            </a:r>
          </a:p>
          <a:p>
            <a:r>
              <a:rPr lang="en-CA" dirty="0"/>
              <a:t>The board should only hold a collection of objects.</a:t>
            </a:r>
          </a:p>
          <a:p>
            <a:r>
              <a:rPr lang="en-CA" dirty="0"/>
              <a:t>In this case the board uses a 2D array for quick indexing </a:t>
            </a:r>
            <a:r>
              <a:rPr lang="en-CA" dirty="0">
                <a:solidFill>
                  <a:schemeClr val="bg2"/>
                </a:solidFill>
              </a:rPr>
              <a:t>(in a primitive sort of way.)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18665-EA77-40EC-8172-4F17E2DED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BBDC3-4BB6-4115-ABDC-B4A2AE58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en-CA" sz="4000">
                <a:solidFill>
                  <a:srgbClr val="FFFFFF"/>
                </a:solidFill>
              </a:rPr>
              <a:t>Y B &amp; !A?</a:t>
            </a:r>
          </a:p>
        </p:txBody>
      </p:sp>
    </p:spTree>
    <p:extLst>
      <p:ext uri="{BB962C8B-B14F-4D97-AF65-F5344CB8AC3E}">
        <p14:creationId xmlns:p14="http://schemas.microsoft.com/office/powerpoint/2010/main" val="3593753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161542-F1A0-4C60-B201-89E77E9A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Virtual Destructor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9EFED9-B04A-4EA6-A9B0-4EAE38114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When a child class needs to add extra cleanup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7531592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E24A02E-5FD2-428E-A1E4-FDF96B0B6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15466"/>
            <a:ext cx="12192000" cy="1642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1E1801-D087-4E6A-A293-1F434BF2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5537199"/>
            <a:ext cx="9228201" cy="80054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3600" dirty="0">
              <a:solidFill>
                <a:srgbClr val="FFFFFF"/>
              </a:solidFill>
            </a:endParaRP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16563640-A0BF-4ED5-872D-66CE6CC63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595277"/>
              </p:ext>
            </p:extLst>
          </p:nvPr>
        </p:nvGraphicFramePr>
        <p:xfrm>
          <a:off x="667512" y="688307"/>
          <a:ext cx="5522880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Document" r:id="rId3" imgW="8124840" imgH="5418000" progId="Word.OpenDocumentText.12">
                  <p:embed/>
                </p:oleObj>
              </mc:Choice>
              <mc:Fallback>
                <p:oleObj name="Document" r:id="rId3" imgW="8124840" imgH="5418000" progId="Word.OpenDocumentText.12">
                  <p:embed/>
                  <p:pic>
                    <p:nvPicPr>
                      <p:cNvPr id="8" name="Content Placeholder 3">
                        <a:extLst>
                          <a:ext uri="{FF2B5EF4-FFF2-40B4-BE49-F238E27FC236}">
                            <a16:creationId xmlns:a16="http://schemas.microsoft.com/office/drawing/2014/main" id="{093E735C-A15B-48DA-A09E-F4657C0DD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7512" y="688307"/>
                        <a:ext cx="5522880" cy="368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77F4E45-CB84-435F-A021-E104714E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05104"/>
            <a:ext cx="9292209" cy="14647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Consider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2C593BFB-0D49-4863-A79C-12AA237DA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670868"/>
              </p:ext>
            </p:extLst>
          </p:nvPr>
        </p:nvGraphicFramePr>
        <p:xfrm>
          <a:off x="6190392" y="688307"/>
          <a:ext cx="5438775" cy="362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Document" r:id="rId5" imgW="8124840" imgH="5418000" progId="Word.OpenDocumentText.12">
                  <p:embed/>
                </p:oleObj>
              </mc:Choice>
              <mc:Fallback>
                <p:oleObj name="Document" r:id="rId5" imgW="8124840" imgH="5418000" progId="Word.OpenDocumentText.12">
                  <p:embed/>
                  <p:pic>
                    <p:nvPicPr>
                      <p:cNvPr id="8" name="Content Placeholder 3">
                        <a:extLst>
                          <a:ext uri="{FF2B5EF4-FFF2-40B4-BE49-F238E27FC236}">
                            <a16:creationId xmlns:a16="http://schemas.microsoft.com/office/drawing/2014/main" id="{093E735C-A15B-48DA-A09E-F4657C0DD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90392" y="688307"/>
                        <a:ext cx="5438775" cy="3629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3011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F659BF-CF3A-40A3-BAF8-3343116F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Problem!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9E559-D007-48EF-8E41-277A1AF13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If we delete the child, the parent destructor is not called.</a:t>
            </a:r>
          </a:p>
        </p:txBody>
      </p:sp>
    </p:spTree>
    <p:extLst>
      <p:ext uri="{BB962C8B-B14F-4D97-AF65-F5344CB8AC3E}">
        <p14:creationId xmlns:p14="http://schemas.microsoft.com/office/powerpoint/2010/main" val="16964765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E24A02E-5FD2-428E-A1E4-FDF96B0B6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08B93E-0C39-407B-943D-71F2BAFB4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E1896-2992-48D4-85AC-95AB8AB14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15466"/>
            <a:ext cx="12192000" cy="16425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1E1801-D087-4E6A-A293-1F434BF2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5537199"/>
            <a:ext cx="9228201" cy="80054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7F4E45-CB84-435F-A021-E104714E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05104"/>
            <a:ext cx="9292209" cy="14647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Solution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51A17699-C055-4168-AFAB-F82470F1E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068383"/>
              </p:ext>
            </p:extLst>
          </p:nvPr>
        </p:nvGraphicFramePr>
        <p:xfrm>
          <a:off x="3419475" y="811434"/>
          <a:ext cx="5353050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Document" r:id="rId3" imgW="8124840" imgH="5418000" progId="Word.OpenDocumentText.12">
                  <p:embed/>
                </p:oleObj>
              </mc:Choice>
              <mc:Fallback>
                <p:oleObj name="Document" r:id="rId3" imgW="8124840" imgH="5418000" progId="Word.OpenDocumentText.12">
                  <p:embed/>
                  <p:pic>
                    <p:nvPicPr>
                      <p:cNvPr id="8" name="Content Placeholder 3">
                        <a:extLst>
                          <a:ext uri="{FF2B5EF4-FFF2-40B4-BE49-F238E27FC236}">
                            <a16:creationId xmlns:a16="http://schemas.microsoft.com/office/drawing/2014/main" id="{093E735C-A15B-48DA-A09E-F4657C0DD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475" y="811434"/>
                        <a:ext cx="5353050" cy="357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346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EB1043-1FCD-4308-BB89-C0EFC742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936711"/>
            <a:ext cx="2988265" cy="4984578"/>
          </a:xfrm>
        </p:spPr>
        <p:txBody>
          <a:bodyPr>
            <a:normAutofit/>
          </a:bodyPr>
          <a:lstStyle/>
          <a:p>
            <a:r>
              <a:rPr lang="en-CA" sz="440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CA7FE6-7A58-4229-8313-5135CB581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389" y="936711"/>
            <a:ext cx="6815992" cy="4984578"/>
          </a:xfrm>
        </p:spPr>
        <p:txBody>
          <a:bodyPr anchor="ctr">
            <a:normAutofit/>
          </a:bodyPr>
          <a:lstStyle/>
          <a:p>
            <a:r>
              <a:rPr lang="en-CA" dirty="0"/>
              <a:t>By making the parent destructor virtual when a child destructor is called, the base destructor can still be called.</a:t>
            </a:r>
          </a:p>
        </p:txBody>
      </p:sp>
    </p:spTree>
    <p:extLst>
      <p:ext uri="{BB962C8B-B14F-4D97-AF65-F5344CB8AC3E}">
        <p14:creationId xmlns:p14="http://schemas.microsoft.com/office/powerpoint/2010/main" val="1615802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shade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976C13-68E6-4E25-B13E-FC3A2D3F6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70364C-740F-4A4B-AA8B-7FD7069B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76A946-F6AC-48EA-A91E-88629B25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We are done!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96011-D451-4F36-BD78-6B15F9BFA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4206876"/>
            <a:ext cx="9228201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Have a marvelous reading week.</a:t>
            </a:r>
          </a:p>
        </p:txBody>
      </p:sp>
    </p:spTree>
    <p:extLst>
      <p:ext uri="{BB962C8B-B14F-4D97-AF65-F5344CB8AC3E}">
        <p14:creationId xmlns:p14="http://schemas.microsoft.com/office/powerpoint/2010/main" val="230887459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733</Words>
  <Application>Microsoft Office PowerPoint</Application>
  <PresentationFormat>Widescreen</PresentationFormat>
  <Paragraphs>135</Paragraphs>
  <Slides>50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 Light</vt:lpstr>
      <vt:lpstr>Metropolitan</vt:lpstr>
      <vt:lpstr>Document</vt:lpstr>
      <vt:lpstr>Classes, Design, and Sequence Diagrams</vt:lpstr>
      <vt:lpstr>Introduction</vt:lpstr>
      <vt:lpstr>General Purpose Classes</vt:lpstr>
      <vt:lpstr>Classes &amp; STL</vt:lpstr>
      <vt:lpstr>Debugging</vt:lpstr>
      <vt:lpstr>Debugging</vt:lpstr>
      <vt:lpstr>Destructor</vt:lpstr>
      <vt:lpstr>Destructor</vt:lpstr>
      <vt:lpstr>Passing Parameters</vt:lpstr>
      <vt:lpstr>Parameter Passing</vt:lpstr>
      <vt:lpstr>Pointers &amp; References</vt:lpstr>
      <vt:lpstr>Responsibility</vt:lpstr>
      <vt:lpstr>Assigning Responsibility</vt:lpstr>
      <vt:lpstr>Option A - Classes</vt:lpstr>
      <vt:lpstr>Option A - Drawing</vt:lpstr>
      <vt:lpstr>PowerPoint Presentation</vt:lpstr>
      <vt:lpstr>Sequence Diagrams</vt:lpstr>
      <vt:lpstr>Sequence Diagrams</vt:lpstr>
      <vt:lpstr>Symbols</vt:lpstr>
      <vt:lpstr>Object</vt:lpstr>
      <vt:lpstr>Lifeline</vt:lpstr>
      <vt:lpstr>Activation Box</vt:lpstr>
      <vt:lpstr>Messages</vt:lpstr>
      <vt:lpstr>Creating &amp; Deleting Objects</vt:lpstr>
      <vt:lpstr>Sub-Process</vt:lpstr>
      <vt:lpstr>Optional</vt:lpstr>
      <vt:lpstr>Alternatives</vt:lpstr>
      <vt:lpstr>Loop</vt:lpstr>
      <vt:lpstr>Reference</vt:lpstr>
      <vt:lpstr>PowerPoint Presentation</vt:lpstr>
      <vt:lpstr>Assigning Responsibility</vt:lpstr>
      <vt:lpstr>Option A - Classes</vt:lpstr>
      <vt:lpstr>Option A - Drawing</vt:lpstr>
      <vt:lpstr>Option A – Hit Detection</vt:lpstr>
      <vt:lpstr>Option A - Moving</vt:lpstr>
      <vt:lpstr>Option A  The Bad Option</vt:lpstr>
      <vt:lpstr>The Better Way!</vt:lpstr>
      <vt:lpstr>Option B - Classes</vt:lpstr>
      <vt:lpstr>Option B - Drawing</vt:lpstr>
      <vt:lpstr>Option C – Hit Detection</vt:lpstr>
      <vt:lpstr>Option B - Moving</vt:lpstr>
      <vt:lpstr>Option B  The Good Option</vt:lpstr>
      <vt:lpstr>Y B &amp; !A ?</vt:lpstr>
      <vt:lpstr>Y B &amp; !A?</vt:lpstr>
      <vt:lpstr>Virtual Destructor</vt:lpstr>
      <vt:lpstr>Consider</vt:lpstr>
      <vt:lpstr>Problem!</vt:lpstr>
      <vt:lpstr>Solution</vt:lpstr>
      <vt:lpstr>Solution</vt:lpstr>
      <vt:lpstr>We are done!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Classes, Design Patterns</dc:title>
  <dc:creator>Aidan Dearing</dc:creator>
  <cp:lastModifiedBy>Aidan Dearing</cp:lastModifiedBy>
  <cp:revision>7</cp:revision>
  <dcterms:created xsi:type="dcterms:W3CDTF">2020-02-20T13:21:43Z</dcterms:created>
  <dcterms:modified xsi:type="dcterms:W3CDTF">2020-02-20T14:19:31Z</dcterms:modified>
</cp:coreProperties>
</file>