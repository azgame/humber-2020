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4" r:id="rId5"/>
    <p:sldId id="260" r:id="rId6"/>
    <p:sldId id="263" r:id="rId7"/>
    <p:sldId id="261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6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772DBB-85DB-4D98-BC45-FB0392BF1E5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9CD44D0-3C3B-4D2B-B52B-761B1EBDB3C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Linear Motion</a:t>
          </a:r>
          <a:endParaRPr lang="en-US" dirty="0"/>
        </a:p>
      </dgm:t>
    </dgm:pt>
    <dgm:pt modelId="{E399168F-D8DB-4ED5-873C-F69945F6FB1B}" type="parTrans" cxnId="{BCBB4517-9464-4701-8CC0-9F069F5FCBAB}">
      <dgm:prSet/>
      <dgm:spPr/>
      <dgm:t>
        <a:bodyPr/>
        <a:lstStyle/>
        <a:p>
          <a:endParaRPr lang="en-US"/>
        </a:p>
      </dgm:t>
    </dgm:pt>
    <dgm:pt modelId="{75B4A609-7885-45D4-9AE0-6DF3D55EAB7E}" type="sibTrans" cxnId="{BCBB4517-9464-4701-8CC0-9F069F5FCB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93B718-AF27-4D8E-A6E5-29D195A3C5F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Quaternion</a:t>
          </a:r>
          <a:endParaRPr lang="en-US" dirty="0"/>
        </a:p>
      </dgm:t>
    </dgm:pt>
    <dgm:pt modelId="{FB7FF2D3-9AC5-4B4B-BD71-700A1A6A583B}" type="parTrans" cxnId="{D9642F89-0EF4-4A61-80C6-755D4E106E57}">
      <dgm:prSet/>
      <dgm:spPr/>
      <dgm:t>
        <a:bodyPr/>
        <a:lstStyle/>
        <a:p>
          <a:endParaRPr lang="en-US"/>
        </a:p>
      </dgm:t>
    </dgm:pt>
    <dgm:pt modelId="{9FF92F6D-7578-48E4-86FD-41811B01A50C}" type="sibTrans" cxnId="{D9642F89-0EF4-4A61-80C6-755D4E106E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50344E-20A7-450B-83A5-8618B956999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Euler Integration</a:t>
          </a:r>
          <a:endParaRPr lang="en-US" dirty="0"/>
        </a:p>
      </dgm:t>
    </dgm:pt>
    <dgm:pt modelId="{B87E9AA4-C6AC-452D-91F2-445046D1F6CE}" type="parTrans" cxnId="{DC1F5C86-FB81-4A8A-AB76-908FFA078A96}">
      <dgm:prSet/>
      <dgm:spPr/>
      <dgm:t>
        <a:bodyPr/>
        <a:lstStyle/>
        <a:p>
          <a:endParaRPr lang="en-US"/>
        </a:p>
      </dgm:t>
    </dgm:pt>
    <dgm:pt modelId="{E1DB2891-D4E1-40BE-A5DC-0A713300D8F7}" type="sibTrans" cxnId="{DC1F5C86-FB81-4A8A-AB76-908FFA078A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1DF121-54BA-453A-B155-64B6B7B03B3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Inertia</a:t>
          </a:r>
          <a:endParaRPr lang="en-US" dirty="0"/>
        </a:p>
      </dgm:t>
    </dgm:pt>
    <dgm:pt modelId="{AADE4377-11B9-4A68-9C0A-B76ED5A1C579}" type="parTrans" cxnId="{07A3FC91-B079-4BA2-9465-22CA7E40C803}">
      <dgm:prSet/>
      <dgm:spPr/>
      <dgm:t>
        <a:bodyPr/>
        <a:lstStyle/>
        <a:p>
          <a:endParaRPr lang="en-US"/>
        </a:p>
      </dgm:t>
    </dgm:pt>
    <dgm:pt modelId="{F8BAAE46-A796-4791-8F23-782E464CDFA8}" type="sibTrans" cxnId="{07A3FC91-B079-4BA2-9465-22CA7E40C803}">
      <dgm:prSet/>
      <dgm:spPr/>
      <dgm:t>
        <a:bodyPr/>
        <a:lstStyle/>
        <a:p>
          <a:endParaRPr lang="en-US"/>
        </a:p>
      </dgm:t>
    </dgm:pt>
    <dgm:pt modelId="{50B67CA8-A933-408B-A994-7E3DE0DE05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Orientation</a:t>
          </a:r>
        </a:p>
      </dgm:t>
    </dgm:pt>
    <dgm:pt modelId="{F747D118-AC9E-456C-91D1-3C336FE9A0B8}" type="parTrans" cxnId="{FEA816AA-0C74-4E25-A2FE-6D48F2F07AD1}">
      <dgm:prSet/>
      <dgm:spPr/>
      <dgm:t>
        <a:bodyPr/>
        <a:lstStyle/>
        <a:p>
          <a:endParaRPr lang="en-CA"/>
        </a:p>
      </dgm:t>
    </dgm:pt>
    <dgm:pt modelId="{7349D6A8-1E07-4659-8F05-134AC2D6AA50}" type="sibTrans" cxnId="{FEA816AA-0C74-4E25-A2FE-6D48F2F07AD1}">
      <dgm:prSet/>
      <dgm:spPr/>
      <dgm:t>
        <a:bodyPr/>
        <a:lstStyle/>
        <a:p>
          <a:pPr>
            <a:lnSpc>
              <a:spcPct val="100000"/>
            </a:lnSpc>
          </a:pPr>
          <a:endParaRPr lang="en-CA"/>
        </a:p>
      </dgm:t>
    </dgm:pt>
    <dgm:pt modelId="{4A1D32A7-2669-4722-9311-CE9AD80100C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Angular Motion</a:t>
          </a:r>
          <a:endParaRPr lang="en-US" dirty="0"/>
        </a:p>
      </dgm:t>
    </dgm:pt>
    <dgm:pt modelId="{E123CC23-88AC-4A81-8863-47B4472DB390}" type="sibTrans" cxnId="{792A819F-2C72-451D-8523-CBE9E8EA1B91}">
      <dgm:prSet/>
      <dgm:spPr/>
      <dgm:t>
        <a:bodyPr/>
        <a:lstStyle/>
        <a:p>
          <a:endParaRPr lang="en-US"/>
        </a:p>
      </dgm:t>
    </dgm:pt>
    <dgm:pt modelId="{B3F156C9-3750-4DFC-B197-120324037752}" type="parTrans" cxnId="{792A819F-2C72-451D-8523-CBE9E8EA1B91}">
      <dgm:prSet/>
      <dgm:spPr/>
      <dgm:t>
        <a:bodyPr/>
        <a:lstStyle/>
        <a:p>
          <a:endParaRPr lang="en-US"/>
        </a:p>
      </dgm:t>
    </dgm:pt>
    <dgm:pt modelId="{497E45D0-DE58-4368-950E-EF5BB831B623}" type="pres">
      <dgm:prSet presAssocID="{E0772DBB-85DB-4D98-BC45-FB0392BF1E59}" presName="root" presStyleCnt="0">
        <dgm:presLayoutVars>
          <dgm:dir/>
          <dgm:resizeHandles val="exact"/>
        </dgm:presLayoutVars>
      </dgm:prSet>
      <dgm:spPr/>
    </dgm:pt>
    <dgm:pt modelId="{EFB36227-0546-4C87-9139-0CE5E374DB6A}" type="pres">
      <dgm:prSet presAssocID="{E0772DBB-85DB-4D98-BC45-FB0392BF1E59}" presName="container" presStyleCnt="0">
        <dgm:presLayoutVars>
          <dgm:dir/>
          <dgm:resizeHandles val="exact"/>
        </dgm:presLayoutVars>
      </dgm:prSet>
      <dgm:spPr/>
    </dgm:pt>
    <dgm:pt modelId="{3F56BCDC-D117-4621-86A9-56393ACA0623}" type="pres">
      <dgm:prSet presAssocID="{79CD44D0-3C3B-4D2B-B52B-761B1EBDB3C1}" presName="compNode" presStyleCnt="0"/>
      <dgm:spPr/>
    </dgm:pt>
    <dgm:pt modelId="{3EF0CE89-8909-40D3-A47C-CF6A094BFEAB}" type="pres">
      <dgm:prSet presAssocID="{79CD44D0-3C3B-4D2B-B52B-761B1EBDB3C1}" presName="iconBgRect" presStyleLbl="bgShp" presStyleIdx="0" presStyleCnt="6"/>
      <dgm:spPr/>
    </dgm:pt>
    <dgm:pt modelId="{B3E794A6-D975-4D34-9145-990CA68D4069}" type="pres">
      <dgm:prSet presAssocID="{79CD44D0-3C3B-4D2B-B52B-761B1EBDB3C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/>
    </dgm:pt>
    <dgm:pt modelId="{565229FA-860D-491D-926E-AC7750122BBF}" type="pres">
      <dgm:prSet presAssocID="{79CD44D0-3C3B-4D2B-B52B-761B1EBDB3C1}" presName="spaceRect" presStyleCnt="0"/>
      <dgm:spPr/>
    </dgm:pt>
    <dgm:pt modelId="{4A76BD2C-C47C-4264-8474-2A2A0D141AD1}" type="pres">
      <dgm:prSet presAssocID="{79CD44D0-3C3B-4D2B-B52B-761B1EBDB3C1}" presName="textRect" presStyleLbl="revTx" presStyleIdx="0" presStyleCnt="6">
        <dgm:presLayoutVars>
          <dgm:chMax val="1"/>
          <dgm:chPref val="1"/>
        </dgm:presLayoutVars>
      </dgm:prSet>
      <dgm:spPr/>
    </dgm:pt>
    <dgm:pt modelId="{49D94B5F-A760-407C-B1C4-F658B3CA0421}" type="pres">
      <dgm:prSet presAssocID="{75B4A609-7885-45D4-9AE0-6DF3D55EAB7E}" presName="sibTrans" presStyleLbl="sibTrans2D1" presStyleIdx="0" presStyleCnt="0"/>
      <dgm:spPr/>
    </dgm:pt>
    <dgm:pt modelId="{8E120EBD-56FA-41AE-ABCE-E04521715974}" type="pres">
      <dgm:prSet presAssocID="{4A1D32A7-2669-4722-9311-CE9AD80100C1}" presName="compNode" presStyleCnt="0"/>
      <dgm:spPr/>
    </dgm:pt>
    <dgm:pt modelId="{F0414215-918F-49EF-9E35-5BE917C84FBB}" type="pres">
      <dgm:prSet presAssocID="{4A1D32A7-2669-4722-9311-CE9AD80100C1}" presName="iconBgRect" presStyleLbl="bgShp" presStyleIdx="1" presStyleCnt="6"/>
      <dgm:spPr/>
    </dgm:pt>
    <dgm:pt modelId="{8959E663-9733-4989-AEB0-F2F4734ACB2A}" type="pres">
      <dgm:prSet presAssocID="{4A1D32A7-2669-4722-9311-CE9AD80100C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5E9AE2A7-C70D-4CE4-8688-0E3D111D6FD2}" type="pres">
      <dgm:prSet presAssocID="{4A1D32A7-2669-4722-9311-CE9AD80100C1}" presName="spaceRect" presStyleCnt="0"/>
      <dgm:spPr/>
    </dgm:pt>
    <dgm:pt modelId="{211833C2-6FB5-4BC9-8C51-8538A3D02A9D}" type="pres">
      <dgm:prSet presAssocID="{4A1D32A7-2669-4722-9311-CE9AD80100C1}" presName="textRect" presStyleLbl="revTx" presStyleIdx="1" presStyleCnt="6">
        <dgm:presLayoutVars>
          <dgm:chMax val="1"/>
          <dgm:chPref val="1"/>
        </dgm:presLayoutVars>
      </dgm:prSet>
      <dgm:spPr/>
    </dgm:pt>
    <dgm:pt modelId="{FA503284-7E41-4B97-B867-CB146FFF0516}" type="pres">
      <dgm:prSet presAssocID="{E123CC23-88AC-4A81-8863-47B4472DB390}" presName="sibTrans" presStyleLbl="sibTrans2D1" presStyleIdx="0" presStyleCnt="0"/>
      <dgm:spPr/>
    </dgm:pt>
    <dgm:pt modelId="{43440CE3-123D-470D-BFBD-BBA6A51FD7DF}" type="pres">
      <dgm:prSet presAssocID="{3A50344E-20A7-450B-83A5-8618B956999E}" presName="compNode" presStyleCnt="0"/>
      <dgm:spPr/>
    </dgm:pt>
    <dgm:pt modelId="{96811F94-417C-43DE-96D5-86EFBD9D6622}" type="pres">
      <dgm:prSet presAssocID="{3A50344E-20A7-450B-83A5-8618B956999E}" presName="iconBgRect" presStyleLbl="bgShp" presStyleIdx="2" presStyleCnt="6"/>
      <dgm:spPr/>
    </dgm:pt>
    <dgm:pt modelId="{44CF54FE-F5FE-4D9B-B02A-13DF78453D81}" type="pres">
      <dgm:prSet presAssocID="{3A50344E-20A7-450B-83A5-8618B956999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AEBDD0A-A528-4077-A5A8-429FF49BB350}" type="pres">
      <dgm:prSet presAssocID="{3A50344E-20A7-450B-83A5-8618B956999E}" presName="spaceRect" presStyleCnt="0"/>
      <dgm:spPr/>
    </dgm:pt>
    <dgm:pt modelId="{79548F18-5D4C-420A-8105-B670B905F1D5}" type="pres">
      <dgm:prSet presAssocID="{3A50344E-20A7-450B-83A5-8618B956999E}" presName="textRect" presStyleLbl="revTx" presStyleIdx="2" presStyleCnt="6">
        <dgm:presLayoutVars>
          <dgm:chMax val="1"/>
          <dgm:chPref val="1"/>
        </dgm:presLayoutVars>
      </dgm:prSet>
      <dgm:spPr/>
    </dgm:pt>
    <dgm:pt modelId="{B0E96F8E-8C10-400C-8E38-2C6387F72FFC}" type="pres">
      <dgm:prSet presAssocID="{E1DB2891-D4E1-40BE-A5DC-0A713300D8F7}" presName="sibTrans" presStyleLbl="sibTrans2D1" presStyleIdx="0" presStyleCnt="0"/>
      <dgm:spPr/>
    </dgm:pt>
    <dgm:pt modelId="{1A09F0E9-F0BB-4EA0-A7A1-364B6A713DB6}" type="pres">
      <dgm:prSet presAssocID="{50B67CA8-A933-408B-A994-7E3DE0DE050C}" presName="compNode" presStyleCnt="0"/>
      <dgm:spPr/>
    </dgm:pt>
    <dgm:pt modelId="{E8160961-052A-4092-8216-C214A6F5B71E}" type="pres">
      <dgm:prSet presAssocID="{50B67CA8-A933-408B-A994-7E3DE0DE050C}" presName="iconBgRect" presStyleLbl="bgShp" presStyleIdx="3" presStyleCnt="6"/>
      <dgm:spPr/>
    </dgm:pt>
    <dgm:pt modelId="{52ED2083-3AC6-4D9F-AFCD-C5A2EFF35E1B}" type="pres">
      <dgm:prSet presAssocID="{50B67CA8-A933-408B-A994-7E3DE0DE050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79D93FC2-7BA0-4988-A88E-51C7D62301FD}" type="pres">
      <dgm:prSet presAssocID="{50B67CA8-A933-408B-A994-7E3DE0DE050C}" presName="spaceRect" presStyleCnt="0"/>
      <dgm:spPr/>
    </dgm:pt>
    <dgm:pt modelId="{F0DEECF7-0DA6-4EC0-9EE5-A853C2CFDA62}" type="pres">
      <dgm:prSet presAssocID="{50B67CA8-A933-408B-A994-7E3DE0DE050C}" presName="textRect" presStyleLbl="revTx" presStyleIdx="3" presStyleCnt="6">
        <dgm:presLayoutVars>
          <dgm:chMax val="1"/>
          <dgm:chPref val="1"/>
        </dgm:presLayoutVars>
      </dgm:prSet>
      <dgm:spPr/>
    </dgm:pt>
    <dgm:pt modelId="{9D79FD1C-9AD0-47A4-A481-DB61D61E1EF4}" type="pres">
      <dgm:prSet presAssocID="{7349D6A8-1E07-4659-8F05-134AC2D6AA50}" presName="sibTrans" presStyleLbl="sibTrans2D1" presStyleIdx="0" presStyleCnt="0"/>
      <dgm:spPr/>
    </dgm:pt>
    <dgm:pt modelId="{A55D5D39-C0C7-4BFC-9B64-48F8847CA034}" type="pres">
      <dgm:prSet presAssocID="{E793B718-AF27-4D8E-A6E5-29D195A3C5F7}" presName="compNode" presStyleCnt="0"/>
      <dgm:spPr/>
    </dgm:pt>
    <dgm:pt modelId="{CB0A3231-2E8F-413C-8808-1D0CEB0D4C76}" type="pres">
      <dgm:prSet presAssocID="{E793B718-AF27-4D8E-A6E5-29D195A3C5F7}" presName="iconBgRect" presStyleLbl="bgShp" presStyleIdx="4" presStyleCnt="6"/>
      <dgm:spPr/>
    </dgm:pt>
    <dgm:pt modelId="{2CC4E552-8245-4FB8-851A-881AC51542A6}" type="pres">
      <dgm:prSet presAssocID="{E793B718-AF27-4D8E-A6E5-29D195A3C5F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F6E247E-56E8-463B-A485-CDAA67E4010D}" type="pres">
      <dgm:prSet presAssocID="{E793B718-AF27-4D8E-A6E5-29D195A3C5F7}" presName="spaceRect" presStyleCnt="0"/>
      <dgm:spPr/>
    </dgm:pt>
    <dgm:pt modelId="{C3A264DF-ED47-454A-9EA9-604E9DAEA608}" type="pres">
      <dgm:prSet presAssocID="{E793B718-AF27-4D8E-A6E5-29D195A3C5F7}" presName="textRect" presStyleLbl="revTx" presStyleIdx="4" presStyleCnt="6">
        <dgm:presLayoutVars>
          <dgm:chMax val="1"/>
          <dgm:chPref val="1"/>
        </dgm:presLayoutVars>
      </dgm:prSet>
      <dgm:spPr/>
    </dgm:pt>
    <dgm:pt modelId="{8646D5A7-08D8-4FF5-B2F7-15CF0E00F7C6}" type="pres">
      <dgm:prSet presAssocID="{9FF92F6D-7578-48E4-86FD-41811B01A50C}" presName="sibTrans" presStyleLbl="sibTrans2D1" presStyleIdx="0" presStyleCnt="0"/>
      <dgm:spPr/>
    </dgm:pt>
    <dgm:pt modelId="{084E4C9F-63AE-4130-A09A-31F855DC76BA}" type="pres">
      <dgm:prSet presAssocID="{A41DF121-54BA-453A-B155-64B6B7B03B3E}" presName="compNode" presStyleCnt="0"/>
      <dgm:spPr/>
    </dgm:pt>
    <dgm:pt modelId="{9D6A3207-51F4-4B8C-BDE3-4A1B7B8C789E}" type="pres">
      <dgm:prSet presAssocID="{A41DF121-54BA-453A-B155-64B6B7B03B3E}" presName="iconBgRect" presStyleLbl="bgShp" presStyleIdx="5" presStyleCnt="6"/>
      <dgm:spPr/>
    </dgm:pt>
    <dgm:pt modelId="{7ACF2B14-C5F0-4977-8549-8A226C2659F8}" type="pres">
      <dgm:prSet presAssocID="{A41DF121-54BA-453A-B155-64B6B7B03B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6652B30D-0030-46EF-A97E-5EE7DABD3384}" type="pres">
      <dgm:prSet presAssocID="{A41DF121-54BA-453A-B155-64B6B7B03B3E}" presName="spaceRect" presStyleCnt="0"/>
      <dgm:spPr/>
    </dgm:pt>
    <dgm:pt modelId="{91B0D5BF-FE1D-4862-8A6A-B4444275C5F5}" type="pres">
      <dgm:prSet presAssocID="{A41DF121-54BA-453A-B155-64B6B7B03B3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CBB4517-9464-4701-8CC0-9F069F5FCBAB}" srcId="{E0772DBB-85DB-4D98-BC45-FB0392BF1E59}" destId="{79CD44D0-3C3B-4D2B-B52B-761B1EBDB3C1}" srcOrd="0" destOrd="0" parTransId="{E399168F-D8DB-4ED5-873C-F69945F6FB1B}" sibTransId="{75B4A609-7885-45D4-9AE0-6DF3D55EAB7E}"/>
    <dgm:cxn modelId="{26A2E821-EE8B-4D88-BCCB-8B18E5893260}" type="presOf" srcId="{3A50344E-20A7-450B-83A5-8618B956999E}" destId="{79548F18-5D4C-420A-8105-B670B905F1D5}" srcOrd="0" destOrd="0" presId="urn:microsoft.com/office/officeart/2018/2/layout/IconCircleList"/>
    <dgm:cxn modelId="{DF02053D-467A-4FA0-92B4-B4D344FC20EE}" type="presOf" srcId="{E0772DBB-85DB-4D98-BC45-FB0392BF1E59}" destId="{497E45D0-DE58-4368-950E-EF5BB831B623}" srcOrd="0" destOrd="0" presId="urn:microsoft.com/office/officeart/2018/2/layout/IconCircleList"/>
    <dgm:cxn modelId="{4360FC61-2D5A-4A14-931F-5DD17300DDFC}" type="presOf" srcId="{E793B718-AF27-4D8E-A6E5-29D195A3C5F7}" destId="{C3A264DF-ED47-454A-9EA9-604E9DAEA608}" srcOrd="0" destOrd="0" presId="urn:microsoft.com/office/officeart/2018/2/layout/IconCircleList"/>
    <dgm:cxn modelId="{21473C51-6657-4CAF-BEFF-9CC22DB92404}" type="presOf" srcId="{7349D6A8-1E07-4659-8F05-134AC2D6AA50}" destId="{9D79FD1C-9AD0-47A4-A481-DB61D61E1EF4}" srcOrd="0" destOrd="0" presId="urn:microsoft.com/office/officeart/2018/2/layout/IconCircleList"/>
    <dgm:cxn modelId="{7393A353-C277-4AF5-B503-A1DF25DC7F35}" type="presOf" srcId="{9FF92F6D-7578-48E4-86FD-41811B01A50C}" destId="{8646D5A7-08D8-4FF5-B2F7-15CF0E00F7C6}" srcOrd="0" destOrd="0" presId="urn:microsoft.com/office/officeart/2018/2/layout/IconCircleList"/>
    <dgm:cxn modelId="{E7434D79-AADD-4295-A13F-72419DF6326A}" type="presOf" srcId="{50B67CA8-A933-408B-A994-7E3DE0DE050C}" destId="{F0DEECF7-0DA6-4EC0-9EE5-A853C2CFDA62}" srcOrd="0" destOrd="0" presId="urn:microsoft.com/office/officeart/2018/2/layout/IconCircleList"/>
    <dgm:cxn modelId="{2146CD7A-2EF6-4D71-8AA4-B5DA945F70A3}" type="presOf" srcId="{4A1D32A7-2669-4722-9311-CE9AD80100C1}" destId="{211833C2-6FB5-4BC9-8C51-8538A3D02A9D}" srcOrd="0" destOrd="0" presId="urn:microsoft.com/office/officeart/2018/2/layout/IconCircleList"/>
    <dgm:cxn modelId="{34CF2B83-1B62-4839-994D-EDC18AEBE553}" type="presOf" srcId="{E1DB2891-D4E1-40BE-A5DC-0A713300D8F7}" destId="{B0E96F8E-8C10-400C-8E38-2C6387F72FFC}" srcOrd="0" destOrd="0" presId="urn:microsoft.com/office/officeart/2018/2/layout/IconCircleList"/>
    <dgm:cxn modelId="{4BB70E86-66DA-437C-84E9-FC74C8A3D03F}" type="presOf" srcId="{79CD44D0-3C3B-4D2B-B52B-761B1EBDB3C1}" destId="{4A76BD2C-C47C-4264-8474-2A2A0D141AD1}" srcOrd="0" destOrd="0" presId="urn:microsoft.com/office/officeart/2018/2/layout/IconCircleList"/>
    <dgm:cxn modelId="{DC1F5C86-FB81-4A8A-AB76-908FFA078A96}" srcId="{E0772DBB-85DB-4D98-BC45-FB0392BF1E59}" destId="{3A50344E-20A7-450B-83A5-8618B956999E}" srcOrd="2" destOrd="0" parTransId="{B87E9AA4-C6AC-452D-91F2-445046D1F6CE}" sibTransId="{E1DB2891-D4E1-40BE-A5DC-0A713300D8F7}"/>
    <dgm:cxn modelId="{D9642F89-0EF4-4A61-80C6-755D4E106E57}" srcId="{E0772DBB-85DB-4D98-BC45-FB0392BF1E59}" destId="{E793B718-AF27-4D8E-A6E5-29D195A3C5F7}" srcOrd="4" destOrd="0" parTransId="{FB7FF2D3-9AC5-4B4B-BD71-700A1A6A583B}" sibTransId="{9FF92F6D-7578-48E4-86FD-41811B01A50C}"/>
    <dgm:cxn modelId="{F2026B8F-0D4E-4C80-994E-9854BDA85474}" type="presOf" srcId="{A41DF121-54BA-453A-B155-64B6B7B03B3E}" destId="{91B0D5BF-FE1D-4862-8A6A-B4444275C5F5}" srcOrd="0" destOrd="0" presId="urn:microsoft.com/office/officeart/2018/2/layout/IconCircleList"/>
    <dgm:cxn modelId="{07A3FC91-B079-4BA2-9465-22CA7E40C803}" srcId="{E0772DBB-85DB-4D98-BC45-FB0392BF1E59}" destId="{A41DF121-54BA-453A-B155-64B6B7B03B3E}" srcOrd="5" destOrd="0" parTransId="{AADE4377-11B9-4A68-9C0A-B76ED5A1C579}" sibTransId="{F8BAAE46-A796-4791-8F23-782E464CDFA8}"/>
    <dgm:cxn modelId="{792A819F-2C72-451D-8523-CBE9E8EA1B91}" srcId="{E0772DBB-85DB-4D98-BC45-FB0392BF1E59}" destId="{4A1D32A7-2669-4722-9311-CE9AD80100C1}" srcOrd="1" destOrd="0" parTransId="{B3F156C9-3750-4DFC-B197-120324037752}" sibTransId="{E123CC23-88AC-4A81-8863-47B4472DB390}"/>
    <dgm:cxn modelId="{FEA816AA-0C74-4E25-A2FE-6D48F2F07AD1}" srcId="{E0772DBB-85DB-4D98-BC45-FB0392BF1E59}" destId="{50B67CA8-A933-408B-A994-7E3DE0DE050C}" srcOrd="3" destOrd="0" parTransId="{F747D118-AC9E-456C-91D1-3C336FE9A0B8}" sibTransId="{7349D6A8-1E07-4659-8F05-134AC2D6AA50}"/>
    <dgm:cxn modelId="{8C3D1DC7-07AE-4829-ADD7-B028E342424C}" type="presOf" srcId="{75B4A609-7885-45D4-9AE0-6DF3D55EAB7E}" destId="{49D94B5F-A760-407C-B1C4-F658B3CA0421}" srcOrd="0" destOrd="0" presId="urn:microsoft.com/office/officeart/2018/2/layout/IconCircleList"/>
    <dgm:cxn modelId="{AA2AB4DF-A1F6-47AD-8B96-AD921DD3FED6}" type="presOf" srcId="{E123CC23-88AC-4A81-8863-47B4472DB390}" destId="{FA503284-7E41-4B97-B867-CB146FFF0516}" srcOrd="0" destOrd="0" presId="urn:microsoft.com/office/officeart/2018/2/layout/IconCircleList"/>
    <dgm:cxn modelId="{AD48ABBE-D468-4954-9190-829C58393948}" type="presParOf" srcId="{497E45D0-DE58-4368-950E-EF5BB831B623}" destId="{EFB36227-0546-4C87-9139-0CE5E374DB6A}" srcOrd="0" destOrd="0" presId="urn:microsoft.com/office/officeart/2018/2/layout/IconCircleList"/>
    <dgm:cxn modelId="{515B119C-4568-4468-9F98-F3CB4728DB52}" type="presParOf" srcId="{EFB36227-0546-4C87-9139-0CE5E374DB6A}" destId="{3F56BCDC-D117-4621-86A9-56393ACA0623}" srcOrd="0" destOrd="0" presId="urn:microsoft.com/office/officeart/2018/2/layout/IconCircleList"/>
    <dgm:cxn modelId="{5027AF00-9ED0-46C0-BADC-A92153D21FBE}" type="presParOf" srcId="{3F56BCDC-D117-4621-86A9-56393ACA0623}" destId="{3EF0CE89-8909-40D3-A47C-CF6A094BFEAB}" srcOrd="0" destOrd="0" presId="urn:microsoft.com/office/officeart/2018/2/layout/IconCircleList"/>
    <dgm:cxn modelId="{8846DD06-99CE-4C1C-A63A-B0F394063A23}" type="presParOf" srcId="{3F56BCDC-D117-4621-86A9-56393ACA0623}" destId="{B3E794A6-D975-4D34-9145-990CA68D4069}" srcOrd="1" destOrd="0" presId="urn:microsoft.com/office/officeart/2018/2/layout/IconCircleList"/>
    <dgm:cxn modelId="{495034B7-E0C1-4415-868E-E12826B1F69E}" type="presParOf" srcId="{3F56BCDC-D117-4621-86A9-56393ACA0623}" destId="{565229FA-860D-491D-926E-AC7750122BBF}" srcOrd="2" destOrd="0" presId="urn:microsoft.com/office/officeart/2018/2/layout/IconCircleList"/>
    <dgm:cxn modelId="{C7A6E75F-DD91-47BA-BEFB-DA785074259A}" type="presParOf" srcId="{3F56BCDC-D117-4621-86A9-56393ACA0623}" destId="{4A76BD2C-C47C-4264-8474-2A2A0D141AD1}" srcOrd="3" destOrd="0" presId="urn:microsoft.com/office/officeart/2018/2/layout/IconCircleList"/>
    <dgm:cxn modelId="{DC9D7A4F-E5A2-44EE-A88A-B99808FA81F8}" type="presParOf" srcId="{EFB36227-0546-4C87-9139-0CE5E374DB6A}" destId="{49D94B5F-A760-407C-B1C4-F658B3CA0421}" srcOrd="1" destOrd="0" presId="urn:microsoft.com/office/officeart/2018/2/layout/IconCircleList"/>
    <dgm:cxn modelId="{42F8A675-CD0F-4801-AFB4-0FBBFA30E226}" type="presParOf" srcId="{EFB36227-0546-4C87-9139-0CE5E374DB6A}" destId="{8E120EBD-56FA-41AE-ABCE-E04521715974}" srcOrd="2" destOrd="0" presId="urn:microsoft.com/office/officeart/2018/2/layout/IconCircleList"/>
    <dgm:cxn modelId="{3C98B477-DE8E-46C5-BE67-E7D4C6512CCB}" type="presParOf" srcId="{8E120EBD-56FA-41AE-ABCE-E04521715974}" destId="{F0414215-918F-49EF-9E35-5BE917C84FBB}" srcOrd="0" destOrd="0" presId="urn:microsoft.com/office/officeart/2018/2/layout/IconCircleList"/>
    <dgm:cxn modelId="{8E43E020-B956-4C57-AFFE-55D78F8A9FEB}" type="presParOf" srcId="{8E120EBD-56FA-41AE-ABCE-E04521715974}" destId="{8959E663-9733-4989-AEB0-F2F4734ACB2A}" srcOrd="1" destOrd="0" presId="urn:microsoft.com/office/officeart/2018/2/layout/IconCircleList"/>
    <dgm:cxn modelId="{3C843BBB-8B17-4C44-94E8-DC1B8320DE8B}" type="presParOf" srcId="{8E120EBD-56FA-41AE-ABCE-E04521715974}" destId="{5E9AE2A7-C70D-4CE4-8688-0E3D111D6FD2}" srcOrd="2" destOrd="0" presId="urn:microsoft.com/office/officeart/2018/2/layout/IconCircleList"/>
    <dgm:cxn modelId="{74099301-8067-4B01-90BF-C6C79023180A}" type="presParOf" srcId="{8E120EBD-56FA-41AE-ABCE-E04521715974}" destId="{211833C2-6FB5-4BC9-8C51-8538A3D02A9D}" srcOrd="3" destOrd="0" presId="urn:microsoft.com/office/officeart/2018/2/layout/IconCircleList"/>
    <dgm:cxn modelId="{F60906C2-39F7-4B02-83A0-69E634F5975C}" type="presParOf" srcId="{EFB36227-0546-4C87-9139-0CE5E374DB6A}" destId="{FA503284-7E41-4B97-B867-CB146FFF0516}" srcOrd="3" destOrd="0" presId="urn:microsoft.com/office/officeart/2018/2/layout/IconCircleList"/>
    <dgm:cxn modelId="{FA4B04C9-2382-4B5E-AF35-962F38ACB8D6}" type="presParOf" srcId="{EFB36227-0546-4C87-9139-0CE5E374DB6A}" destId="{43440CE3-123D-470D-BFBD-BBA6A51FD7DF}" srcOrd="4" destOrd="0" presId="urn:microsoft.com/office/officeart/2018/2/layout/IconCircleList"/>
    <dgm:cxn modelId="{69AED23B-5B33-4198-B76C-EFF7F440E84F}" type="presParOf" srcId="{43440CE3-123D-470D-BFBD-BBA6A51FD7DF}" destId="{96811F94-417C-43DE-96D5-86EFBD9D6622}" srcOrd="0" destOrd="0" presId="urn:microsoft.com/office/officeart/2018/2/layout/IconCircleList"/>
    <dgm:cxn modelId="{DC8769CF-86A2-478D-8A92-458FB2FB18D6}" type="presParOf" srcId="{43440CE3-123D-470D-BFBD-BBA6A51FD7DF}" destId="{44CF54FE-F5FE-4D9B-B02A-13DF78453D81}" srcOrd="1" destOrd="0" presId="urn:microsoft.com/office/officeart/2018/2/layout/IconCircleList"/>
    <dgm:cxn modelId="{544F3E92-B107-40D6-B46F-5626BFFB89DD}" type="presParOf" srcId="{43440CE3-123D-470D-BFBD-BBA6A51FD7DF}" destId="{EAEBDD0A-A528-4077-A5A8-429FF49BB350}" srcOrd="2" destOrd="0" presId="urn:microsoft.com/office/officeart/2018/2/layout/IconCircleList"/>
    <dgm:cxn modelId="{5114F617-0283-4EDC-B15C-6B69C5214D2D}" type="presParOf" srcId="{43440CE3-123D-470D-BFBD-BBA6A51FD7DF}" destId="{79548F18-5D4C-420A-8105-B670B905F1D5}" srcOrd="3" destOrd="0" presId="urn:microsoft.com/office/officeart/2018/2/layout/IconCircleList"/>
    <dgm:cxn modelId="{EBF2A605-1945-4FC9-9E1A-EC90641DCF8D}" type="presParOf" srcId="{EFB36227-0546-4C87-9139-0CE5E374DB6A}" destId="{B0E96F8E-8C10-400C-8E38-2C6387F72FFC}" srcOrd="5" destOrd="0" presId="urn:microsoft.com/office/officeart/2018/2/layout/IconCircleList"/>
    <dgm:cxn modelId="{0197D8B4-6E18-4FB5-81CB-B31B03413D7C}" type="presParOf" srcId="{EFB36227-0546-4C87-9139-0CE5E374DB6A}" destId="{1A09F0E9-F0BB-4EA0-A7A1-364B6A713DB6}" srcOrd="6" destOrd="0" presId="urn:microsoft.com/office/officeart/2018/2/layout/IconCircleList"/>
    <dgm:cxn modelId="{6EC3C6F9-859E-41E4-AA10-24A668122453}" type="presParOf" srcId="{1A09F0E9-F0BB-4EA0-A7A1-364B6A713DB6}" destId="{E8160961-052A-4092-8216-C214A6F5B71E}" srcOrd="0" destOrd="0" presId="urn:microsoft.com/office/officeart/2018/2/layout/IconCircleList"/>
    <dgm:cxn modelId="{BE54AEEF-A83D-454C-B71B-99A67C402A63}" type="presParOf" srcId="{1A09F0E9-F0BB-4EA0-A7A1-364B6A713DB6}" destId="{52ED2083-3AC6-4D9F-AFCD-C5A2EFF35E1B}" srcOrd="1" destOrd="0" presId="urn:microsoft.com/office/officeart/2018/2/layout/IconCircleList"/>
    <dgm:cxn modelId="{26704F91-0F50-448E-BA8B-0B01A78E4282}" type="presParOf" srcId="{1A09F0E9-F0BB-4EA0-A7A1-364B6A713DB6}" destId="{79D93FC2-7BA0-4988-A88E-51C7D62301FD}" srcOrd="2" destOrd="0" presId="urn:microsoft.com/office/officeart/2018/2/layout/IconCircleList"/>
    <dgm:cxn modelId="{023D7A33-0E0B-4C0B-AA06-75C2DD92CED2}" type="presParOf" srcId="{1A09F0E9-F0BB-4EA0-A7A1-364B6A713DB6}" destId="{F0DEECF7-0DA6-4EC0-9EE5-A853C2CFDA62}" srcOrd="3" destOrd="0" presId="urn:microsoft.com/office/officeart/2018/2/layout/IconCircleList"/>
    <dgm:cxn modelId="{B72751CE-8C92-4FDB-9E7D-836DCE0206F1}" type="presParOf" srcId="{EFB36227-0546-4C87-9139-0CE5E374DB6A}" destId="{9D79FD1C-9AD0-47A4-A481-DB61D61E1EF4}" srcOrd="7" destOrd="0" presId="urn:microsoft.com/office/officeart/2018/2/layout/IconCircleList"/>
    <dgm:cxn modelId="{8D9FAE3E-7EB8-43AA-ABD5-4B64E15DEEA4}" type="presParOf" srcId="{EFB36227-0546-4C87-9139-0CE5E374DB6A}" destId="{A55D5D39-C0C7-4BFC-9B64-48F8847CA034}" srcOrd="8" destOrd="0" presId="urn:microsoft.com/office/officeart/2018/2/layout/IconCircleList"/>
    <dgm:cxn modelId="{FB0248B1-0B93-4B0D-B10F-1494EDAE993A}" type="presParOf" srcId="{A55D5D39-C0C7-4BFC-9B64-48F8847CA034}" destId="{CB0A3231-2E8F-413C-8808-1D0CEB0D4C76}" srcOrd="0" destOrd="0" presId="urn:microsoft.com/office/officeart/2018/2/layout/IconCircleList"/>
    <dgm:cxn modelId="{2B7DEB40-9802-456A-9223-4B0311717BA9}" type="presParOf" srcId="{A55D5D39-C0C7-4BFC-9B64-48F8847CA034}" destId="{2CC4E552-8245-4FB8-851A-881AC51542A6}" srcOrd="1" destOrd="0" presId="urn:microsoft.com/office/officeart/2018/2/layout/IconCircleList"/>
    <dgm:cxn modelId="{CBD9F3D9-EFC3-4687-9DC5-9F195D56141A}" type="presParOf" srcId="{A55D5D39-C0C7-4BFC-9B64-48F8847CA034}" destId="{3F6E247E-56E8-463B-A485-CDAA67E4010D}" srcOrd="2" destOrd="0" presId="urn:microsoft.com/office/officeart/2018/2/layout/IconCircleList"/>
    <dgm:cxn modelId="{0E3E084D-57DF-4665-8076-7D846A326D04}" type="presParOf" srcId="{A55D5D39-C0C7-4BFC-9B64-48F8847CA034}" destId="{C3A264DF-ED47-454A-9EA9-604E9DAEA608}" srcOrd="3" destOrd="0" presId="urn:microsoft.com/office/officeart/2018/2/layout/IconCircleList"/>
    <dgm:cxn modelId="{48EC6D73-6E7E-4778-A90E-EEE0A24B0938}" type="presParOf" srcId="{EFB36227-0546-4C87-9139-0CE5E374DB6A}" destId="{8646D5A7-08D8-4FF5-B2F7-15CF0E00F7C6}" srcOrd="9" destOrd="0" presId="urn:microsoft.com/office/officeart/2018/2/layout/IconCircleList"/>
    <dgm:cxn modelId="{A8D97151-0FCD-420B-A948-2820B62061E9}" type="presParOf" srcId="{EFB36227-0546-4C87-9139-0CE5E374DB6A}" destId="{084E4C9F-63AE-4130-A09A-31F855DC76BA}" srcOrd="10" destOrd="0" presId="urn:microsoft.com/office/officeart/2018/2/layout/IconCircleList"/>
    <dgm:cxn modelId="{23CCCA67-1280-42AC-9525-1B3EE9B05158}" type="presParOf" srcId="{084E4C9F-63AE-4130-A09A-31F855DC76BA}" destId="{9D6A3207-51F4-4B8C-BDE3-4A1B7B8C789E}" srcOrd="0" destOrd="0" presId="urn:microsoft.com/office/officeart/2018/2/layout/IconCircleList"/>
    <dgm:cxn modelId="{DC597D1F-FFDD-4797-A547-BC7D652AC285}" type="presParOf" srcId="{084E4C9F-63AE-4130-A09A-31F855DC76BA}" destId="{7ACF2B14-C5F0-4977-8549-8A226C2659F8}" srcOrd="1" destOrd="0" presId="urn:microsoft.com/office/officeart/2018/2/layout/IconCircleList"/>
    <dgm:cxn modelId="{E8199152-EE88-423D-ABCC-DA2CDE0EF2AE}" type="presParOf" srcId="{084E4C9F-63AE-4130-A09A-31F855DC76BA}" destId="{6652B30D-0030-46EF-A97E-5EE7DABD3384}" srcOrd="2" destOrd="0" presId="urn:microsoft.com/office/officeart/2018/2/layout/IconCircleList"/>
    <dgm:cxn modelId="{2B21B60F-317B-4CA0-B448-D9CFF201C77F}" type="presParOf" srcId="{084E4C9F-63AE-4130-A09A-31F855DC76BA}" destId="{91B0D5BF-FE1D-4862-8A6A-B4444275C5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0CE89-8909-40D3-A47C-CF6A094BFEAB}">
      <dsp:nvSpPr>
        <dsp:cNvPr id="0" name=""/>
        <dsp:cNvSpPr/>
      </dsp:nvSpPr>
      <dsp:spPr>
        <a:xfrm>
          <a:off x="9918" y="440261"/>
          <a:ext cx="888711" cy="88871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794A6-D975-4D34-9145-990CA68D4069}">
      <dsp:nvSpPr>
        <dsp:cNvPr id="0" name=""/>
        <dsp:cNvSpPr/>
      </dsp:nvSpPr>
      <dsp:spPr>
        <a:xfrm>
          <a:off x="196547" y="626891"/>
          <a:ext cx="515452" cy="5154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6BD2C-C47C-4264-8474-2A2A0D141AD1}">
      <dsp:nvSpPr>
        <dsp:cNvPr id="0" name=""/>
        <dsp:cNvSpPr/>
      </dsp:nvSpPr>
      <dsp:spPr>
        <a:xfrm>
          <a:off x="1089068" y="440261"/>
          <a:ext cx="2094820" cy="888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Linear Motion</a:t>
          </a:r>
          <a:endParaRPr lang="en-US" sz="2400" kern="1200" dirty="0"/>
        </a:p>
      </dsp:txBody>
      <dsp:txXfrm>
        <a:off x="1089068" y="440261"/>
        <a:ext cx="2094820" cy="888711"/>
      </dsp:txXfrm>
    </dsp:sp>
    <dsp:sp modelId="{F0414215-918F-49EF-9E35-5BE917C84FBB}">
      <dsp:nvSpPr>
        <dsp:cNvPr id="0" name=""/>
        <dsp:cNvSpPr/>
      </dsp:nvSpPr>
      <dsp:spPr>
        <a:xfrm>
          <a:off x="3548895" y="440261"/>
          <a:ext cx="888711" cy="88871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9E663-9733-4989-AEB0-F2F4734ACB2A}">
      <dsp:nvSpPr>
        <dsp:cNvPr id="0" name=""/>
        <dsp:cNvSpPr/>
      </dsp:nvSpPr>
      <dsp:spPr>
        <a:xfrm>
          <a:off x="3735524" y="626891"/>
          <a:ext cx="515452" cy="5154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833C2-6FB5-4BC9-8C51-8538A3D02A9D}">
      <dsp:nvSpPr>
        <dsp:cNvPr id="0" name=""/>
        <dsp:cNvSpPr/>
      </dsp:nvSpPr>
      <dsp:spPr>
        <a:xfrm>
          <a:off x="4628044" y="440261"/>
          <a:ext cx="2094820" cy="888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Angular Motion</a:t>
          </a:r>
          <a:endParaRPr lang="en-US" sz="2400" kern="1200" dirty="0"/>
        </a:p>
      </dsp:txBody>
      <dsp:txXfrm>
        <a:off x="4628044" y="440261"/>
        <a:ext cx="2094820" cy="888711"/>
      </dsp:txXfrm>
    </dsp:sp>
    <dsp:sp modelId="{96811F94-417C-43DE-96D5-86EFBD9D6622}">
      <dsp:nvSpPr>
        <dsp:cNvPr id="0" name=""/>
        <dsp:cNvSpPr/>
      </dsp:nvSpPr>
      <dsp:spPr>
        <a:xfrm>
          <a:off x="7087871" y="440261"/>
          <a:ext cx="888711" cy="88871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F54FE-F5FE-4D9B-B02A-13DF78453D81}">
      <dsp:nvSpPr>
        <dsp:cNvPr id="0" name=""/>
        <dsp:cNvSpPr/>
      </dsp:nvSpPr>
      <dsp:spPr>
        <a:xfrm>
          <a:off x="7274500" y="626891"/>
          <a:ext cx="515452" cy="5154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48F18-5D4C-420A-8105-B670B905F1D5}">
      <dsp:nvSpPr>
        <dsp:cNvPr id="0" name=""/>
        <dsp:cNvSpPr/>
      </dsp:nvSpPr>
      <dsp:spPr>
        <a:xfrm>
          <a:off x="8167021" y="440261"/>
          <a:ext cx="2094820" cy="888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Euler Integration</a:t>
          </a:r>
          <a:endParaRPr lang="en-US" sz="2400" kern="1200" dirty="0"/>
        </a:p>
      </dsp:txBody>
      <dsp:txXfrm>
        <a:off x="8167021" y="440261"/>
        <a:ext cx="2094820" cy="888711"/>
      </dsp:txXfrm>
    </dsp:sp>
    <dsp:sp modelId="{E8160961-052A-4092-8216-C214A6F5B71E}">
      <dsp:nvSpPr>
        <dsp:cNvPr id="0" name=""/>
        <dsp:cNvSpPr/>
      </dsp:nvSpPr>
      <dsp:spPr>
        <a:xfrm>
          <a:off x="9918" y="1873372"/>
          <a:ext cx="888711" cy="88871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D2083-3AC6-4D9F-AFCD-C5A2EFF35E1B}">
      <dsp:nvSpPr>
        <dsp:cNvPr id="0" name=""/>
        <dsp:cNvSpPr/>
      </dsp:nvSpPr>
      <dsp:spPr>
        <a:xfrm>
          <a:off x="196547" y="2060001"/>
          <a:ext cx="515452" cy="5154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EECF7-0DA6-4EC0-9EE5-A853C2CFDA62}">
      <dsp:nvSpPr>
        <dsp:cNvPr id="0" name=""/>
        <dsp:cNvSpPr/>
      </dsp:nvSpPr>
      <dsp:spPr>
        <a:xfrm>
          <a:off x="1089068" y="1873372"/>
          <a:ext cx="2094820" cy="888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Orientation</a:t>
          </a:r>
        </a:p>
      </dsp:txBody>
      <dsp:txXfrm>
        <a:off x="1089068" y="1873372"/>
        <a:ext cx="2094820" cy="888711"/>
      </dsp:txXfrm>
    </dsp:sp>
    <dsp:sp modelId="{CB0A3231-2E8F-413C-8808-1D0CEB0D4C76}">
      <dsp:nvSpPr>
        <dsp:cNvPr id="0" name=""/>
        <dsp:cNvSpPr/>
      </dsp:nvSpPr>
      <dsp:spPr>
        <a:xfrm>
          <a:off x="3548895" y="1873372"/>
          <a:ext cx="888711" cy="88871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4E552-8245-4FB8-851A-881AC51542A6}">
      <dsp:nvSpPr>
        <dsp:cNvPr id="0" name=""/>
        <dsp:cNvSpPr/>
      </dsp:nvSpPr>
      <dsp:spPr>
        <a:xfrm>
          <a:off x="3735524" y="2060001"/>
          <a:ext cx="515452" cy="5154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264DF-ED47-454A-9EA9-604E9DAEA608}">
      <dsp:nvSpPr>
        <dsp:cNvPr id="0" name=""/>
        <dsp:cNvSpPr/>
      </dsp:nvSpPr>
      <dsp:spPr>
        <a:xfrm>
          <a:off x="4628044" y="1873372"/>
          <a:ext cx="2094820" cy="888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Quaternion</a:t>
          </a:r>
          <a:endParaRPr lang="en-US" sz="2400" kern="1200" dirty="0"/>
        </a:p>
      </dsp:txBody>
      <dsp:txXfrm>
        <a:off x="4628044" y="1873372"/>
        <a:ext cx="2094820" cy="888711"/>
      </dsp:txXfrm>
    </dsp:sp>
    <dsp:sp modelId="{9D6A3207-51F4-4B8C-BDE3-4A1B7B8C789E}">
      <dsp:nvSpPr>
        <dsp:cNvPr id="0" name=""/>
        <dsp:cNvSpPr/>
      </dsp:nvSpPr>
      <dsp:spPr>
        <a:xfrm>
          <a:off x="7087871" y="1873372"/>
          <a:ext cx="888711" cy="88871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F2B14-C5F0-4977-8549-8A226C2659F8}">
      <dsp:nvSpPr>
        <dsp:cNvPr id="0" name=""/>
        <dsp:cNvSpPr/>
      </dsp:nvSpPr>
      <dsp:spPr>
        <a:xfrm>
          <a:off x="7274500" y="2060001"/>
          <a:ext cx="515452" cy="51545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0D5BF-FE1D-4862-8A6A-B4444275C5F5}">
      <dsp:nvSpPr>
        <dsp:cNvPr id="0" name=""/>
        <dsp:cNvSpPr/>
      </dsp:nvSpPr>
      <dsp:spPr>
        <a:xfrm>
          <a:off x="8167021" y="1873372"/>
          <a:ext cx="2094820" cy="888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 dirty="0"/>
            <a:t>Inertia</a:t>
          </a:r>
          <a:endParaRPr lang="en-US" sz="2400" kern="1200" dirty="0"/>
        </a:p>
      </dsp:txBody>
      <dsp:txXfrm>
        <a:off x="8167021" y="1873372"/>
        <a:ext cx="2094820" cy="888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43DD-9E74-4005-802A-4483781688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Ketchup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BD6CA-D0F4-4202-B7F3-578D22575D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Game 256</a:t>
            </a:r>
          </a:p>
        </p:txBody>
      </p:sp>
    </p:spTree>
    <p:extLst>
      <p:ext uri="{BB962C8B-B14F-4D97-AF65-F5344CB8AC3E}">
        <p14:creationId xmlns:p14="http://schemas.microsoft.com/office/powerpoint/2010/main" val="78811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2E5D6-E378-4614-BCBD-8663DD15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287AC3-AACF-4ADB-9F73-125E714D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993" y="4367639"/>
            <a:ext cx="11430014" cy="18521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AEE9B-49AD-4E96-8D4E-E00AD54F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77" y="4599160"/>
            <a:ext cx="11079804" cy="1358020"/>
          </a:xfrm>
        </p:spPr>
        <p:txBody>
          <a:bodyPr anchor="ctr">
            <a:normAutofit/>
          </a:bodyPr>
          <a:lstStyle/>
          <a:p>
            <a:pPr algn="ctr"/>
            <a:r>
              <a:rPr lang="en-CA" sz="4400">
                <a:solidFill>
                  <a:schemeClr val="bg1"/>
                </a:solidFill>
              </a:rPr>
              <a:t>Review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B6714CC-444C-4DD1-867B-5DC761EF36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852977"/>
              </p:ext>
            </p:extLst>
          </p:nvPr>
        </p:nvGraphicFramePr>
        <p:xfrm>
          <a:off x="960120" y="640080"/>
          <a:ext cx="10271760" cy="320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293079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4F7DD7-28CB-4943-99DF-92A2D5BF5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Linear Motion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9D9F9-DC47-4474-93F4-CE001E09F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Do the do in a line.</a:t>
            </a:r>
          </a:p>
        </p:txBody>
      </p:sp>
    </p:spTree>
    <p:extLst>
      <p:ext uri="{BB962C8B-B14F-4D97-AF65-F5344CB8AC3E}">
        <p14:creationId xmlns:p14="http://schemas.microsoft.com/office/powerpoint/2010/main" val="350739114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3443591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FA262-BA6E-4073-9B49-5AB01D54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Linear 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Motion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Content Placeholder 5">
                <a:extLst>
                  <a:ext uri="{FF2B5EF4-FFF2-40B4-BE49-F238E27FC236}">
                    <a16:creationId xmlns:a16="http://schemas.microsoft.com/office/drawing/2014/main" id="{114B2E74-50A9-4614-B7A8-09FC9C5016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50003021"/>
                  </p:ext>
                </p:extLst>
              </p:nvPr>
            </p:nvGraphicFramePr>
            <p:xfrm>
              <a:off x="4067956" y="1968745"/>
              <a:ext cx="7104549" cy="2857608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3547701">
                      <a:extLst>
                        <a:ext uri="{9D8B030D-6E8A-4147-A177-3AD203B41FA5}">
                          <a16:colId xmlns:a16="http://schemas.microsoft.com/office/drawing/2014/main" val="192126718"/>
                        </a:ext>
                      </a:extLst>
                    </a:gridCol>
                    <a:gridCol w="3556848">
                      <a:extLst>
                        <a:ext uri="{9D8B030D-6E8A-4147-A177-3AD203B41FA5}">
                          <a16:colId xmlns:a16="http://schemas.microsoft.com/office/drawing/2014/main" val="36629432"/>
                        </a:ext>
                      </a:extLst>
                    </a:gridCol>
                  </a:tblGrid>
                  <a:tr h="636910"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Variable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Equation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29335"/>
                      </a:ext>
                    </a:extLst>
                  </a:tr>
                  <a:tr h="729383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Acceleration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6832001"/>
                      </a:ext>
                    </a:extLst>
                  </a:tr>
                  <a:tr h="531699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Velocity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90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𝑎𝑡</m:t>
                                </m:r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5921899"/>
                      </a:ext>
                    </a:extLst>
                  </a:tr>
                  <a:tr h="729326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Displacement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35928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Content Placeholder 5">
                <a:extLst>
                  <a:ext uri="{FF2B5EF4-FFF2-40B4-BE49-F238E27FC236}">
                    <a16:creationId xmlns:a16="http://schemas.microsoft.com/office/drawing/2014/main" id="{114B2E74-50A9-4614-B7A8-09FC9C5016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50003021"/>
                  </p:ext>
                </p:extLst>
              </p:nvPr>
            </p:nvGraphicFramePr>
            <p:xfrm>
              <a:off x="4067956" y="1968745"/>
              <a:ext cx="7104549" cy="2857608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3547701">
                      <a:extLst>
                        <a:ext uri="{9D8B030D-6E8A-4147-A177-3AD203B41FA5}">
                          <a16:colId xmlns:a16="http://schemas.microsoft.com/office/drawing/2014/main" val="192126718"/>
                        </a:ext>
                      </a:extLst>
                    </a:gridCol>
                    <a:gridCol w="3556848">
                      <a:extLst>
                        <a:ext uri="{9D8B030D-6E8A-4147-A177-3AD203B41FA5}">
                          <a16:colId xmlns:a16="http://schemas.microsoft.com/office/drawing/2014/main" val="36629432"/>
                        </a:ext>
                      </a:extLst>
                    </a:gridCol>
                  </a:tblGrid>
                  <a:tr h="662316"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Variable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Equation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29335"/>
                      </a:ext>
                    </a:extLst>
                  </a:tr>
                  <a:tr h="808239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Acceleration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81955" r="-171" b="-1721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832001"/>
                      </a:ext>
                    </a:extLst>
                  </a:tr>
                  <a:tr h="578877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Velocity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254737" r="-171" b="-14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921899"/>
                      </a:ext>
                    </a:extLst>
                  </a:tr>
                  <a:tr h="808176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Displacement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253383" r="-171" b="-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35928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559807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E105B7-B656-48EA-99C4-0166D6C3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Angular Motion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C5B7E-D4B6-47DF-B070-326165964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Do the do around the bigger do.</a:t>
            </a:r>
          </a:p>
        </p:txBody>
      </p:sp>
    </p:spTree>
    <p:extLst>
      <p:ext uri="{BB962C8B-B14F-4D97-AF65-F5344CB8AC3E}">
        <p14:creationId xmlns:p14="http://schemas.microsoft.com/office/powerpoint/2010/main" val="364240648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3443591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FA262-BA6E-4073-9B49-5AB01D54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Angular Motion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Content Placeholder 5">
                <a:extLst>
                  <a:ext uri="{FF2B5EF4-FFF2-40B4-BE49-F238E27FC236}">
                    <a16:creationId xmlns:a16="http://schemas.microsoft.com/office/drawing/2014/main" id="{114B2E74-50A9-4614-B7A8-09FC9C5016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82217729"/>
                  </p:ext>
                </p:extLst>
              </p:nvPr>
            </p:nvGraphicFramePr>
            <p:xfrm>
              <a:off x="4059935" y="762000"/>
              <a:ext cx="7104549" cy="5411536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3547701">
                      <a:extLst>
                        <a:ext uri="{9D8B030D-6E8A-4147-A177-3AD203B41FA5}">
                          <a16:colId xmlns:a16="http://schemas.microsoft.com/office/drawing/2014/main" val="192126718"/>
                        </a:ext>
                      </a:extLst>
                    </a:gridCol>
                    <a:gridCol w="3556848">
                      <a:extLst>
                        <a:ext uri="{9D8B030D-6E8A-4147-A177-3AD203B41FA5}">
                          <a16:colId xmlns:a16="http://schemas.microsoft.com/office/drawing/2014/main" val="36629432"/>
                        </a:ext>
                      </a:extLst>
                    </a:gridCol>
                  </a:tblGrid>
                  <a:tr h="686623"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Variable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Equation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29335"/>
                      </a:ext>
                    </a:extLst>
                  </a:tr>
                  <a:tr h="788106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Acceleration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6832001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Velocity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90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5921899"/>
                      </a:ext>
                    </a:extLst>
                  </a:tr>
                  <a:tr h="786252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Displacement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3592822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Tangential Velocity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90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CA" sz="19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CA" sz="19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8089088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Moment of Inertia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9131467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Torque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4412593"/>
                      </a:ext>
                    </a:extLst>
                  </a:tr>
                  <a:tr h="786252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Momentum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90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CA" sz="1900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p>
                                  <m:sSupPr>
                                    <m:ctrlP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CA" sz="1900" b="0" i="1" dirty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735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Content Placeholder 5">
                <a:extLst>
                  <a:ext uri="{FF2B5EF4-FFF2-40B4-BE49-F238E27FC236}">
                    <a16:creationId xmlns:a16="http://schemas.microsoft.com/office/drawing/2014/main" id="{114B2E74-50A9-4614-B7A8-09FC9C5016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82217729"/>
                  </p:ext>
                </p:extLst>
              </p:nvPr>
            </p:nvGraphicFramePr>
            <p:xfrm>
              <a:off x="4059935" y="762000"/>
              <a:ext cx="7104549" cy="5411536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3547701">
                      <a:extLst>
                        <a:ext uri="{9D8B030D-6E8A-4147-A177-3AD203B41FA5}">
                          <a16:colId xmlns:a16="http://schemas.microsoft.com/office/drawing/2014/main" val="192126718"/>
                        </a:ext>
                      </a:extLst>
                    </a:gridCol>
                    <a:gridCol w="3556848">
                      <a:extLst>
                        <a:ext uri="{9D8B030D-6E8A-4147-A177-3AD203B41FA5}">
                          <a16:colId xmlns:a16="http://schemas.microsoft.com/office/drawing/2014/main" val="36629432"/>
                        </a:ext>
                      </a:extLst>
                    </a:gridCol>
                  </a:tblGrid>
                  <a:tr h="686623"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Variable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Equation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29335"/>
                      </a:ext>
                    </a:extLst>
                  </a:tr>
                  <a:tr h="81008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Acceleration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84962" r="-171" b="-482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832001"/>
                      </a:ext>
                    </a:extLst>
                  </a:tr>
                  <a:tr h="578877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Velocity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258947" r="-171" b="-57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921899"/>
                      </a:ext>
                    </a:extLst>
                  </a:tr>
                  <a:tr h="808176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Displacement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258333" r="-171" b="-3143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3592822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Tangential Velocity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503191" r="-171" b="-34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089088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Moment of Inertia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603191" r="-171" b="-24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9131467"/>
                      </a:ext>
                    </a:extLst>
                  </a:tr>
                  <a:tr h="57320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Torque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703191" r="-171" b="-14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4412593"/>
                      </a:ext>
                    </a:extLst>
                  </a:tr>
                  <a:tr h="808176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Momentum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99658" t="-567669" r="-1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35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852351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3443591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FA262-BA6E-4073-9B49-5AB01D54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Linear 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Meets 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Angular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Content Placeholder 5">
                <a:extLst>
                  <a:ext uri="{FF2B5EF4-FFF2-40B4-BE49-F238E27FC236}">
                    <a16:creationId xmlns:a16="http://schemas.microsoft.com/office/drawing/2014/main" id="{114B2E74-50A9-4614-B7A8-09FC9C5016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31723704"/>
                  </p:ext>
                </p:extLst>
              </p:nvPr>
            </p:nvGraphicFramePr>
            <p:xfrm>
              <a:off x="4059935" y="761999"/>
              <a:ext cx="7104549" cy="5340035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3547701">
                      <a:extLst>
                        <a:ext uri="{9D8B030D-6E8A-4147-A177-3AD203B41FA5}">
                          <a16:colId xmlns:a16="http://schemas.microsoft.com/office/drawing/2014/main" val="192126718"/>
                        </a:ext>
                      </a:extLst>
                    </a:gridCol>
                    <a:gridCol w="3556848">
                      <a:extLst>
                        <a:ext uri="{9D8B030D-6E8A-4147-A177-3AD203B41FA5}">
                          <a16:colId xmlns:a16="http://schemas.microsoft.com/office/drawing/2014/main" val="36629432"/>
                        </a:ext>
                      </a:extLst>
                    </a:gridCol>
                  </a:tblGrid>
                  <a:tr h="761887"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Linear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29335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Displacement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Displacement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lang="en-CA" sz="19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6832001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Velocity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Velocity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oMath>
                          </a14:m>
                          <a:endParaRPr lang="en-CA" sz="19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5921899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Acceleration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Acceleration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3592822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r>
                            <a:rPr lang="en-CA" sz="19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Mass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CA" sz="19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Moment of Inertia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8089088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r>
                            <a:rPr lang="en-CA" sz="19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Force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𝑚𝑎</m:t>
                              </m:r>
                            </m:oMath>
                          </a14:m>
                          <a:endParaRPr lang="en-CA" sz="19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Torque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9131467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r>
                            <a:rPr lang="en-CA" sz="19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Momentum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CA" sz="190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𝑚𝑣</m:t>
                              </m:r>
                            </m:oMath>
                          </a14:m>
                          <a:endParaRPr lang="en-CA" sz="19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 Momentum = </a:t>
                          </a:r>
                          <a14:m>
                            <m:oMath xmlns:m="http://schemas.openxmlformats.org/officeDocument/2006/math"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4412593"/>
                      </a:ext>
                    </a:extLst>
                  </a:tr>
                  <a:tr h="761962">
                    <a:tc>
                      <a:txBody>
                        <a:bodyPr/>
                        <a:lstStyle/>
                        <a:p>
                          <a:r>
                            <a:rPr lang="en-CA" sz="19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Kinetic Energy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CA" sz="19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9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Kinetic Energy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CA" sz="19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p>
                                <m:sSupPr>
                                  <m:ctrlP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CA" sz="19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CA" sz="19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735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Content Placeholder 5">
                <a:extLst>
                  <a:ext uri="{FF2B5EF4-FFF2-40B4-BE49-F238E27FC236}">
                    <a16:creationId xmlns:a16="http://schemas.microsoft.com/office/drawing/2014/main" id="{114B2E74-50A9-4614-B7A8-09FC9C5016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31723704"/>
                  </p:ext>
                </p:extLst>
              </p:nvPr>
            </p:nvGraphicFramePr>
            <p:xfrm>
              <a:off x="4059935" y="761999"/>
              <a:ext cx="7104549" cy="5340035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3547701">
                      <a:extLst>
                        <a:ext uri="{9D8B030D-6E8A-4147-A177-3AD203B41FA5}">
                          <a16:colId xmlns:a16="http://schemas.microsoft.com/office/drawing/2014/main" val="192126718"/>
                        </a:ext>
                      </a:extLst>
                    </a:gridCol>
                    <a:gridCol w="3556848">
                      <a:extLst>
                        <a:ext uri="{9D8B030D-6E8A-4147-A177-3AD203B41FA5}">
                          <a16:colId xmlns:a16="http://schemas.microsoft.com/office/drawing/2014/main" val="36629432"/>
                        </a:ext>
                      </a:extLst>
                    </a:gridCol>
                  </a:tblGrid>
                  <a:tr h="761887">
                    <a:tc>
                      <a:txBody>
                        <a:bodyPr/>
                        <a:lstStyle/>
                        <a:p>
                          <a:r>
                            <a:rPr lang="en-CA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Linear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Angular</a:t>
                          </a:r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29335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172" t="-118095" r="-100343" b="-6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118095" r="-171" b="-6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832001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172" t="-220192" r="-100343" b="-522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220192" r="-171" b="-522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921899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172" t="-320192" r="-100343" b="-422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320192" r="-171" b="-422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3592822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172" t="-416190" r="-100343" b="-3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416190" r="-171" b="-31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089088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172" t="-521154" r="-100343" b="-2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521154" r="-171" b="-221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9131467"/>
                      </a:ext>
                    </a:extLst>
                  </a:tr>
                  <a:tr h="636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172" t="-615238" r="-100343" b="-1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9525" cap="flat" cmpd="sng" algn="ctr">
                          <a:solidFill>
                            <a:srgbClr val="C7C6C1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99658" t="-615238" r="-171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4412593"/>
                      </a:ext>
                    </a:extLst>
                  </a:tr>
                  <a:tr h="761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172" t="-600800" r="-100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6078" marR="199558" marT="133038" marB="133038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solidFill>
                            <a:srgbClr val="C7C6C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99658" t="-600800" r="-1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35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792463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82BD1C-11FB-4D30-AF2C-A71EF849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Euler Integration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EAF4B-1BC8-46DE-A0EA-FF029D47E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Do the do accurately.</a:t>
            </a:r>
          </a:p>
        </p:txBody>
      </p:sp>
    </p:spTree>
    <p:extLst>
      <p:ext uri="{BB962C8B-B14F-4D97-AF65-F5344CB8AC3E}">
        <p14:creationId xmlns:p14="http://schemas.microsoft.com/office/powerpoint/2010/main" val="307389293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54453A-9D69-44F2-B0F3-77380594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Euler Integration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940343-47B6-4370-9BE0-22F1ED974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b="1" dirty="0"/>
                  <a:t>Explicit</a:t>
                </a:r>
              </a:p>
              <a:p>
                <a:pPr marL="845820" lvl="1" indent="-342900">
                  <a:buFont typeface="+mj-lt"/>
                  <a:buAutoNum type="arabicPeriod"/>
                </a:pP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+=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A" dirty="0"/>
              </a:p>
              <a:p>
                <a:pPr marL="845820" lvl="1" indent="-342900">
                  <a:buFont typeface="+mj-lt"/>
                  <a:buAutoNum type="arabicPeriod"/>
                </a:pPr>
                <a:r>
                  <a:rPr lang="en-CA" b="0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A" b="0" dirty="0"/>
              </a:p>
              <a:p>
                <a:pPr marL="0" indent="0">
                  <a:buNone/>
                </a:pPr>
                <a:r>
                  <a:rPr lang="en-CA" b="1" dirty="0"/>
                  <a:t>Semi-Implicit</a:t>
                </a:r>
              </a:p>
              <a:p>
                <a:pPr marL="845820" lvl="1" indent="-342900">
                  <a:buFont typeface="+mj-lt"/>
                  <a:buAutoNum type="arabicPeriod"/>
                </a:pPr>
                <a:r>
                  <a:rPr lang="en-CA" b="0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A" b="0" dirty="0"/>
              </a:p>
              <a:p>
                <a:pPr marL="845820" lvl="1" indent="-342900">
                  <a:buFont typeface="+mj-lt"/>
                  <a:buAutoNum type="arabicPeriod"/>
                </a:pP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A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940343-47B6-4370-9BE0-22F1ED974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65364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440A1-7D22-494A-8AB9-0958DEB6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Integrations</a:t>
            </a:r>
          </a:p>
        </p:txBody>
      </p:sp>
      <p:cxnSp>
        <p:nvCxnSpPr>
          <p:cNvPr id="20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3203-1D51-4915-AF2C-E7C84D467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3580" y="864108"/>
            <a:ext cx="6144367" cy="5120640"/>
          </a:xfrm>
        </p:spPr>
        <p:txBody>
          <a:bodyPr>
            <a:normAutofit/>
          </a:bodyPr>
          <a:lstStyle/>
          <a:p>
            <a:r>
              <a:rPr lang="en-CA" dirty="0"/>
              <a:t>Explicit Euler</a:t>
            </a:r>
          </a:p>
          <a:p>
            <a:r>
              <a:rPr lang="en-CA" dirty="0"/>
              <a:t>Semi-Implicit Euler</a:t>
            </a:r>
          </a:p>
          <a:p>
            <a:r>
              <a:rPr lang="en-CA" dirty="0"/>
              <a:t>RK4</a:t>
            </a:r>
          </a:p>
          <a:p>
            <a:r>
              <a:rPr lang="en-CA" dirty="0" err="1"/>
              <a:t>Verlet</a:t>
            </a:r>
            <a:r>
              <a:rPr lang="en-CA" dirty="0"/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47018712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D35E8-9C4A-40E2-9E09-1E9CBD02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Orientation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2B4A7-D3E4-4BD7-A3F3-5E7A86D1B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Describe how the do faces.</a:t>
            </a:r>
          </a:p>
        </p:txBody>
      </p:sp>
    </p:spTree>
    <p:extLst>
      <p:ext uri="{BB962C8B-B14F-4D97-AF65-F5344CB8AC3E}">
        <p14:creationId xmlns:p14="http://schemas.microsoft.com/office/powerpoint/2010/main" val="328207951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BEBC39-D70C-4C49-A084-A8696693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Orientation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34AA8B9-7CF3-45CE-A491-C1353D14D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:r>
                  <a:rPr lang="en-CA" dirty="0"/>
                  <a:t>XYZ (+y up)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𝑖𝑡𝑐h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𝑦𝑎𝑤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𝑟𝑜𝑙𝑙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XYZ (+z up)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𝑖𝑡𝑐h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𝑟𝑜𝑙𝑙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𝑦𝑎𝑤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X Rotation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Y Rotation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Z Rotation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Quaternion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e>
                                        <m:r>
                                          <a:rPr lang="en-CA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34AA8B9-7CF3-45CE-A491-C1353D14D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82002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442CE3-BAFC-4164-ADA8-FD558FA26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Quaternion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8EDC3-D3CE-476C-9456-BA94A1586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do becomes 4do.</a:t>
            </a:r>
          </a:p>
        </p:txBody>
      </p:sp>
    </p:spTree>
    <p:extLst>
      <p:ext uri="{BB962C8B-B14F-4D97-AF65-F5344CB8AC3E}">
        <p14:creationId xmlns:p14="http://schemas.microsoft.com/office/powerpoint/2010/main" val="4835694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7D280D-5182-4589-BD8A-68F89A8F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Quaternion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79CC722-FFA3-4CF2-A755-4BF0DADF1F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𝑐𝑜𝑠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𝐴𝑠𝑖𝑛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𝑐𝑗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𝑑𝑘</m:t>
                    </m:r>
                  </m:oMath>
                </a14:m>
                <a:endParaRPr lang="en-CA" dirty="0"/>
              </a:p>
              <a:p>
                <a:r>
                  <a:rPr lang="en-CA" dirty="0" err="1"/>
                  <a:t>i,j,k</a:t>
                </a:r>
                <a:r>
                  <a:rPr lang="en-CA" dirty="0"/>
                  <a:t> are all imaginary units.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79CC722-FFA3-4CF2-A755-4BF0DADF1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077196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C5EE2-393F-4EA3-AD70-3FFDFFC2E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Imaginary Unit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FF7C79-CDC5-4634-8F2F-9573718FEB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CA" b="0" dirty="0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FF7C79-CDC5-4634-8F2F-9573718FEB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23504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E405D-8A9A-4AB6-BBB0-607DAB16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Quaternion</a:t>
            </a:r>
            <a:br>
              <a:rPr lang="en-CA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C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15644A-90EC-48A6-AE86-51795BD6AF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𝑟𝑜𝑡𝑎𝑡𝑖𝑜𝑛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𝑞𝑃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CA" dirty="0"/>
                  <a:t>	Sandwich. </a:t>
                </a:r>
                <a:r>
                  <a:rPr lang="en-CA" dirty="0">
                    <a:solidFill>
                      <a:schemeClr val="bg1">
                        <a:lumMod val="85000"/>
                      </a:schemeClr>
                    </a:solidFill>
                  </a:rPr>
                  <a:t>mmm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15644A-90EC-48A6-AE86-51795BD6AF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61083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65F73-C5E3-4BF5-82C3-AEE67D4D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Rotational Inertia Tensor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0EB65-FD3E-46B9-BE85-711342E50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How resistant to spinning is the do</a:t>
            </a:r>
          </a:p>
        </p:txBody>
      </p:sp>
    </p:spTree>
    <p:extLst>
      <p:ext uri="{BB962C8B-B14F-4D97-AF65-F5344CB8AC3E}">
        <p14:creationId xmlns:p14="http://schemas.microsoft.com/office/powerpoint/2010/main" val="3928184671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FA511D-4036-41B6-907F-F552F286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Rotational</a:t>
            </a:r>
            <a:b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Inertia</a:t>
            </a:r>
            <a:b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Tensor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3D8069-6452-40EF-BE80-8229D7D6E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:r>
                  <a:rPr lang="en-CA" b="0" dirty="0"/>
                  <a:t>1D 	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2D	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r>
                  <a:rPr lang="en-CA" dirty="0"/>
                  <a:t>3D	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e>
                          </m:mr>
                          <m:m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𝑦𝑥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𝑦𝑧</m:t>
                              </m:r>
                            </m:e>
                          </m:mr>
                          <m:m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𝑧𝑥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𝑧𝑦</m:t>
                              </m:r>
                            </m:e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𝑧𝑧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3D8069-6452-40EF-BE80-8229D7D6E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56128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319CD-98D1-4395-B1ED-10EBC2FBA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Rotational</a:t>
            </a:r>
            <a:b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Inertia</a:t>
            </a:r>
            <a:b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CA">
                <a:solidFill>
                  <a:schemeClr val="tx1">
                    <a:lumMod val="85000"/>
                    <a:lumOff val="15000"/>
                  </a:schemeClr>
                </a:solidFill>
              </a:rPr>
              <a:t>Tensor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D768D-43A7-4543-81E0-DF65B4955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CA" dirty="0"/>
                  <a:t> must be in world space.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CA" dirty="0"/>
                  <a:t>		Sandwich. </a:t>
                </a:r>
                <a:r>
                  <a:rPr lang="en-CA" dirty="0">
                    <a:solidFill>
                      <a:schemeClr val="bg1">
                        <a:lumMod val="85000"/>
                      </a:schemeClr>
                    </a:solidFill>
                  </a:rPr>
                  <a:t>mmm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D768D-43A7-4543-81E0-DF65B4955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3580" y="864108"/>
                <a:ext cx="6144367" cy="5120640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282157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4B5CC49-6FAE-42FA-99B6-A3FDA8C6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D92DFA-AB5F-4497-AF31-37E69F2A1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3295" y="1083732"/>
            <a:ext cx="5509628" cy="4690534"/>
          </a:xfrm>
        </p:spPr>
        <p:txBody>
          <a:bodyPr anchor="ctr">
            <a:normAutofit/>
          </a:bodyPr>
          <a:lstStyle/>
          <a:p>
            <a:pPr algn="r"/>
            <a:r>
              <a:rPr lang="en-CA" sz="7200">
                <a:solidFill>
                  <a:schemeClr val="tx1">
                    <a:lumMod val="75000"/>
                    <a:lumOff val="25000"/>
                  </a:schemeClr>
                </a:solidFill>
              </a:rPr>
              <a:t>Fin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419E9BA-7A48-461B-AEE7-877BA46DD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6389" y="1083732"/>
            <a:ext cx="3507654" cy="4690534"/>
          </a:xfrm>
        </p:spPr>
        <p:txBody>
          <a:bodyPr anchor="ctr">
            <a:normAutofit/>
          </a:bodyPr>
          <a:lstStyle/>
          <a:p>
            <a:endParaRPr lang="en-CA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C9B4A-2119-4645-B4CA-7817D5FAF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8D888F-D87A-4C3C-BD82-273E4C8C5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9A2CD81-3BB6-4ED6-A50F-DC14F37A9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0951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Fra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292</Words>
  <Application>Microsoft Office PowerPoint</Application>
  <PresentationFormat>Widescreen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Cambria Math</vt:lpstr>
      <vt:lpstr>Corbel</vt:lpstr>
      <vt:lpstr>Wingdings 2</vt:lpstr>
      <vt:lpstr>Frame</vt:lpstr>
      <vt:lpstr>Ketchup</vt:lpstr>
      <vt:lpstr>Review</vt:lpstr>
      <vt:lpstr>Linear Motion</vt:lpstr>
      <vt:lpstr>Linear  Motion</vt:lpstr>
      <vt:lpstr>Angular Motion</vt:lpstr>
      <vt:lpstr>Angular Motion</vt:lpstr>
      <vt:lpstr>Linear  Meets  Angular</vt:lpstr>
      <vt:lpstr>Euler Integration</vt:lpstr>
      <vt:lpstr>Euler Integration</vt:lpstr>
      <vt:lpstr>Integrations</vt:lpstr>
      <vt:lpstr>Orientation</vt:lpstr>
      <vt:lpstr>Orientation</vt:lpstr>
      <vt:lpstr>Quaternion</vt:lpstr>
      <vt:lpstr>Quaternion</vt:lpstr>
      <vt:lpstr>Imaginary Unit</vt:lpstr>
      <vt:lpstr>Quaternion Rotation</vt:lpstr>
      <vt:lpstr>Rotational Inertia Tensor</vt:lpstr>
      <vt:lpstr>Rotational Inertia Tensor</vt:lpstr>
      <vt:lpstr>Rotational Inertia Tensor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Ketchup</dc:title>
  <dc:creator>Aidan Dearing</dc:creator>
  <cp:lastModifiedBy>Aidan Dearing</cp:lastModifiedBy>
  <cp:revision>1</cp:revision>
  <dcterms:created xsi:type="dcterms:W3CDTF">2019-02-08T17:35:54Z</dcterms:created>
  <dcterms:modified xsi:type="dcterms:W3CDTF">2019-02-08T17:37:10Z</dcterms:modified>
</cp:coreProperties>
</file>