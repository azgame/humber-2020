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1" r:id="rId23"/>
    <p:sldId id="277" r:id="rId24"/>
    <p:sldId id="278" r:id="rId25"/>
    <p:sldId id="279" r:id="rId26"/>
    <p:sldId id="280" r:id="rId27"/>
    <p:sldId id="282" r:id="rId28"/>
    <p:sldId id="283" r:id="rId29"/>
    <p:sldId id="285" r:id="rId30"/>
    <p:sldId id="286" r:id="rId31"/>
    <p:sldId id="287" r:id="rId32"/>
    <p:sldId id="288" r:id="rId33"/>
    <p:sldId id="289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10" Type="http://schemas.openxmlformats.org/officeDocument/2006/relationships/image" Target="../media/image35.svg"/><Relationship Id="rId4" Type="http://schemas.openxmlformats.org/officeDocument/2006/relationships/image" Target="../media/image46.svg"/><Relationship Id="rId9" Type="http://schemas.openxmlformats.org/officeDocument/2006/relationships/image" Target="../media/image34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svg"/><Relationship Id="rId1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10" Type="http://schemas.openxmlformats.org/officeDocument/2006/relationships/image" Target="../media/image35.svg"/><Relationship Id="rId4" Type="http://schemas.openxmlformats.org/officeDocument/2006/relationships/image" Target="../media/image46.svg"/><Relationship Id="rId9" Type="http://schemas.openxmlformats.org/officeDocument/2006/relationships/image" Target="../media/image3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08025A-B11C-46B5-B1AD-54E35521A3D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6172874-570A-446F-9EA9-9ED6C189383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 dirty="0">
              <a:solidFill>
                <a:schemeClr val="accent2"/>
              </a:solidFill>
            </a:rPr>
            <a:t>A good solution to a common problem</a:t>
          </a:r>
          <a:endParaRPr lang="en-US" dirty="0">
            <a:solidFill>
              <a:schemeClr val="accent2"/>
            </a:solidFill>
          </a:endParaRPr>
        </a:p>
      </dgm:t>
    </dgm:pt>
    <dgm:pt modelId="{BE9202C1-6BC4-45B6-B499-1002C8331B2F}" type="parTrans" cxnId="{2512E59A-B545-4EF6-A766-2C490DAB355A}">
      <dgm:prSet/>
      <dgm:spPr/>
      <dgm:t>
        <a:bodyPr/>
        <a:lstStyle/>
        <a:p>
          <a:endParaRPr lang="en-US"/>
        </a:p>
      </dgm:t>
    </dgm:pt>
    <dgm:pt modelId="{34D46181-5304-4AFE-8C64-C1EA267EE046}" type="sibTrans" cxnId="{2512E59A-B545-4EF6-A766-2C490DAB355A}">
      <dgm:prSet/>
      <dgm:spPr/>
      <dgm:t>
        <a:bodyPr/>
        <a:lstStyle/>
        <a:p>
          <a:endParaRPr lang="en-US"/>
        </a:p>
      </dgm:t>
    </dgm:pt>
    <dgm:pt modelId="{21D91477-D0C9-424D-8446-D71BCE73FF1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 dirty="0">
              <a:solidFill>
                <a:schemeClr val="accent3"/>
              </a:solidFill>
            </a:rPr>
            <a:t>Not always the best solution</a:t>
          </a:r>
          <a:endParaRPr lang="en-US" dirty="0">
            <a:solidFill>
              <a:schemeClr val="accent3"/>
            </a:solidFill>
          </a:endParaRPr>
        </a:p>
      </dgm:t>
    </dgm:pt>
    <dgm:pt modelId="{17FFD141-2F72-4F77-9B86-5CF9057EA19F}" type="parTrans" cxnId="{8835D83B-67F5-483C-977C-2AEC855C2969}">
      <dgm:prSet/>
      <dgm:spPr/>
      <dgm:t>
        <a:bodyPr/>
        <a:lstStyle/>
        <a:p>
          <a:endParaRPr lang="en-US"/>
        </a:p>
      </dgm:t>
    </dgm:pt>
    <dgm:pt modelId="{96EEB95B-C5DF-4D97-852D-868D8D307844}" type="sibTrans" cxnId="{8835D83B-67F5-483C-977C-2AEC855C2969}">
      <dgm:prSet/>
      <dgm:spPr/>
      <dgm:t>
        <a:bodyPr/>
        <a:lstStyle/>
        <a:p>
          <a:endParaRPr lang="en-US"/>
        </a:p>
      </dgm:t>
    </dgm:pt>
    <dgm:pt modelId="{B286C42A-24E0-48CA-9301-B59A1C9ADEA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 dirty="0">
              <a:solidFill>
                <a:schemeClr val="accent4"/>
              </a:solidFill>
            </a:rPr>
            <a:t>A fair number of these you would discover implicitly</a:t>
          </a:r>
          <a:endParaRPr lang="en-US" dirty="0">
            <a:solidFill>
              <a:schemeClr val="accent4"/>
            </a:solidFill>
          </a:endParaRPr>
        </a:p>
      </dgm:t>
    </dgm:pt>
    <dgm:pt modelId="{C46733EE-74EC-4B05-ADB7-FC6C19411FF0}" type="parTrans" cxnId="{D061D0F0-79DD-4008-9AEB-3301689298EB}">
      <dgm:prSet/>
      <dgm:spPr/>
      <dgm:t>
        <a:bodyPr/>
        <a:lstStyle/>
        <a:p>
          <a:endParaRPr lang="en-US"/>
        </a:p>
      </dgm:t>
    </dgm:pt>
    <dgm:pt modelId="{6E347858-F122-47B1-A461-AFA88664C62B}" type="sibTrans" cxnId="{D061D0F0-79DD-4008-9AEB-3301689298EB}">
      <dgm:prSet/>
      <dgm:spPr/>
      <dgm:t>
        <a:bodyPr/>
        <a:lstStyle/>
        <a:p>
          <a:endParaRPr lang="en-US"/>
        </a:p>
      </dgm:t>
    </dgm:pt>
    <dgm:pt modelId="{5EE8642C-9049-4244-8E3F-1DDF83779EFC}" type="pres">
      <dgm:prSet presAssocID="{AA08025A-B11C-46B5-B1AD-54E35521A3D8}" presName="root" presStyleCnt="0">
        <dgm:presLayoutVars>
          <dgm:dir/>
          <dgm:resizeHandles val="exact"/>
        </dgm:presLayoutVars>
      </dgm:prSet>
      <dgm:spPr/>
    </dgm:pt>
    <dgm:pt modelId="{20192674-C573-4F7E-94AD-6211210F18C6}" type="pres">
      <dgm:prSet presAssocID="{A6172874-570A-446F-9EA9-9ED6C1893838}" presName="compNode" presStyleCnt="0"/>
      <dgm:spPr/>
    </dgm:pt>
    <dgm:pt modelId="{5959AC1A-608E-4768-BAEC-0D86BFB7FAC4}" type="pres">
      <dgm:prSet presAssocID="{A6172874-570A-446F-9EA9-9ED6C1893838}" presName="iconBgRect" presStyleLbl="bgShp" presStyleIdx="0" presStyleCnt="3"/>
      <dgm:spPr/>
    </dgm:pt>
    <dgm:pt modelId="{C596F0EF-360F-4308-85F8-00BC55858FD6}" type="pres">
      <dgm:prSet presAssocID="{A6172874-570A-446F-9EA9-9ED6C189383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9528A988-8D1F-49C1-8D9A-69B27A8F4FFF}" type="pres">
      <dgm:prSet presAssocID="{A6172874-570A-446F-9EA9-9ED6C1893838}" presName="spaceRect" presStyleCnt="0"/>
      <dgm:spPr/>
    </dgm:pt>
    <dgm:pt modelId="{415EC40E-FF32-4550-B42F-B04830F23863}" type="pres">
      <dgm:prSet presAssocID="{A6172874-570A-446F-9EA9-9ED6C1893838}" presName="textRect" presStyleLbl="revTx" presStyleIdx="0" presStyleCnt="3">
        <dgm:presLayoutVars>
          <dgm:chMax val="1"/>
          <dgm:chPref val="1"/>
        </dgm:presLayoutVars>
      </dgm:prSet>
      <dgm:spPr/>
    </dgm:pt>
    <dgm:pt modelId="{3D76D8ED-C35C-4E2A-9BA5-F55EAADD986F}" type="pres">
      <dgm:prSet presAssocID="{34D46181-5304-4AFE-8C64-C1EA267EE046}" presName="sibTrans" presStyleCnt="0"/>
      <dgm:spPr/>
    </dgm:pt>
    <dgm:pt modelId="{744E7222-D40A-4E81-9A6B-FB454C6693D3}" type="pres">
      <dgm:prSet presAssocID="{21D91477-D0C9-424D-8446-D71BCE73FF15}" presName="compNode" presStyleCnt="0"/>
      <dgm:spPr/>
    </dgm:pt>
    <dgm:pt modelId="{F5DE7584-A762-4F4C-87D8-B487CA4378C7}" type="pres">
      <dgm:prSet presAssocID="{21D91477-D0C9-424D-8446-D71BCE73FF15}" presName="iconBgRect" presStyleLbl="bgShp" presStyleIdx="1" presStyleCnt="3"/>
      <dgm:spPr/>
    </dgm:pt>
    <dgm:pt modelId="{3EEAC1CE-705D-46AF-8462-0F811003D9B7}" type="pres">
      <dgm:prSet presAssocID="{21D91477-D0C9-424D-8446-D71BCE73FF1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5E930237-BB38-4ED1-8F5B-A033A4505451}" type="pres">
      <dgm:prSet presAssocID="{21D91477-D0C9-424D-8446-D71BCE73FF15}" presName="spaceRect" presStyleCnt="0"/>
      <dgm:spPr/>
    </dgm:pt>
    <dgm:pt modelId="{73F080C6-8868-483D-AA9C-E085F74B8D83}" type="pres">
      <dgm:prSet presAssocID="{21D91477-D0C9-424D-8446-D71BCE73FF15}" presName="textRect" presStyleLbl="revTx" presStyleIdx="1" presStyleCnt="3">
        <dgm:presLayoutVars>
          <dgm:chMax val="1"/>
          <dgm:chPref val="1"/>
        </dgm:presLayoutVars>
      </dgm:prSet>
      <dgm:spPr/>
    </dgm:pt>
    <dgm:pt modelId="{23006A81-3451-499F-B63F-88AA7ABEFD7C}" type="pres">
      <dgm:prSet presAssocID="{96EEB95B-C5DF-4D97-852D-868D8D307844}" presName="sibTrans" presStyleCnt="0"/>
      <dgm:spPr/>
    </dgm:pt>
    <dgm:pt modelId="{74BBDC87-A6C4-4B26-9CFF-24B626DA1091}" type="pres">
      <dgm:prSet presAssocID="{B286C42A-24E0-48CA-9301-B59A1C9ADEA9}" presName="compNode" presStyleCnt="0"/>
      <dgm:spPr/>
    </dgm:pt>
    <dgm:pt modelId="{08D731C7-D02E-408B-B905-1F99F4AFAB32}" type="pres">
      <dgm:prSet presAssocID="{B286C42A-24E0-48CA-9301-B59A1C9ADEA9}" presName="iconBgRect" presStyleLbl="bgShp" presStyleIdx="2" presStyleCnt="3"/>
      <dgm:spPr/>
    </dgm:pt>
    <dgm:pt modelId="{1480FF2B-FA01-4875-9073-5F8A4C3C9401}" type="pres">
      <dgm:prSet presAssocID="{B286C42A-24E0-48CA-9301-B59A1C9ADEA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403CF018-2262-46DB-81A7-8BC683D242DD}" type="pres">
      <dgm:prSet presAssocID="{B286C42A-24E0-48CA-9301-B59A1C9ADEA9}" presName="spaceRect" presStyleCnt="0"/>
      <dgm:spPr/>
    </dgm:pt>
    <dgm:pt modelId="{CBA1A81D-A59D-4E71-A70A-1B0323B55E0F}" type="pres">
      <dgm:prSet presAssocID="{B286C42A-24E0-48CA-9301-B59A1C9ADEA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7C5E20D-3009-48C7-860B-A1FE501FC4F8}" type="presOf" srcId="{B286C42A-24E0-48CA-9301-B59A1C9ADEA9}" destId="{CBA1A81D-A59D-4E71-A70A-1B0323B55E0F}" srcOrd="0" destOrd="0" presId="urn:microsoft.com/office/officeart/2018/5/layout/IconCircleLabelList"/>
    <dgm:cxn modelId="{8835D83B-67F5-483C-977C-2AEC855C2969}" srcId="{AA08025A-B11C-46B5-B1AD-54E35521A3D8}" destId="{21D91477-D0C9-424D-8446-D71BCE73FF15}" srcOrd="1" destOrd="0" parTransId="{17FFD141-2F72-4F77-9B86-5CF9057EA19F}" sibTransId="{96EEB95B-C5DF-4D97-852D-868D8D307844}"/>
    <dgm:cxn modelId="{91032290-D65C-40B6-B924-93F67E606ECB}" type="presOf" srcId="{A6172874-570A-446F-9EA9-9ED6C1893838}" destId="{415EC40E-FF32-4550-B42F-B04830F23863}" srcOrd="0" destOrd="0" presId="urn:microsoft.com/office/officeart/2018/5/layout/IconCircleLabelList"/>
    <dgm:cxn modelId="{D4E91695-04B5-41E9-82FF-15BAE0D46C17}" type="presOf" srcId="{AA08025A-B11C-46B5-B1AD-54E35521A3D8}" destId="{5EE8642C-9049-4244-8E3F-1DDF83779EFC}" srcOrd="0" destOrd="0" presId="urn:microsoft.com/office/officeart/2018/5/layout/IconCircleLabelList"/>
    <dgm:cxn modelId="{2512E59A-B545-4EF6-A766-2C490DAB355A}" srcId="{AA08025A-B11C-46B5-B1AD-54E35521A3D8}" destId="{A6172874-570A-446F-9EA9-9ED6C1893838}" srcOrd="0" destOrd="0" parTransId="{BE9202C1-6BC4-45B6-B499-1002C8331B2F}" sibTransId="{34D46181-5304-4AFE-8C64-C1EA267EE046}"/>
    <dgm:cxn modelId="{D061D0F0-79DD-4008-9AEB-3301689298EB}" srcId="{AA08025A-B11C-46B5-B1AD-54E35521A3D8}" destId="{B286C42A-24E0-48CA-9301-B59A1C9ADEA9}" srcOrd="2" destOrd="0" parTransId="{C46733EE-74EC-4B05-ADB7-FC6C19411FF0}" sibTransId="{6E347858-F122-47B1-A461-AFA88664C62B}"/>
    <dgm:cxn modelId="{9E7B80FF-B55A-49A1-8119-90F33DEFE2E7}" type="presOf" srcId="{21D91477-D0C9-424D-8446-D71BCE73FF15}" destId="{73F080C6-8868-483D-AA9C-E085F74B8D83}" srcOrd="0" destOrd="0" presId="urn:microsoft.com/office/officeart/2018/5/layout/IconCircleLabelList"/>
    <dgm:cxn modelId="{2DD0B6AC-CF05-4D64-BE13-CE301D8D59B1}" type="presParOf" srcId="{5EE8642C-9049-4244-8E3F-1DDF83779EFC}" destId="{20192674-C573-4F7E-94AD-6211210F18C6}" srcOrd="0" destOrd="0" presId="urn:microsoft.com/office/officeart/2018/5/layout/IconCircleLabelList"/>
    <dgm:cxn modelId="{33EEC790-A7EB-4966-8735-9D6AB9BD1A41}" type="presParOf" srcId="{20192674-C573-4F7E-94AD-6211210F18C6}" destId="{5959AC1A-608E-4768-BAEC-0D86BFB7FAC4}" srcOrd="0" destOrd="0" presId="urn:microsoft.com/office/officeart/2018/5/layout/IconCircleLabelList"/>
    <dgm:cxn modelId="{593BADA3-EEA0-4BB0-A688-5DAF948D7954}" type="presParOf" srcId="{20192674-C573-4F7E-94AD-6211210F18C6}" destId="{C596F0EF-360F-4308-85F8-00BC55858FD6}" srcOrd="1" destOrd="0" presId="urn:microsoft.com/office/officeart/2018/5/layout/IconCircleLabelList"/>
    <dgm:cxn modelId="{6FBD7198-C6CD-428E-BED4-E6005288543A}" type="presParOf" srcId="{20192674-C573-4F7E-94AD-6211210F18C6}" destId="{9528A988-8D1F-49C1-8D9A-69B27A8F4FFF}" srcOrd="2" destOrd="0" presId="urn:microsoft.com/office/officeart/2018/5/layout/IconCircleLabelList"/>
    <dgm:cxn modelId="{6E8C4E08-5F06-4756-8ADE-8DACC840A3E4}" type="presParOf" srcId="{20192674-C573-4F7E-94AD-6211210F18C6}" destId="{415EC40E-FF32-4550-B42F-B04830F23863}" srcOrd="3" destOrd="0" presId="urn:microsoft.com/office/officeart/2018/5/layout/IconCircleLabelList"/>
    <dgm:cxn modelId="{C42EF013-BBB4-47A4-A4EE-22A6C16E83B0}" type="presParOf" srcId="{5EE8642C-9049-4244-8E3F-1DDF83779EFC}" destId="{3D76D8ED-C35C-4E2A-9BA5-F55EAADD986F}" srcOrd="1" destOrd="0" presId="urn:microsoft.com/office/officeart/2018/5/layout/IconCircleLabelList"/>
    <dgm:cxn modelId="{3C140EB3-3704-4525-91D1-2D5C52CC3A20}" type="presParOf" srcId="{5EE8642C-9049-4244-8E3F-1DDF83779EFC}" destId="{744E7222-D40A-4E81-9A6B-FB454C6693D3}" srcOrd="2" destOrd="0" presId="urn:microsoft.com/office/officeart/2018/5/layout/IconCircleLabelList"/>
    <dgm:cxn modelId="{8952EBE6-461E-4CE8-9C24-43636ECB9408}" type="presParOf" srcId="{744E7222-D40A-4E81-9A6B-FB454C6693D3}" destId="{F5DE7584-A762-4F4C-87D8-B487CA4378C7}" srcOrd="0" destOrd="0" presId="urn:microsoft.com/office/officeart/2018/5/layout/IconCircleLabelList"/>
    <dgm:cxn modelId="{4F6D7E50-5246-4DD0-9FB0-5249A919DBE3}" type="presParOf" srcId="{744E7222-D40A-4E81-9A6B-FB454C6693D3}" destId="{3EEAC1CE-705D-46AF-8462-0F811003D9B7}" srcOrd="1" destOrd="0" presId="urn:microsoft.com/office/officeart/2018/5/layout/IconCircleLabelList"/>
    <dgm:cxn modelId="{05B1EC7B-5A87-4A2E-933C-97E214147B99}" type="presParOf" srcId="{744E7222-D40A-4E81-9A6B-FB454C6693D3}" destId="{5E930237-BB38-4ED1-8F5B-A033A4505451}" srcOrd="2" destOrd="0" presId="urn:microsoft.com/office/officeart/2018/5/layout/IconCircleLabelList"/>
    <dgm:cxn modelId="{AA2DA13B-A16B-42F6-ABE6-3D0A33978168}" type="presParOf" srcId="{744E7222-D40A-4E81-9A6B-FB454C6693D3}" destId="{73F080C6-8868-483D-AA9C-E085F74B8D83}" srcOrd="3" destOrd="0" presId="urn:microsoft.com/office/officeart/2018/5/layout/IconCircleLabelList"/>
    <dgm:cxn modelId="{ACBA1664-F192-460B-9BC4-F85B22FD49E9}" type="presParOf" srcId="{5EE8642C-9049-4244-8E3F-1DDF83779EFC}" destId="{23006A81-3451-499F-B63F-88AA7ABEFD7C}" srcOrd="3" destOrd="0" presId="urn:microsoft.com/office/officeart/2018/5/layout/IconCircleLabelList"/>
    <dgm:cxn modelId="{71F2EB99-0F3D-4DBD-8755-D18935D55379}" type="presParOf" srcId="{5EE8642C-9049-4244-8E3F-1DDF83779EFC}" destId="{74BBDC87-A6C4-4B26-9CFF-24B626DA1091}" srcOrd="4" destOrd="0" presId="urn:microsoft.com/office/officeart/2018/5/layout/IconCircleLabelList"/>
    <dgm:cxn modelId="{376C2C64-8EE9-4085-8F3C-803591662895}" type="presParOf" srcId="{74BBDC87-A6C4-4B26-9CFF-24B626DA1091}" destId="{08D731C7-D02E-408B-B905-1F99F4AFAB32}" srcOrd="0" destOrd="0" presId="urn:microsoft.com/office/officeart/2018/5/layout/IconCircleLabelList"/>
    <dgm:cxn modelId="{A9967A49-DB23-44EF-80CB-6760D5F84336}" type="presParOf" srcId="{74BBDC87-A6C4-4B26-9CFF-24B626DA1091}" destId="{1480FF2B-FA01-4875-9073-5F8A4C3C9401}" srcOrd="1" destOrd="0" presId="urn:microsoft.com/office/officeart/2018/5/layout/IconCircleLabelList"/>
    <dgm:cxn modelId="{A67CE9A9-387C-41F8-A00C-9FB9B71D600F}" type="presParOf" srcId="{74BBDC87-A6C4-4B26-9CFF-24B626DA1091}" destId="{403CF018-2262-46DB-81A7-8BC683D242DD}" srcOrd="2" destOrd="0" presId="urn:microsoft.com/office/officeart/2018/5/layout/IconCircleLabelList"/>
    <dgm:cxn modelId="{442A0C4F-A56A-4EC4-821B-0052E8F53E88}" type="presParOf" srcId="{74BBDC87-A6C4-4B26-9CFF-24B626DA1091}" destId="{CBA1A81D-A59D-4E71-A70A-1B0323B55E0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9E6804-15D3-4A65-BABC-6442F722F1D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1C196B5-D48E-4110-B46B-7F3ABDA1C8EA}">
      <dgm:prSet/>
      <dgm:spPr/>
      <dgm:t>
        <a:bodyPr/>
        <a:lstStyle/>
        <a:p>
          <a:r>
            <a:rPr lang="en-CA"/>
            <a:t>Simplest form is a function pointer</a:t>
          </a:r>
          <a:endParaRPr lang="en-US"/>
        </a:p>
      </dgm:t>
    </dgm:pt>
    <dgm:pt modelId="{F6D89F7B-B8E0-43ED-A35E-84056DE82A16}" type="parTrans" cxnId="{0F61411F-97D5-484F-A6E1-A586CA9B64A8}">
      <dgm:prSet/>
      <dgm:spPr/>
      <dgm:t>
        <a:bodyPr/>
        <a:lstStyle/>
        <a:p>
          <a:endParaRPr lang="en-US"/>
        </a:p>
      </dgm:t>
    </dgm:pt>
    <dgm:pt modelId="{3F2898DC-0A6C-4891-89D6-81D0A63547F0}" type="sibTrans" cxnId="{0F61411F-97D5-484F-A6E1-A586CA9B64A8}">
      <dgm:prSet/>
      <dgm:spPr/>
      <dgm:t>
        <a:bodyPr/>
        <a:lstStyle/>
        <a:p>
          <a:endParaRPr lang="en-US"/>
        </a:p>
      </dgm:t>
    </dgm:pt>
    <dgm:pt modelId="{78F48727-2840-4380-BE00-613A5C08C2FB}">
      <dgm:prSet/>
      <dgm:spPr/>
      <dgm:t>
        <a:bodyPr/>
        <a:lstStyle/>
        <a:p>
          <a:r>
            <a:rPr lang="en-CA"/>
            <a:t>Best-Practice is a template class delegate, with template class call-backs</a:t>
          </a:r>
          <a:endParaRPr lang="en-US"/>
        </a:p>
      </dgm:t>
    </dgm:pt>
    <dgm:pt modelId="{B8934E5B-3FCE-464A-86EE-802DFA2B5AEB}" type="parTrans" cxnId="{7B8A84CF-04A5-40F1-8790-5278656DCB90}">
      <dgm:prSet/>
      <dgm:spPr/>
      <dgm:t>
        <a:bodyPr/>
        <a:lstStyle/>
        <a:p>
          <a:endParaRPr lang="en-US"/>
        </a:p>
      </dgm:t>
    </dgm:pt>
    <dgm:pt modelId="{25490FA9-89A2-47E9-9DB6-D61C899C96FC}" type="sibTrans" cxnId="{7B8A84CF-04A5-40F1-8790-5278656DCB90}">
      <dgm:prSet/>
      <dgm:spPr/>
      <dgm:t>
        <a:bodyPr/>
        <a:lstStyle/>
        <a:p>
          <a:endParaRPr lang="en-US"/>
        </a:p>
      </dgm:t>
    </dgm:pt>
    <dgm:pt modelId="{25546253-16DF-44EB-BF2A-5FCC8D1400C7}" type="pres">
      <dgm:prSet presAssocID="{969E6804-15D3-4A65-BABC-6442F722F1D8}" presName="root" presStyleCnt="0">
        <dgm:presLayoutVars>
          <dgm:dir/>
          <dgm:resizeHandles val="exact"/>
        </dgm:presLayoutVars>
      </dgm:prSet>
      <dgm:spPr/>
    </dgm:pt>
    <dgm:pt modelId="{C157439F-343C-462E-A0DB-90CBEC26DEB4}" type="pres">
      <dgm:prSet presAssocID="{11C196B5-D48E-4110-B46B-7F3ABDA1C8EA}" presName="compNode" presStyleCnt="0"/>
      <dgm:spPr/>
    </dgm:pt>
    <dgm:pt modelId="{C3F742E8-271B-4866-9F8B-5EC184755FA5}" type="pres">
      <dgm:prSet presAssocID="{11C196B5-D48E-4110-B46B-7F3ABDA1C8E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ght Pointing Backhand Index"/>
        </a:ext>
      </dgm:extLst>
    </dgm:pt>
    <dgm:pt modelId="{C51F7611-36EA-4A4C-8361-586EB78503E9}" type="pres">
      <dgm:prSet presAssocID="{11C196B5-D48E-4110-B46B-7F3ABDA1C8EA}" presName="spaceRect" presStyleCnt="0"/>
      <dgm:spPr/>
    </dgm:pt>
    <dgm:pt modelId="{A151BE24-D780-4FB3-8BBD-704561502CFF}" type="pres">
      <dgm:prSet presAssocID="{11C196B5-D48E-4110-B46B-7F3ABDA1C8EA}" presName="textRect" presStyleLbl="revTx" presStyleIdx="0" presStyleCnt="2">
        <dgm:presLayoutVars>
          <dgm:chMax val="1"/>
          <dgm:chPref val="1"/>
        </dgm:presLayoutVars>
      </dgm:prSet>
      <dgm:spPr/>
    </dgm:pt>
    <dgm:pt modelId="{1417E5CC-6261-4349-B758-8558CA6E5C0F}" type="pres">
      <dgm:prSet presAssocID="{3F2898DC-0A6C-4891-89D6-81D0A63547F0}" presName="sibTrans" presStyleCnt="0"/>
      <dgm:spPr/>
    </dgm:pt>
    <dgm:pt modelId="{F5E80505-F3E0-4358-9627-567387E7C2A3}" type="pres">
      <dgm:prSet presAssocID="{78F48727-2840-4380-BE00-613A5C08C2FB}" presName="compNode" presStyleCnt="0"/>
      <dgm:spPr/>
    </dgm:pt>
    <dgm:pt modelId="{B3857BB4-704D-4F91-9D8C-57458103693E}" type="pres">
      <dgm:prSet presAssocID="{78F48727-2840-4380-BE00-613A5C08C2F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tialArts"/>
        </a:ext>
      </dgm:extLst>
    </dgm:pt>
    <dgm:pt modelId="{CC86200E-EC39-4BA9-B1F0-D7922BCA4966}" type="pres">
      <dgm:prSet presAssocID="{78F48727-2840-4380-BE00-613A5C08C2FB}" presName="spaceRect" presStyleCnt="0"/>
      <dgm:spPr/>
    </dgm:pt>
    <dgm:pt modelId="{DA67EEA4-F893-43B5-B134-B57EFDFEF010}" type="pres">
      <dgm:prSet presAssocID="{78F48727-2840-4380-BE00-613A5C08C2F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F61411F-97D5-484F-A6E1-A586CA9B64A8}" srcId="{969E6804-15D3-4A65-BABC-6442F722F1D8}" destId="{11C196B5-D48E-4110-B46B-7F3ABDA1C8EA}" srcOrd="0" destOrd="0" parTransId="{F6D89F7B-B8E0-43ED-A35E-84056DE82A16}" sibTransId="{3F2898DC-0A6C-4891-89D6-81D0A63547F0}"/>
    <dgm:cxn modelId="{66F8C761-8CAA-4339-9574-33B5CDBCC04D}" type="presOf" srcId="{969E6804-15D3-4A65-BABC-6442F722F1D8}" destId="{25546253-16DF-44EB-BF2A-5FCC8D1400C7}" srcOrd="0" destOrd="0" presId="urn:microsoft.com/office/officeart/2018/2/layout/IconLabelList"/>
    <dgm:cxn modelId="{630AA072-B8A7-4A34-AE32-DF8F3C840498}" type="presOf" srcId="{11C196B5-D48E-4110-B46B-7F3ABDA1C8EA}" destId="{A151BE24-D780-4FB3-8BBD-704561502CFF}" srcOrd="0" destOrd="0" presId="urn:microsoft.com/office/officeart/2018/2/layout/IconLabelList"/>
    <dgm:cxn modelId="{7B8A84CF-04A5-40F1-8790-5278656DCB90}" srcId="{969E6804-15D3-4A65-BABC-6442F722F1D8}" destId="{78F48727-2840-4380-BE00-613A5C08C2FB}" srcOrd="1" destOrd="0" parTransId="{B8934E5B-3FCE-464A-86EE-802DFA2B5AEB}" sibTransId="{25490FA9-89A2-47E9-9DB6-D61C899C96FC}"/>
    <dgm:cxn modelId="{EDAB8AF8-C75B-4EFE-965F-7C93827326BD}" type="presOf" srcId="{78F48727-2840-4380-BE00-613A5C08C2FB}" destId="{DA67EEA4-F893-43B5-B134-B57EFDFEF010}" srcOrd="0" destOrd="0" presId="urn:microsoft.com/office/officeart/2018/2/layout/IconLabelList"/>
    <dgm:cxn modelId="{B0298EBF-B7BA-431F-BC5B-391CFA0C784B}" type="presParOf" srcId="{25546253-16DF-44EB-BF2A-5FCC8D1400C7}" destId="{C157439F-343C-462E-A0DB-90CBEC26DEB4}" srcOrd="0" destOrd="0" presId="urn:microsoft.com/office/officeart/2018/2/layout/IconLabelList"/>
    <dgm:cxn modelId="{07BE786D-9FD3-47F2-8A36-7E4A40755BCA}" type="presParOf" srcId="{C157439F-343C-462E-A0DB-90CBEC26DEB4}" destId="{C3F742E8-271B-4866-9F8B-5EC184755FA5}" srcOrd="0" destOrd="0" presId="urn:microsoft.com/office/officeart/2018/2/layout/IconLabelList"/>
    <dgm:cxn modelId="{004EF28D-F0F1-4EC1-B177-2669C6F995C0}" type="presParOf" srcId="{C157439F-343C-462E-A0DB-90CBEC26DEB4}" destId="{C51F7611-36EA-4A4C-8361-586EB78503E9}" srcOrd="1" destOrd="0" presId="urn:microsoft.com/office/officeart/2018/2/layout/IconLabelList"/>
    <dgm:cxn modelId="{7B7B2376-B7D8-41CC-9210-7E7EC36F7D83}" type="presParOf" srcId="{C157439F-343C-462E-A0DB-90CBEC26DEB4}" destId="{A151BE24-D780-4FB3-8BBD-704561502CFF}" srcOrd="2" destOrd="0" presId="urn:microsoft.com/office/officeart/2018/2/layout/IconLabelList"/>
    <dgm:cxn modelId="{B7EB4834-2C1E-42E6-AAC1-42C29ACD5B04}" type="presParOf" srcId="{25546253-16DF-44EB-BF2A-5FCC8D1400C7}" destId="{1417E5CC-6261-4349-B758-8558CA6E5C0F}" srcOrd="1" destOrd="0" presId="urn:microsoft.com/office/officeart/2018/2/layout/IconLabelList"/>
    <dgm:cxn modelId="{CEDC27DF-64AC-405B-B8DA-5D22A0E4D609}" type="presParOf" srcId="{25546253-16DF-44EB-BF2A-5FCC8D1400C7}" destId="{F5E80505-F3E0-4358-9627-567387E7C2A3}" srcOrd="2" destOrd="0" presId="urn:microsoft.com/office/officeart/2018/2/layout/IconLabelList"/>
    <dgm:cxn modelId="{3817CB2E-0F57-4653-A72D-19239BD36EB7}" type="presParOf" srcId="{F5E80505-F3E0-4358-9627-567387E7C2A3}" destId="{B3857BB4-704D-4F91-9D8C-57458103693E}" srcOrd="0" destOrd="0" presId="urn:microsoft.com/office/officeart/2018/2/layout/IconLabelList"/>
    <dgm:cxn modelId="{F69222B9-2C52-428A-AF47-017B08E54455}" type="presParOf" srcId="{F5E80505-F3E0-4358-9627-567387E7C2A3}" destId="{CC86200E-EC39-4BA9-B1F0-D7922BCA4966}" srcOrd="1" destOrd="0" presId="urn:microsoft.com/office/officeart/2018/2/layout/IconLabelList"/>
    <dgm:cxn modelId="{EB049F0D-C087-4C52-8A17-1B8925E13EDF}" type="presParOf" srcId="{F5E80505-F3E0-4358-9627-567387E7C2A3}" destId="{DA67EEA4-F893-43B5-B134-B57EFDFEF01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513F3AE-EFBB-4652-B0D2-53147A69E59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8994C15-14A4-47A1-83B8-CC0889CFC772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If 2 systems need to interact, and doing so in the game loop would be too costly</a:t>
          </a:r>
          <a:endParaRPr lang="en-US"/>
        </a:p>
      </dgm:t>
    </dgm:pt>
    <dgm:pt modelId="{44AAAC57-4C97-439B-BDC5-9F76EFF1D357}" type="parTrans" cxnId="{6F5C7B6E-9CF5-4AF3-A67F-B9121589727C}">
      <dgm:prSet/>
      <dgm:spPr/>
      <dgm:t>
        <a:bodyPr/>
        <a:lstStyle/>
        <a:p>
          <a:endParaRPr lang="en-US"/>
        </a:p>
      </dgm:t>
    </dgm:pt>
    <dgm:pt modelId="{613AE4D4-CA18-4F54-BB17-CCA0085C9DE8}" type="sibTrans" cxnId="{6F5C7B6E-9CF5-4AF3-A67F-B9121589727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C6B0847-4758-44EB-9816-A1AFECC089B8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Behaviour needs to be altered at any time</a:t>
          </a:r>
          <a:endParaRPr lang="en-US"/>
        </a:p>
      </dgm:t>
    </dgm:pt>
    <dgm:pt modelId="{03F16440-AA2A-4D31-870C-025C40CDDCE9}" type="parTrans" cxnId="{211FF513-0451-4E60-AB41-359098C9659C}">
      <dgm:prSet/>
      <dgm:spPr/>
      <dgm:t>
        <a:bodyPr/>
        <a:lstStyle/>
        <a:p>
          <a:endParaRPr lang="en-US"/>
        </a:p>
      </dgm:t>
    </dgm:pt>
    <dgm:pt modelId="{1720E597-27F4-4C20-A2BC-2DD4B24B852E}" type="sibTrans" cxnId="{211FF513-0451-4E60-AB41-359098C9659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61ED61E-4B9B-4BA4-8E1C-03BE4DCCE2C6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Input</a:t>
          </a:r>
          <a:endParaRPr lang="en-US"/>
        </a:p>
      </dgm:t>
    </dgm:pt>
    <dgm:pt modelId="{61212C23-11C1-4098-A4A5-6B1DF4095EB9}" type="parTrans" cxnId="{6323BC8F-0C30-452F-AAB9-6DE08FA3A4E6}">
      <dgm:prSet/>
      <dgm:spPr/>
      <dgm:t>
        <a:bodyPr/>
        <a:lstStyle/>
        <a:p>
          <a:endParaRPr lang="en-US"/>
        </a:p>
      </dgm:t>
    </dgm:pt>
    <dgm:pt modelId="{CFDC983A-D05C-4F0E-9E71-3D3FDEB34DE8}" type="sibTrans" cxnId="{6323BC8F-0C30-452F-AAB9-6DE08FA3A4E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97C6586-8519-498C-841E-D625A9B3A6EA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UI and Entities</a:t>
          </a:r>
          <a:endParaRPr lang="en-US"/>
        </a:p>
      </dgm:t>
    </dgm:pt>
    <dgm:pt modelId="{C5B17E83-F3BD-4C8F-9DAB-DF4733249F18}" type="parTrans" cxnId="{21190178-7029-4F6C-B697-77E826D0A5CF}">
      <dgm:prSet/>
      <dgm:spPr/>
      <dgm:t>
        <a:bodyPr/>
        <a:lstStyle/>
        <a:p>
          <a:endParaRPr lang="en-US"/>
        </a:p>
      </dgm:t>
    </dgm:pt>
    <dgm:pt modelId="{371442D0-F0BE-402D-B5E5-D2D5A55F897C}" type="sibTrans" cxnId="{21190178-7029-4F6C-B697-77E826D0A5C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0A13753-D001-410F-A343-1D5B72C0913C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Event Handling</a:t>
          </a:r>
          <a:endParaRPr lang="en-US"/>
        </a:p>
      </dgm:t>
    </dgm:pt>
    <dgm:pt modelId="{427CECB7-6782-419C-A562-7CC53E7ADA3F}" type="parTrans" cxnId="{67A79F80-F1F6-49F5-A324-C3546D87D119}">
      <dgm:prSet/>
      <dgm:spPr/>
      <dgm:t>
        <a:bodyPr/>
        <a:lstStyle/>
        <a:p>
          <a:endParaRPr lang="en-US"/>
        </a:p>
      </dgm:t>
    </dgm:pt>
    <dgm:pt modelId="{67535F4B-1DA2-4D0B-9B23-360FB208D5C5}" type="sibTrans" cxnId="{67A79F80-F1F6-49F5-A324-C3546D87D119}">
      <dgm:prSet/>
      <dgm:spPr/>
      <dgm:t>
        <a:bodyPr/>
        <a:lstStyle/>
        <a:p>
          <a:endParaRPr lang="en-US"/>
        </a:p>
      </dgm:t>
    </dgm:pt>
    <dgm:pt modelId="{CAC977C4-2789-4252-96F6-2D26C7093657}" type="pres">
      <dgm:prSet presAssocID="{6513F3AE-EFBB-4652-B0D2-53147A69E59E}" presName="root" presStyleCnt="0">
        <dgm:presLayoutVars>
          <dgm:dir/>
          <dgm:resizeHandles val="exact"/>
        </dgm:presLayoutVars>
      </dgm:prSet>
      <dgm:spPr/>
    </dgm:pt>
    <dgm:pt modelId="{D275D3FE-0EA9-4ABF-8F5E-9F2FC4CEFD7F}" type="pres">
      <dgm:prSet presAssocID="{6513F3AE-EFBB-4652-B0D2-53147A69E59E}" presName="container" presStyleCnt="0">
        <dgm:presLayoutVars>
          <dgm:dir/>
          <dgm:resizeHandles val="exact"/>
        </dgm:presLayoutVars>
      </dgm:prSet>
      <dgm:spPr/>
    </dgm:pt>
    <dgm:pt modelId="{9845F57E-5E6B-4892-8B19-B8CDF670CE50}" type="pres">
      <dgm:prSet presAssocID="{88994C15-14A4-47A1-83B8-CC0889CFC772}" presName="compNode" presStyleCnt="0"/>
      <dgm:spPr/>
    </dgm:pt>
    <dgm:pt modelId="{EC9B4BB1-61F1-4434-8D96-1553B4664719}" type="pres">
      <dgm:prSet presAssocID="{88994C15-14A4-47A1-83B8-CC0889CFC772}" presName="iconBgRect" presStyleLbl="bgShp" presStyleIdx="0" presStyleCnt="5"/>
      <dgm:spPr/>
    </dgm:pt>
    <dgm:pt modelId="{53AC7C99-3A0F-433D-B981-B8ECF042390F}" type="pres">
      <dgm:prSet presAssocID="{88994C15-14A4-47A1-83B8-CC0889CFC77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98E4212F-AE21-4F3F-B81E-A59C75E91BA9}" type="pres">
      <dgm:prSet presAssocID="{88994C15-14A4-47A1-83B8-CC0889CFC772}" presName="spaceRect" presStyleCnt="0"/>
      <dgm:spPr/>
    </dgm:pt>
    <dgm:pt modelId="{CAD9E794-4650-4455-BEAB-B3B3300019D5}" type="pres">
      <dgm:prSet presAssocID="{88994C15-14A4-47A1-83B8-CC0889CFC772}" presName="textRect" presStyleLbl="revTx" presStyleIdx="0" presStyleCnt="5">
        <dgm:presLayoutVars>
          <dgm:chMax val="1"/>
          <dgm:chPref val="1"/>
        </dgm:presLayoutVars>
      </dgm:prSet>
      <dgm:spPr/>
    </dgm:pt>
    <dgm:pt modelId="{071F2063-D00D-496E-87C9-72237BDD33C5}" type="pres">
      <dgm:prSet presAssocID="{613AE4D4-CA18-4F54-BB17-CCA0085C9DE8}" presName="sibTrans" presStyleLbl="sibTrans2D1" presStyleIdx="0" presStyleCnt="0"/>
      <dgm:spPr/>
    </dgm:pt>
    <dgm:pt modelId="{CB638F00-4AE9-492C-9B91-DDAE7B1B98A9}" type="pres">
      <dgm:prSet presAssocID="{5C6B0847-4758-44EB-9816-A1AFECC089B8}" presName="compNode" presStyleCnt="0"/>
      <dgm:spPr/>
    </dgm:pt>
    <dgm:pt modelId="{567C94B0-808A-4473-82A5-5D1F88C63C57}" type="pres">
      <dgm:prSet presAssocID="{5C6B0847-4758-44EB-9816-A1AFECC089B8}" presName="iconBgRect" presStyleLbl="bgShp" presStyleIdx="1" presStyleCnt="5"/>
      <dgm:spPr/>
    </dgm:pt>
    <dgm:pt modelId="{F1F2D5CF-F238-4381-9E5D-A10F31E386DA}" type="pres">
      <dgm:prSet presAssocID="{5C6B0847-4758-44EB-9816-A1AFECC089B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7B900FED-D385-411A-A717-92E34B549DB5}" type="pres">
      <dgm:prSet presAssocID="{5C6B0847-4758-44EB-9816-A1AFECC089B8}" presName="spaceRect" presStyleCnt="0"/>
      <dgm:spPr/>
    </dgm:pt>
    <dgm:pt modelId="{048F1D90-431B-4C4F-9131-90C35B71AAA6}" type="pres">
      <dgm:prSet presAssocID="{5C6B0847-4758-44EB-9816-A1AFECC089B8}" presName="textRect" presStyleLbl="revTx" presStyleIdx="1" presStyleCnt="5">
        <dgm:presLayoutVars>
          <dgm:chMax val="1"/>
          <dgm:chPref val="1"/>
        </dgm:presLayoutVars>
      </dgm:prSet>
      <dgm:spPr/>
    </dgm:pt>
    <dgm:pt modelId="{17E9175B-C5DA-419B-A3DA-F6B0EB3BF6B5}" type="pres">
      <dgm:prSet presAssocID="{1720E597-27F4-4C20-A2BC-2DD4B24B852E}" presName="sibTrans" presStyleLbl="sibTrans2D1" presStyleIdx="0" presStyleCnt="0"/>
      <dgm:spPr/>
    </dgm:pt>
    <dgm:pt modelId="{85CBF1BA-C9E1-489A-9203-576F41813AF7}" type="pres">
      <dgm:prSet presAssocID="{661ED61E-4B9B-4BA4-8E1C-03BE4DCCE2C6}" presName="compNode" presStyleCnt="0"/>
      <dgm:spPr/>
    </dgm:pt>
    <dgm:pt modelId="{6B071846-C381-4106-BDFD-C70F36379DB5}" type="pres">
      <dgm:prSet presAssocID="{661ED61E-4B9B-4BA4-8E1C-03BE4DCCE2C6}" presName="iconBgRect" presStyleLbl="bgShp" presStyleIdx="2" presStyleCnt="5"/>
      <dgm:spPr/>
    </dgm:pt>
    <dgm:pt modelId="{7B5F68EF-9343-42F1-B5A6-91F8D3AB0401}" type="pres">
      <dgm:prSet presAssocID="{661ED61E-4B9B-4BA4-8E1C-03BE4DCCE2C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4A4CA03-C8E3-407D-BBA2-2511AC209C2B}" type="pres">
      <dgm:prSet presAssocID="{661ED61E-4B9B-4BA4-8E1C-03BE4DCCE2C6}" presName="spaceRect" presStyleCnt="0"/>
      <dgm:spPr/>
    </dgm:pt>
    <dgm:pt modelId="{5158E7AF-5B68-4FF9-9176-DC9FCA28280F}" type="pres">
      <dgm:prSet presAssocID="{661ED61E-4B9B-4BA4-8E1C-03BE4DCCE2C6}" presName="textRect" presStyleLbl="revTx" presStyleIdx="2" presStyleCnt="5">
        <dgm:presLayoutVars>
          <dgm:chMax val="1"/>
          <dgm:chPref val="1"/>
        </dgm:presLayoutVars>
      </dgm:prSet>
      <dgm:spPr/>
    </dgm:pt>
    <dgm:pt modelId="{091CF346-17DD-40E4-9AC0-6344965C6F77}" type="pres">
      <dgm:prSet presAssocID="{CFDC983A-D05C-4F0E-9E71-3D3FDEB34DE8}" presName="sibTrans" presStyleLbl="sibTrans2D1" presStyleIdx="0" presStyleCnt="0"/>
      <dgm:spPr/>
    </dgm:pt>
    <dgm:pt modelId="{AF2F448A-5CB8-4A45-8424-B478301CE45C}" type="pres">
      <dgm:prSet presAssocID="{597C6586-8519-498C-841E-D625A9B3A6EA}" presName="compNode" presStyleCnt="0"/>
      <dgm:spPr/>
    </dgm:pt>
    <dgm:pt modelId="{BFF01D41-D903-4267-A049-530991478C01}" type="pres">
      <dgm:prSet presAssocID="{597C6586-8519-498C-841E-D625A9B3A6EA}" presName="iconBgRect" presStyleLbl="bgShp" presStyleIdx="3" presStyleCnt="5"/>
      <dgm:spPr/>
    </dgm:pt>
    <dgm:pt modelId="{375C8C8B-69CD-4E18-B525-843AC2CF3420}" type="pres">
      <dgm:prSet presAssocID="{597C6586-8519-498C-841E-D625A9B3A6E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rtual RealityHeadset"/>
        </a:ext>
      </dgm:extLst>
    </dgm:pt>
    <dgm:pt modelId="{0B32EDF2-2EB4-46F0-8A9A-A21CAFE06C99}" type="pres">
      <dgm:prSet presAssocID="{597C6586-8519-498C-841E-D625A9B3A6EA}" presName="spaceRect" presStyleCnt="0"/>
      <dgm:spPr/>
    </dgm:pt>
    <dgm:pt modelId="{C58278B7-88BB-4D8A-94F5-3A1DCC8DE346}" type="pres">
      <dgm:prSet presAssocID="{597C6586-8519-498C-841E-D625A9B3A6EA}" presName="textRect" presStyleLbl="revTx" presStyleIdx="3" presStyleCnt="5">
        <dgm:presLayoutVars>
          <dgm:chMax val="1"/>
          <dgm:chPref val="1"/>
        </dgm:presLayoutVars>
      </dgm:prSet>
      <dgm:spPr/>
    </dgm:pt>
    <dgm:pt modelId="{38FC86C6-643E-4E73-94A9-1652B430E5CB}" type="pres">
      <dgm:prSet presAssocID="{371442D0-F0BE-402D-B5E5-D2D5A55F897C}" presName="sibTrans" presStyleLbl="sibTrans2D1" presStyleIdx="0" presStyleCnt="0"/>
      <dgm:spPr/>
    </dgm:pt>
    <dgm:pt modelId="{5EF56703-E56F-4444-97A6-971F3D2A2650}" type="pres">
      <dgm:prSet presAssocID="{40A13753-D001-410F-A343-1D5B72C0913C}" presName="compNode" presStyleCnt="0"/>
      <dgm:spPr/>
    </dgm:pt>
    <dgm:pt modelId="{4CABB35B-2DE0-49B9-B612-5658B6C5C80E}" type="pres">
      <dgm:prSet presAssocID="{40A13753-D001-410F-A343-1D5B72C0913C}" presName="iconBgRect" presStyleLbl="bgShp" presStyleIdx="4" presStyleCnt="5"/>
      <dgm:spPr/>
    </dgm:pt>
    <dgm:pt modelId="{D36DC261-4932-4F99-AB1A-806E2B0FFCF0}" type="pres">
      <dgm:prSet presAssocID="{40A13753-D001-410F-A343-1D5B72C0913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7EF43AA9-D69D-48F8-9E60-24EFA7F6D7A9}" type="pres">
      <dgm:prSet presAssocID="{40A13753-D001-410F-A343-1D5B72C0913C}" presName="spaceRect" presStyleCnt="0"/>
      <dgm:spPr/>
    </dgm:pt>
    <dgm:pt modelId="{4BEA23D6-C84B-434A-A1BF-7943E6168735}" type="pres">
      <dgm:prSet presAssocID="{40A13753-D001-410F-A343-1D5B72C0913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11FF513-0451-4E60-AB41-359098C9659C}" srcId="{6513F3AE-EFBB-4652-B0D2-53147A69E59E}" destId="{5C6B0847-4758-44EB-9816-A1AFECC089B8}" srcOrd="1" destOrd="0" parTransId="{03F16440-AA2A-4D31-870C-025C40CDDCE9}" sibTransId="{1720E597-27F4-4C20-A2BC-2DD4B24B852E}"/>
    <dgm:cxn modelId="{39E75032-F88E-4C47-9621-5405CFE54EC3}" type="presOf" srcId="{88994C15-14A4-47A1-83B8-CC0889CFC772}" destId="{CAD9E794-4650-4455-BEAB-B3B3300019D5}" srcOrd="0" destOrd="0" presId="urn:microsoft.com/office/officeart/2018/2/layout/IconCircleList"/>
    <dgm:cxn modelId="{F1DA603F-4C0E-41A6-B620-D87F151AC875}" type="presOf" srcId="{40A13753-D001-410F-A343-1D5B72C0913C}" destId="{4BEA23D6-C84B-434A-A1BF-7943E6168735}" srcOrd="0" destOrd="0" presId="urn:microsoft.com/office/officeart/2018/2/layout/IconCircleList"/>
    <dgm:cxn modelId="{3FCE6B3F-A5D2-4BD3-8C6F-D45FDE1370DC}" type="presOf" srcId="{6513F3AE-EFBB-4652-B0D2-53147A69E59E}" destId="{CAC977C4-2789-4252-96F6-2D26C7093657}" srcOrd="0" destOrd="0" presId="urn:microsoft.com/office/officeart/2018/2/layout/IconCircleList"/>
    <dgm:cxn modelId="{6F5C7B6E-9CF5-4AF3-A67F-B9121589727C}" srcId="{6513F3AE-EFBB-4652-B0D2-53147A69E59E}" destId="{88994C15-14A4-47A1-83B8-CC0889CFC772}" srcOrd="0" destOrd="0" parTransId="{44AAAC57-4C97-439B-BDC5-9F76EFF1D357}" sibTransId="{613AE4D4-CA18-4F54-BB17-CCA0085C9DE8}"/>
    <dgm:cxn modelId="{0B34F44E-4DF5-4E19-816C-99DA99050370}" type="presOf" srcId="{371442D0-F0BE-402D-B5E5-D2D5A55F897C}" destId="{38FC86C6-643E-4E73-94A9-1652B430E5CB}" srcOrd="0" destOrd="0" presId="urn:microsoft.com/office/officeart/2018/2/layout/IconCircleList"/>
    <dgm:cxn modelId="{1BB71353-F2A8-4719-AD9D-92859CC93672}" type="presOf" srcId="{613AE4D4-CA18-4F54-BB17-CCA0085C9DE8}" destId="{071F2063-D00D-496E-87C9-72237BDD33C5}" srcOrd="0" destOrd="0" presId="urn:microsoft.com/office/officeart/2018/2/layout/IconCircleList"/>
    <dgm:cxn modelId="{21190178-7029-4F6C-B697-77E826D0A5CF}" srcId="{6513F3AE-EFBB-4652-B0D2-53147A69E59E}" destId="{597C6586-8519-498C-841E-D625A9B3A6EA}" srcOrd="3" destOrd="0" parTransId="{C5B17E83-F3BD-4C8F-9DAB-DF4733249F18}" sibTransId="{371442D0-F0BE-402D-B5E5-D2D5A55F897C}"/>
    <dgm:cxn modelId="{F2A19F5A-8C16-4F0D-9F4A-2F2F85EA50D1}" type="presOf" srcId="{661ED61E-4B9B-4BA4-8E1C-03BE4DCCE2C6}" destId="{5158E7AF-5B68-4FF9-9176-DC9FCA28280F}" srcOrd="0" destOrd="0" presId="urn:microsoft.com/office/officeart/2018/2/layout/IconCircleList"/>
    <dgm:cxn modelId="{67A79F80-F1F6-49F5-A324-C3546D87D119}" srcId="{6513F3AE-EFBB-4652-B0D2-53147A69E59E}" destId="{40A13753-D001-410F-A343-1D5B72C0913C}" srcOrd="4" destOrd="0" parTransId="{427CECB7-6782-419C-A562-7CC53E7ADA3F}" sibTransId="{67535F4B-1DA2-4D0B-9B23-360FB208D5C5}"/>
    <dgm:cxn modelId="{1574A988-4770-481A-B26A-B28EF74D301C}" type="presOf" srcId="{5C6B0847-4758-44EB-9816-A1AFECC089B8}" destId="{048F1D90-431B-4C4F-9131-90C35B71AAA6}" srcOrd="0" destOrd="0" presId="urn:microsoft.com/office/officeart/2018/2/layout/IconCircleList"/>
    <dgm:cxn modelId="{6323BC8F-0C30-452F-AAB9-6DE08FA3A4E6}" srcId="{6513F3AE-EFBB-4652-B0D2-53147A69E59E}" destId="{661ED61E-4B9B-4BA4-8E1C-03BE4DCCE2C6}" srcOrd="2" destOrd="0" parTransId="{61212C23-11C1-4098-A4A5-6B1DF4095EB9}" sibTransId="{CFDC983A-D05C-4F0E-9E71-3D3FDEB34DE8}"/>
    <dgm:cxn modelId="{7509CFA9-23C2-473A-A9EE-76528C6713EE}" type="presOf" srcId="{597C6586-8519-498C-841E-D625A9B3A6EA}" destId="{C58278B7-88BB-4D8A-94F5-3A1DCC8DE346}" srcOrd="0" destOrd="0" presId="urn:microsoft.com/office/officeart/2018/2/layout/IconCircleList"/>
    <dgm:cxn modelId="{ECF3A3E5-6387-4743-AC4A-B6563713D3E0}" type="presOf" srcId="{CFDC983A-D05C-4F0E-9E71-3D3FDEB34DE8}" destId="{091CF346-17DD-40E4-9AC0-6344965C6F77}" srcOrd="0" destOrd="0" presId="urn:microsoft.com/office/officeart/2018/2/layout/IconCircleList"/>
    <dgm:cxn modelId="{A6E556F6-4F0C-496C-9727-88BBF25B7224}" type="presOf" srcId="{1720E597-27F4-4C20-A2BC-2DD4B24B852E}" destId="{17E9175B-C5DA-419B-A3DA-F6B0EB3BF6B5}" srcOrd="0" destOrd="0" presId="urn:microsoft.com/office/officeart/2018/2/layout/IconCircleList"/>
    <dgm:cxn modelId="{66E9CC91-2CBA-432B-8DDE-6F678ABE9A53}" type="presParOf" srcId="{CAC977C4-2789-4252-96F6-2D26C7093657}" destId="{D275D3FE-0EA9-4ABF-8F5E-9F2FC4CEFD7F}" srcOrd="0" destOrd="0" presId="urn:microsoft.com/office/officeart/2018/2/layout/IconCircleList"/>
    <dgm:cxn modelId="{67BAB4BB-D12E-4626-9167-C4CB677F9F5C}" type="presParOf" srcId="{D275D3FE-0EA9-4ABF-8F5E-9F2FC4CEFD7F}" destId="{9845F57E-5E6B-4892-8B19-B8CDF670CE50}" srcOrd="0" destOrd="0" presId="urn:microsoft.com/office/officeart/2018/2/layout/IconCircleList"/>
    <dgm:cxn modelId="{2D1D8CA1-11D7-40A3-9B94-A9CF23D82560}" type="presParOf" srcId="{9845F57E-5E6B-4892-8B19-B8CDF670CE50}" destId="{EC9B4BB1-61F1-4434-8D96-1553B4664719}" srcOrd="0" destOrd="0" presId="urn:microsoft.com/office/officeart/2018/2/layout/IconCircleList"/>
    <dgm:cxn modelId="{F99BAAD5-A9B0-46C2-81D9-49D5D9A5D413}" type="presParOf" srcId="{9845F57E-5E6B-4892-8B19-B8CDF670CE50}" destId="{53AC7C99-3A0F-433D-B981-B8ECF042390F}" srcOrd="1" destOrd="0" presId="urn:microsoft.com/office/officeart/2018/2/layout/IconCircleList"/>
    <dgm:cxn modelId="{7FDDB169-127E-4840-B1DD-3A39854390C2}" type="presParOf" srcId="{9845F57E-5E6B-4892-8B19-B8CDF670CE50}" destId="{98E4212F-AE21-4F3F-B81E-A59C75E91BA9}" srcOrd="2" destOrd="0" presId="urn:microsoft.com/office/officeart/2018/2/layout/IconCircleList"/>
    <dgm:cxn modelId="{BC210AB2-8D81-44F8-B81C-75C1DBE76202}" type="presParOf" srcId="{9845F57E-5E6B-4892-8B19-B8CDF670CE50}" destId="{CAD9E794-4650-4455-BEAB-B3B3300019D5}" srcOrd="3" destOrd="0" presId="urn:microsoft.com/office/officeart/2018/2/layout/IconCircleList"/>
    <dgm:cxn modelId="{0225D51A-4B37-4E02-9336-D358345254D4}" type="presParOf" srcId="{D275D3FE-0EA9-4ABF-8F5E-9F2FC4CEFD7F}" destId="{071F2063-D00D-496E-87C9-72237BDD33C5}" srcOrd="1" destOrd="0" presId="urn:microsoft.com/office/officeart/2018/2/layout/IconCircleList"/>
    <dgm:cxn modelId="{488CA1FC-3688-438B-9164-71932CA6052B}" type="presParOf" srcId="{D275D3FE-0EA9-4ABF-8F5E-9F2FC4CEFD7F}" destId="{CB638F00-4AE9-492C-9B91-DDAE7B1B98A9}" srcOrd="2" destOrd="0" presId="urn:microsoft.com/office/officeart/2018/2/layout/IconCircleList"/>
    <dgm:cxn modelId="{B3ADA061-3AF0-47DD-8D84-4D0DAEECB1CF}" type="presParOf" srcId="{CB638F00-4AE9-492C-9B91-DDAE7B1B98A9}" destId="{567C94B0-808A-4473-82A5-5D1F88C63C57}" srcOrd="0" destOrd="0" presId="urn:microsoft.com/office/officeart/2018/2/layout/IconCircleList"/>
    <dgm:cxn modelId="{C5A08F99-DD9E-4D57-8F33-C14075FCA9F2}" type="presParOf" srcId="{CB638F00-4AE9-492C-9B91-DDAE7B1B98A9}" destId="{F1F2D5CF-F238-4381-9E5D-A10F31E386DA}" srcOrd="1" destOrd="0" presId="urn:microsoft.com/office/officeart/2018/2/layout/IconCircleList"/>
    <dgm:cxn modelId="{7E9F74C5-4900-4960-A3BB-B361084662D6}" type="presParOf" srcId="{CB638F00-4AE9-492C-9B91-DDAE7B1B98A9}" destId="{7B900FED-D385-411A-A717-92E34B549DB5}" srcOrd="2" destOrd="0" presId="urn:microsoft.com/office/officeart/2018/2/layout/IconCircleList"/>
    <dgm:cxn modelId="{19D009CE-F9B2-42E0-9EA5-0CB532616E5C}" type="presParOf" srcId="{CB638F00-4AE9-492C-9B91-DDAE7B1B98A9}" destId="{048F1D90-431B-4C4F-9131-90C35B71AAA6}" srcOrd="3" destOrd="0" presId="urn:microsoft.com/office/officeart/2018/2/layout/IconCircleList"/>
    <dgm:cxn modelId="{913EB0DC-8517-4AA9-9DD3-09B3DABB09D5}" type="presParOf" srcId="{D275D3FE-0EA9-4ABF-8F5E-9F2FC4CEFD7F}" destId="{17E9175B-C5DA-419B-A3DA-F6B0EB3BF6B5}" srcOrd="3" destOrd="0" presId="urn:microsoft.com/office/officeart/2018/2/layout/IconCircleList"/>
    <dgm:cxn modelId="{75A41C10-B7CA-4BB6-ACF2-3120E8FD36F5}" type="presParOf" srcId="{D275D3FE-0EA9-4ABF-8F5E-9F2FC4CEFD7F}" destId="{85CBF1BA-C9E1-489A-9203-576F41813AF7}" srcOrd="4" destOrd="0" presId="urn:microsoft.com/office/officeart/2018/2/layout/IconCircleList"/>
    <dgm:cxn modelId="{FE4AC1F8-65BC-4825-960A-A7B57E25526B}" type="presParOf" srcId="{85CBF1BA-C9E1-489A-9203-576F41813AF7}" destId="{6B071846-C381-4106-BDFD-C70F36379DB5}" srcOrd="0" destOrd="0" presId="urn:microsoft.com/office/officeart/2018/2/layout/IconCircleList"/>
    <dgm:cxn modelId="{79685280-DA1B-4A92-AFD7-C089AE5DF34D}" type="presParOf" srcId="{85CBF1BA-C9E1-489A-9203-576F41813AF7}" destId="{7B5F68EF-9343-42F1-B5A6-91F8D3AB0401}" srcOrd="1" destOrd="0" presId="urn:microsoft.com/office/officeart/2018/2/layout/IconCircleList"/>
    <dgm:cxn modelId="{C1FDBFA1-405C-4E6F-B63A-36C2566EA4B1}" type="presParOf" srcId="{85CBF1BA-C9E1-489A-9203-576F41813AF7}" destId="{74A4CA03-C8E3-407D-BBA2-2511AC209C2B}" srcOrd="2" destOrd="0" presId="urn:microsoft.com/office/officeart/2018/2/layout/IconCircleList"/>
    <dgm:cxn modelId="{FD9A6A3E-C77F-4FDF-90F4-D1D42326B3A8}" type="presParOf" srcId="{85CBF1BA-C9E1-489A-9203-576F41813AF7}" destId="{5158E7AF-5B68-4FF9-9176-DC9FCA28280F}" srcOrd="3" destOrd="0" presId="urn:microsoft.com/office/officeart/2018/2/layout/IconCircleList"/>
    <dgm:cxn modelId="{B67F2D57-8BD8-461E-B9A6-2B865AE6E87B}" type="presParOf" srcId="{D275D3FE-0EA9-4ABF-8F5E-9F2FC4CEFD7F}" destId="{091CF346-17DD-40E4-9AC0-6344965C6F77}" srcOrd="5" destOrd="0" presId="urn:microsoft.com/office/officeart/2018/2/layout/IconCircleList"/>
    <dgm:cxn modelId="{5433EDFF-502A-48D8-93BC-2C87AA17CA1C}" type="presParOf" srcId="{D275D3FE-0EA9-4ABF-8F5E-9F2FC4CEFD7F}" destId="{AF2F448A-5CB8-4A45-8424-B478301CE45C}" srcOrd="6" destOrd="0" presId="urn:microsoft.com/office/officeart/2018/2/layout/IconCircleList"/>
    <dgm:cxn modelId="{B03AC788-A901-421C-99D1-E619BDFCAF43}" type="presParOf" srcId="{AF2F448A-5CB8-4A45-8424-B478301CE45C}" destId="{BFF01D41-D903-4267-A049-530991478C01}" srcOrd="0" destOrd="0" presId="urn:microsoft.com/office/officeart/2018/2/layout/IconCircleList"/>
    <dgm:cxn modelId="{504FCDF0-2D0D-40C3-8B31-861B38DD8F72}" type="presParOf" srcId="{AF2F448A-5CB8-4A45-8424-B478301CE45C}" destId="{375C8C8B-69CD-4E18-B525-843AC2CF3420}" srcOrd="1" destOrd="0" presId="urn:microsoft.com/office/officeart/2018/2/layout/IconCircleList"/>
    <dgm:cxn modelId="{0C385E15-A12B-463F-8665-C3A0ADDE7162}" type="presParOf" srcId="{AF2F448A-5CB8-4A45-8424-B478301CE45C}" destId="{0B32EDF2-2EB4-46F0-8A9A-A21CAFE06C99}" srcOrd="2" destOrd="0" presId="urn:microsoft.com/office/officeart/2018/2/layout/IconCircleList"/>
    <dgm:cxn modelId="{C94C7EFA-45CB-4937-8852-09B6FCA52A5D}" type="presParOf" srcId="{AF2F448A-5CB8-4A45-8424-B478301CE45C}" destId="{C58278B7-88BB-4D8A-94F5-3A1DCC8DE346}" srcOrd="3" destOrd="0" presId="urn:microsoft.com/office/officeart/2018/2/layout/IconCircleList"/>
    <dgm:cxn modelId="{EE588D72-5E08-4E23-8F44-36EF9DECC40A}" type="presParOf" srcId="{D275D3FE-0EA9-4ABF-8F5E-9F2FC4CEFD7F}" destId="{38FC86C6-643E-4E73-94A9-1652B430E5CB}" srcOrd="7" destOrd="0" presId="urn:microsoft.com/office/officeart/2018/2/layout/IconCircleList"/>
    <dgm:cxn modelId="{801F87CB-DEE0-41DE-AB15-71025C019C36}" type="presParOf" srcId="{D275D3FE-0EA9-4ABF-8F5E-9F2FC4CEFD7F}" destId="{5EF56703-E56F-4444-97A6-971F3D2A2650}" srcOrd="8" destOrd="0" presId="urn:microsoft.com/office/officeart/2018/2/layout/IconCircleList"/>
    <dgm:cxn modelId="{B67E0E3D-94CD-457A-B2C3-4247E6DF966A}" type="presParOf" srcId="{5EF56703-E56F-4444-97A6-971F3D2A2650}" destId="{4CABB35B-2DE0-49B9-B612-5658B6C5C80E}" srcOrd="0" destOrd="0" presId="urn:microsoft.com/office/officeart/2018/2/layout/IconCircleList"/>
    <dgm:cxn modelId="{CA5D9BFB-51BE-41C6-AF8E-3A1CF41885DD}" type="presParOf" srcId="{5EF56703-E56F-4444-97A6-971F3D2A2650}" destId="{D36DC261-4932-4F99-AB1A-806E2B0FFCF0}" srcOrd="1" destOrd="0" presId="urn:microsoft.com/office/officeart/2018/2/layout/IconCircleList"/>
    <dgm:cxn modelId="{11AB3386-58E6-44CD-8ADA-80903430F336}" type="presParOf" srcId="{5EF56703-E56F-4444-97A6-971F3D2A2650}" destId="{7EF43AA9-D69D-48F8-9E60-24EFA7F6D7A9}" srcOrd="2" destOrd="0" presId="urn:microsoft.com/office/officeart/2018/2/layout/IconCircleList"/>
    <dgm:cxn modelId="{0EACBDBA-2269-4184-AB72-27684E9B4F57}" type="presParOf" srcId="{5EF56703-E56F-4444-97A6-971F3D2A2650}" destId="{4BEA23D6-C84B-434A-A1BF-7943E616873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42069C1-EB18-4380-8D86-26BC01C9AAE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CCEE7BB-0D58-45E6-96F6-DCC82FF0D7E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/>
            <a:t>Only those things that need to update should have an update method</a:t>
          </a:r>
          <a:endParaRPr lang="en-US"/>
        </a:p>
      </dgm:t>
    </dgm:pt>
    <dgm:pt modelId="{A1B1F9AE-5CCD-41AF-A53C-05F4AC488028}" type="parTrans" cxnId="{3988FE16-4C8E-493B-91D3-03CD9265E8D8}">
      <dgm:prSet/>
      <dgm:spPr/>
      <dgm:t>
        <a:bodyPr/>
        <a:lstStyle/>
        <a:p>
          <a:endParaRPr lang="en-US"/>
        </a:p>
      </dgm:t>
    </dgm:pt>
    <dgm:pt modelId="{1FC4E312-F191-4BBB-8AEE-8596E1D88FD2}" type="sibTrans" cxnId="{3988FE16-4C8E-493B-91D3-03CD9265E8D8}">
      <dgm:prSet/>
      <dgm:spPr/>
      <dgm:t>
        <a:bodyPr/>
        <a:lstStyle/>
        <a:p>
          <a:endParaRPr lang="en-US"/>
        </a:p>
      </dgm:t>
    </dgm:pt>
    <dgm:pt modelId="{EA5EAB41-3DBD-447E-9E58-15ECD740194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/>
            <a:t>Only those things that need to render should have a render method</a:t>
          </a:r>
          <a:endParaRPr lang="en-US"/>
        </a:p>
      </dgm:t>
    </dgm:pt>
    <dgm:pt modelId="{DAE69CA0-F77A-4C0F-BC1F-3E50BDA79BB3}" type="parTrans" cxnId="{4144EA4F-66B0-4A78-9D89-E5185E76DBC3}">
      <dgm:prSet/>
      <dgm:spPr/>
      <dgm:t>
        <a:bodyPr/>
        <a:lstStyle/>
        <a:p>
          <a:endParaRPr lang="en-US"/>
        </a:p>
      </dgm:t>
    </dgm:pt>
    <dgm:pt modelId="{5AD7EBB8-9AF9-4E59-813D-3159D9E9DB7B}" type="sibTrans" cxnId="{4144EA4F-66B0-4A78-9D89-E5185E76DBC3}">
      <dgm:prSet/>
      <dgm:spPr/>
      <dgm:t>
        <a:bodyPr/>
        <a:lstStyle/>
        <a:p>
          <a:endParaRPr lang="en-US"/>
        </a:p>
      </dgm:t>
    </dgm:pt>
    <dgm:pt modelId="{193C5827-94AF-4468-8D5F-E57BBFB9466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/>
            <a:t>Remember class specialisation, wherever your game loop is, that is all that should be there</a:t>
          </a:r>
          <a:endParaRPr lang="en-US"/>
        </a:p>
      </dgm:t>
    </dgm:pt>
    <dgm:pt modelId="{3DAD61C3-8F58-4A43-B55E-1E8135175237}" type="parTrans" cxnId="{B474501C-3820-44AC-9349-41E68FFE225C}">
      <dgm:prSet/>
      <dgm:spPr/>
      <dgm:t>
        <a:bodyPr/>
        <a:lstStyle/>
        <a:p>
          <a:endParaRPr lang="en-US"/>
        </a:p>
      </dgm:t>
    </dgm:pt>
    <dgm:pt modelId="{E2DF2D26-41CA-456D-B388-41C3C4065AB0}" type="sibTrans" cxnId="{B474501C-3820-44AC-9349-41E68FFE225C}">
      <dgm:prSet/>
      <dgm:spPr/>
      <dgm:t>
        <a:bodyPr/>
        <a:lstStyle/>
        <a:p>
          <a:endParaRPr lang="en-US"/>
        </a:p>
      </dgm:t>
    </dgm:pt>
    <dgm:pt modelId="{E672E130-CE40-4F92-BBEB-02D832C33855}" type="pres">
      <dgm:prSet presAssocID="{A42069C1-EB18-4380-8D86-26BC01C9AAE1}" presName="root" presStyleCnt="0">
        <dgm:presLayoutVars>
          <dgm:dir/>
          <dgm:resizeHandles val="exact"/>
        </dgm:presLayoutVars>
      </dgm:prSet>
      <dgm:spPr/>
    </dgm:pt>
    <dgm:pt modelId="{23914C23-89FF-459E-9F03-755A66D3F2E6}" type="pres">
      <dgm:prSet presAssocID="{5CCEE7BB-0D58-45E6-96F6-DCC82FF0D7EA}" presName="compNode" presStyleCnt="0"/>
      <dgm:spPr/>
    </dgm:pt>
    <dgm:pt modelId="{3E2DF0CC-4994-4783-A5EF-6254AE56CED5}" type="pres">
      <dgm:prSet presAssocID="{5CCEE7BB-0D58-45E6-96F6-DCC82FF0D7EA}" presName="iconBgRect" presStyleLbl="bgShp" presStyleIdx="0" presStyleCnt="3"/>
      <dgm:spPr/>
    </dgm:pt>
    <dgm:pt modelId="{7C7BECD1-8C26-46E0-9164-CD97139902E8}" type="pres">
      <dgm:prSet presAssocID="{5CCEE7BB-0D58-45E6-96F6-DCC82FF0D7E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6FCE5F0C-B9F0-4C5C-9605-6C727F8E786C}" type="pres">
      <dgm:prSet presAssocID="{5CCEE7BB-0D58-45E6-96F6-DCC82FF0D7EA}" presName="spaceRect" presStyleCnt="0"/>
      <dgm:spPr/>
    </dgm:pt>
    <dgm:pt modelId="{43EFB41F-16F0-4E02-BEE4-F902F0FD5C78}" type="pres">
      <dgm:prSet presAssocID="{5CCEE7BB-0D58-45E6-96F6-DCC82FF0D7EA}" presName="textRect" presStyleLbl="revTx" presStyleIdx="0" presStyleCnt="3">
        <dgm:presLayoutVars>
          <dgm:chMax val="1"/>
          <dgm:chPref val="1"/>
        </dgm:presLayoutVars>
      </dgm:prSet>
      <dgm:spPr/>
    </dgm:pt>
    <dgm:pt modelId="{BD0EC579-82E7-48CA-8E2E-330231904620}" type="pres">
      <dgm:prSet presAssocID="{1FC4E312-F191-4BBB-8AEE-8596E1D88FD2}" presName="sibTrans" presStyleCnt="0"/>
      <dgm:spPr/>
    </dgm:pt>
    <dgm:pt modelId="{61D23FEC-FA16-4A8A-9FB7-7A428C4665ED}" type="pres">
      <dgm:prSet presAssocID="{EA5EAB41-3DBD-447E-9E58-15ECD7401940}" presName="compNode" presStyleCnt="0"/>
      <dgm:spPr/>
    </dgm:pt>
    <dgm:pt modelId="{8AAFD3DD-5D12-468B-8F6A-ABD25E1C63D8}" type="pres">
      <dgm:prSet presAssocID="{EA5EAB41-3DBD-447E-9E58-15ECD7401940}" presName="iconBgRect" presStyleLbl="bgShp" presStyleIdx="1" presStyleCnt="3"/>
      <dgm:spPr/>
    </dgm:pt>
    <dgm:pt modelId="{B7903507-6DE8-469C-A8F9-5F0D356EF520}" type="pres">
      <dgm:prSet presAssocID="{EA5EAB41-3DBD-447E-9E58-15ECD740194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B00B8E1B-FB78-4FE3-8DCD-41DBF33FB7BB}" type="pres">
      <dgm:prSet presAssocID="{EA5EAB41-3DBD-447E-9E58-15ECD7401940}" presName="spaceRect" presStyleCnt="0"/>
      <dgm:spPr/>
    </dgm:pt>
    <dgm:pt modelId="{9FFFC0D9-F9AA-4621-BDE6-21AB36F2D520}" type="pres">
      <dgm:prSet presAssocID="{EA5EAB41-3DBD-447E-9E58-15ECD7401940}" presName="textRect" presStyleLbl="revTx" presStyleIdx="1" presStyleCnt="3">
        <dgm:presLayoutVars>
          <dgm:chMax val="1"/>
          <dgm:chPref val="1"/>
        </dgm:presLayoutVars>
      </dgm:prSet>
      <dgm:spPr/>
    </dgm:pt>
    <dgm:pt modelId="{5C4426CD-7886-449F-A411-C34E44C48DA0}" type="pres">
      <dgm:prSet presAssocID="{5AD7EBB8-9AF9-4E59-813D-3159D9E9DB7B}" presName="sibTrans" presStyleCnt="0"/>
      <dgm:spPr/>
    </dgm:pt>
    <dgm:pt modelId="{ADD4F5C0-F645-48B1-9A61-A2444B2A3AB0}" type="pres">
      <dgm:prSet presAssocID="{193C5827-94AF-4468-8D5F-E57BBFB9466E}" presName="compNode" presStyleCnt="0"/>
      <dgm:spPr/>
    </dgm:pt>
    <dgm:pt modelId="{CA061128-C473-4B93-B993-7A77E665132A}" type="pres">
      <dgm:prSet presAssocID="{193C5827-94AF-4468-8D5F-E57BBFB9466E}" presName="iconBgRect" presStyleLbl="bgShp" presStyleIdx="2" presStyleCnt="3"/>
      <dgm:spPr/>
    </dgm:pt>
    <dgm:pt modelId="{16BA5215-90B7-4AEE-B5F9-2889EF1B7172}" type="pres">
      <dgm:prSet presAssocID="{193C5827-94AF-4468-8D5F-E57BBFB9466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3E08305B-4EB0-4F1C-8F3C-D4596919A672}" type="pres">
      <dgm:prSet presAssocID="{193C5827-94AF-4468-8D5F-E57BBFB9466E}" presName="spaceRect" presStyleCnt="0"/>
      <dgm:spPr/>
    </dgm:pt>
    <dgm:pt modelId="{89632D77-108D-44DB-BD6B-FD94C2220FDE}" type="pres">
      <dgm:prSet presAssocID="{193C5827-94AF-4468-8D5F-E57BBFB9466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BCEED0E-359D-4841-B3F7-B71625549D4A}" type="presOf" srcId="{A42069C1-EB18-4380-8D86-26BC01C9AAE1}" destId="{E672E130-CE40-4F92-BBEB-02D832C33855}" srcOrd="0" destOrd="0" presId="urn:microsoft.com/office/officeart/2018/5/layout/IconCircleLabelList"/>
    <dgm:cxn modelId="{3988FE16-4C8E-493B-91D3-03CD9265E8D8}" srcId="{A42069C1-EB18-4380-8D86-26BC01C9AAE1}" destId="{5CCEE7BB-0D58-45E6-96F6-DCC82FF0D7EA}" srcOrd="0" destOrd="0" parTransId="{A1B1F9AE-5CCD-41AF-A53C-05F4AC488028}" sibTransId="{1FC4E312-F191-4BBB-8AEE-8596E1D88FD2}"/>
    <dgm:cxn modelId="{B474501C-3820-44AC-9349-41E68FFE225C}" srcId="{A42069C1-EB18-4380-8D86-26BC01C9AAE1}" destId="{193C5827-94AF-4468-8D5F-E57BBFB9466E}" srcOrd="2" destOrd="0" parTransId="{3DAD61C3-8F58-4A43-B55E-1E8135175237}" sibTransId="{E2DF2D26-41CA-456D-B388-41C3C4065AB0}"/>
    <dgm:cxn modelId="{E337FB2A-3A68-4488-8631-A470051B8C00}" type="presOf" srcId="{EA5EAB41-3DBD-447E-9E58-15ECD7401940}" destId="{9FFFC0D9-F9AA-4621-BDE6-21AB36F2D520}" srcOrd="0" destOrd="0" presId="urn:microsoft.com/office/officeart/2018/5/layout/IconCircleLabelList"/>
    <dgm:cxn modelId="{4144EA4F-66B0-4A78-9D89-E5185E76DBC3}" srcId="{A42069C1-EB18-4380-8D86-26BC01C9AAE1}" destId="{EA5EAB41-3DBD-447E-9E58-15ECD7401940}" srcOrd="1" destOrd="0" parTransId="{DAE69CA0-F77A-4C0F-BC1F-3E50BDA79BB3}" sibTransId="{5AD7EBB8-9AF9-4E59-813D-3159D9E9DB7B}"/>
    <dgm:cxn modelId="{B6D5EA92-0333-426A-8957-8B5E36A8ECF4}" type="presOf" srcId="{5CCEE7BB-0D58-45E6-96F6-DCC82FF0D7EA}" destId="{43EFB41F-16F0-4E02-BEE4-F902F0FD5C78}" srcOrd="0" destOrd="0" presId="urn:microsoft.com/office/officeart/2018/5/layout/IconCircleLabelList"/>
    <dgm:cxn modelId="{1FEC30B2-91AB-4B44-B80B-A5D750A85DF0}" type="presOf" srcId="{193C5827-94AF-4468-8D5F-E57BBFB9466E}" destId="{89632D77-108D-44DB-BD6B-FD94C2220FDE}" srcOrd="0" destOrd="0" presId="urn:microsoft.com/office/officeart/2018/5/layout/IconCircleLabelList"/>
    <dgm:cxn modelId="{E8C85EF8-3122-4CB5-AAFE-0077339F9A5B}" type="presParOf" srcId="{E672E130-CE40-4F92-BBEB-02D832C33855}" destId="{23914C23-89FF-459E-9F03-755A66D3F2E6}" srcOrd="0" destOrd="0" presId="urn:microsoft.com/office/officeart/2018/5/layout/IconCircleLabelList"/>
    <dgm:cxn modelId="{ACD49DA6-01E9-4D75-AEC0-DABE5837F335}" type="presParOf" srcId="{23914C23-89FF-459E-9F03-755A66D3F2E6}" destId="{3E2DF0CC-4994-4783-A5EF-6254AE56CED5}" srcOrd="0" destOrd="0" presId="urn:microsoft.com/office/officeart/2018/5/layout/IconCircleLabelList"/>
    <dgm:cxn modelId="{D4B9600F-802B-4D9E-A26F-FFC3D033EB2C}" type="presParOf" srcId="{23914C23-89FF-459E-9F03-755A66D3F2E6}" destId="{7C7BECD1-8C26-46E0-9164-CD97139902E8}" srcOrd="1" destOrd="0" presId="urn:microsoft.com/office/officeart/2018/5/layout/IconCircleLabelList"/>
    <dgm:cxn modelId="{0E0A8725-84B4-4C65-9E4C-CE0863998BF7}" type="presParOf" srcId="{23914C23-89FF-459E-9F03-755A66D3F2E6}" destId="{6FCE5F0C-B9F0-4C5C-9605-6C727F8E786C}" srcOrd="2" destOrd="0" presId="urn:microsoft.com/office/officeart/2018/5/layout/IconCircleLabelList"/>
    <dgm:cxn modelId="{7317227E-86D6-4621-A813-7B62750D8CD7}" type="presParOf" srcId="{23914C23-89FF-459E-9F03-755A66D3F2E6}" destId="{43EFB41F-16F0-4E02-BEE4-F902F0FD5C78}" srcOrd="3" destOrd="0" presId="urn:microsoft.com/office/officeart/2018/5/layout/IconCircleLabelList"/>
    <dgm:cxn modelId="{32916125-E5BE-472D-A4CF-7CDB657E2CC3}" type="presParOf" srcId="{E672E130-CE40-4F92-BBEB-02D832C33855}" destId="{BD0EC579-82E7-48CA-8E2E-330231904620}" srcOrd="1" destOrd="0" presId="urn:microsoft.com/office/officeart/2018/5/layout/IconCircleLabelList"/>
    <dgm:cxn modelId="{81F6CBB9-D09C-4670-8062-FC427A15903D}" type="presParOf" srcId="{E672E130-CE40-4F92-BBEB-02D832C33855}" destId="{61D23FEC-FA16-4A8A-9FB7-7A428C4665ED}" srcOrd="2" destOrd="0" presId="urn:microsoft.com/office/officeart/2018/5/layout/IconCircleLabelList"/>
    <dgm:cxn modelId="{33BD88D8-08A3-4FA5-B3B6-139F6B054F06}" type="presParOf" srcId="{61D23FEC-FA16-4A8A-9FB7-7A428C4665ED}" destId="{8AAFD3DD-5D12-468B-8F6A-ABD25E1C63D8}" srcOrd="0" destOrd="0" presId="urn:microsoft.com/office/officeart/2018/5/layout/IconCircleLabelList"/>
    <dgm:cxn modelId="{BFD00EF2-4BEF-47F9-87F8-9F09E0ED257D}" type="presParOf" srcId="{61D23FEC-FA16-4A8A-9FB7-7A428C4665ED}" destId="{B7903507-6DE8-469C-A8F9-5F0D356EF520}" srcOrd="1" destOrd="0" presId="urn:microsoft.com/office/officeart/2018/5/layout/IconCircleLabelList"/>
    <dgm:cxn modelId="{6D1C4FD9-7302-4C9E-811A-28C87625BA1D}" type="presParOf" srcId="{61D23FEC-FA16-4A8A-9FB7-7A428C4665ED}" destId="{B00B8E1B-FB78-4FE3-8DCD-41DBF33FB7BB}" srcOrd="2" destOrd="0" presId="urn:microsoft.com/office/officeart/2018/5/layout/IconCircleLabelList"/>
    <dgm:cxn modelId="{80955964-0069-4418-81F2-97000248C4F1}" type="presParOf" srcId="{61D23FEC-FA16-4A8A-9FB7-7A428C4665ED}" destId="{9FFFC0D9-F9AA-4621-BDE6-21AB36F2D520}" srcOrd="3" destOrd="0" presId="urn:microsoft.com/office/officeart/2018/5/layout/IconCircleLabelList"/>
    <dgm:cxn modelId="{8575AE1E-3224-4974-BFB5-7B3E06FAEAB1}" type="presParOf" srcId="{E672E130-CE40-4F92-BBEB-02D832C33855}" destId="{5C4426CD-7886-449F-A411-C34E44C48DA0}" srcOrd="3" destOrd="0" presId="urn:microsoft.com/office/officeart/2018/5/layout/IconCircleLabelList"/>
    <dgm:cxn modelId="{ECAA6B5D-9D53-4247-A864-745B6FB1F9D3}" type="presParOf" srcId="{E672E130-CE40-4F92-BBEB-02D832C33855}" destId="{ADD4F5C0-F645-48B1-9A61-A2444B2A3AB0}" srcOrd="4" destOrd="0" presId="urn:microsoft.com/office/officeart/2018/5/layout/IconCircleLabelList"/>
    <dgm:cxn modelId="{5D25EE17-A613-4E8B-AE0D-8E4DB1AB74CD}" type="presParOf" srcId="{ADD4F5C0-F645-48B1-9A61-A2444B2A3AB0}" destId="{CA061128-C473-4B93-B993-7A77E665132A}" srcOrd="0" destOrd="0" presId="urn:microsoft.com/office/officeart/2018/5/layout/IconCircleLabelList"/>
    <dgm:cxn modelId="{EF412204-9B4B-4262-B315-D7963516D93D}" type="presParOf" srcId="{ADD4F5C0-F645-48B1-9A61-A2444B2A3AB0}" destId="{16BA5215-90B7-4AEE-B5F9-2889EF1B7172}" srcOrd="1" destOrd="0" presId="urn:microsoft.com/office/officeart/2018/5/layout/IconCircleLabelList"/>
    <dgm:cxn modelId="{CEBDDDB5-7032-4326-B782-282D968CEA9C}" type="presParOf" srcId="{ADD4F5C0-F645-48B1-9A61-A2444B2A3AB0}" destId="{3E08305B-4EB0-4F1C-8F3C-D4596919A672}" srcOrd="2" destOrd="0" presId="urn:microsoft.com/office/officeart/2018/5/layout/IconCircleLabelList"/>
    <dgm:cxn modelId="{BE980FF4-9526-4118-AFAF-EC2CCC5FBD5F}" type="presParOf" srcId="{ADD4F5C0-F645-48B1-9A61-A2444B2A3AB0}" destId="{89632D77-108D-44DB-BD6B-FD94C2220FD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F1202E9-A27E-47C7-9C26-E357E42AD42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FF9CC0FF-CC09-4B9A-8397-3DA02D6C942F}">
      <dgm:prSet/>
      <dgm:spPr/>
      <dgm:t>
        <a:bodyPr/>
        <a:lstStyle/>
        <a:p>
          <a:pPr>
            <a:defRPr cap="all"/>
          </a:pPr>
          <a:r>
            <a:rPr lang="en-CA"/>
            <a:t>Maintain 2 pointers, draw everything to one, and draw the other to the screen</a:t>
          </a:r>
          <a:endParaRPr lang="en-US"/>
        </a:p>
      </dgm:t>
    </dgm:pt>
    <dgm:pt modelId="{15B364A0-C0D5-427F-A0B5-B79761864D60}" type="parTrans" cxnId="{259554E7-C1A9-491F-80B8-3CF592328474}">
      <dgm:prSet/>
      <dgm:spPr/>
      <dgm:t>
        <a:bodyPr/>
        <a:lstStyle/>
        <a:p>
          <a:endParaRPr lang="en-US"/>
        </a:p>
      </dgm:t>
    </dgm:pt>
    <dgm:pt modelId="{F4A4A350-AADC-4E75-B099-503DD76FBEE9}" type="sibTrans" cxnId="{259554E7-C1A9-491F-80B8-3CF592328474}">
      <dgm:prSet/>
      <dgm:spPr/>
      <dgm:t>
        <a:bodyPr/>
        <a:lstStyle/>
        <a:p>
          <a:endParaRPr lang="en-US"/>
        </a:p>
      </dgm:t>
    </dgm:pt>
    <dgm:pt modelId="{7AE11F5C-CB1E-4ECE-949F-CCF4F70C17F9}">
      <dgm:prSet/>
      <dgm:spPr/>
      <dgm:t>
        <a:bodyPr/>
        <a:lstStyle/>
        <a:p>
          <a:pPr>
            <a:defRPr cap="all"/>
          </a:pPr>
          <a:r>
            <a:rPr lang="en-CA" dirty="0"/>
            <a:t>swap the 2 pointers Every Frame</a:t>
          </a:r>
          <a:endParaRPr lang="en-US" dirty="0"/>
        </a:p>
      </dgm:t>
    </dgm:pt>
    <dgm:pt modelId="{96A477EE-533A-43EE-8C49-F58F6F1C71DD}" type="parTrans" cxnId="{6BA3C759-A386-44AB-9533-D7E1347702B8}">
      <dgm:prSet/>
      <dgm:spPr/>
      <dgm:t>
        <a:bodyPr/>
        <a:lstStyle/>
        <a:p>
          <a:endParaRPr lang="en-US"/>
        </a:p>
      </dgm:t>
    </dgm:pt>
    <dgm:pt modelId="{2F6EAEE7-07FB-4589-9FA0-442EA898D5D0}" type="sibTrans" cxnId="{6BA3C759-A386-44AB-9533-D7E1347702B8}">
      <dgm:prSet/>
      <dgm:spPr/>
      <dgm:t>
        <a:bodyPr/>
        <a:lstStyle/>
        <a:p>
          <a:endParaRPr lang="en-US"/>
        </a:p>
      </dgm:t>
    </dgm:pt>
    <dgm:pt modelId="{D969C1BE-8A2A-48C8-97FF-9CB9036D77C1}">
      <dgm:prSet/>
      <dgm:spPr/>
      <dgm:t>
        <a:bodyPr/>
        <a:lstStyle/>
        <a:p>
          <a:pPr>
            <a:defRPr cap="all"/>
          </a:pPr>
          <a:r>
            <a:rPr lang="en-CA"/>
            <a:t>More performance friendly</a:t>
          </a:r>
          <a:endParaRPr lang="en-US"/>
        </a:p>
      </dgm:t>
    </dgm:pt>
    <dgm:pt modelId="{ECBEED9E-9BF5-42D5-9C1A-A60548FF957F}" type="parTrans" cxnId="{60D0D118-7BE4-4F22-BD07-9C0885EA8931}">
      <dgm:prSet/>
      <dgm:spPr/>
      <dgm:t>
        <a:bodyPr/>
        <a:lstStyle/>
        <a:p>
          <a:endParaRPr lang="en-US"/>
        </a:p>
      </dgm:t>
    </dgm:pt>
    <dgm:pt modelId="{290C7231-174F-4C77-91AD-79EBAFD7BBD6}" type="sibTrans" cxnId="{60D0D118-7BE4-4F22-BD07-9C0885EA8931}">
      <dgm:prSet/>
      <dgm:spPr/>
      <dgm:t>
        <a:bodyPr/>
        <a:lstStyle/>
        <a:p>
          <a:endParaRPr lang="en-US"/>
        </a:p>
      </dgm:t>
    </dgm:pt>
    <dgm:pt modelId="{1AE97311-5865-46C4-BAEF-B4CF715F4F14}" type="pres">
      <dgm:prSet presAssocID="{EF1202E9-A27E-47C7-9C26-E357E42AD423}" presName="root" presStyleCnt="0">
        <dgm:presLayoutVars>
          <dgm:dir/>
          <dgm:resizeHandles val="exact"/>
        </dgm:presLayoutVars>
      </dgm:prSet>
      <dgm:spPr/>
    </dgm:pt>
    <dgm:pt modelId="{48F930A6-C224-4488-AEB4-1CB2EF34BB4E}" type="pres">
      <dgm:prSet presAssocID="{FF9CC0FF-CC09-4B9A-8397-3DA02D6C942F}" presName="compNode" presStyleCnt="0"/>
      <dgm:spPr/>
    </dgm:pt>
    <dgm:pt modelId="{68EAAC03-AD71-407C-B28E-9772C646D87A}" type="pres">
      <dgm:prSet presAssocID="{FF9CC0FF-CC09-4B9A-8397-3DA02D6C942F}" presName="iconBgRect" presStyleLbl="bgShp" presStyleIdx="0" presStyleCnt="3"/>
      <dgm:spPr/>
    </dgm:pt>
    <dgm:pt modelId="{3649F69E-BFD2-4FF9-B196-1FB4B8D4CFE0}" type="pres">
      <dgm:prSet presAssocID="{FF9CC0FF-CC09-4B9A-8397-3DA02D6C942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sel"/>
        </a:ext>
      </dgm:extLst>
    </dgm:pt>
    <dgm:pt modelId="{EDBD74B1-59AB-4E8F-A110-A564FE29E672}" type="pres">
      <dgm:prSet presAssocID="{FF9CC0FF-CC09-4B9A-8397-3DA02D6C942F}" presName="spaceRect" presStyleCnt="0"/>
      <dgm:spPr/>
    </dgm:pt>
    <dgm:pt modelId="{F3D6B07D-5C04-465E-9513-1476EB130058}" type="pres">
      <dgm:prSet presAssocID="{FF9CC0FF-CC09-4B9A-8397-3DA02D6C942F}" presName="textRect" presStyleLbl="revTx" presStyleIdx="0" presStyleCnt="3">
        <dgm:presLayoutVars>
          <dgm:chMax val="1"/>
          <dgm:chPref val="1"/>
        </dgm:presLayoutVars>
      </dgm:prSet>
      <dgm:spPr/>
    </dgm:pt>
    <dgm:pt modelId="{F5087789-ADB0-416D-94CE-9ADE1521E319}" type="pres">
      <dgm:prSet presAssocID="{F4A4A350-AADC-4E75-B099-503DD76FBEE9}" presName="sibTrans" presStyleCnt="0"/>
      <dgm:spPr/>
    </dgm:pt>
    <dgm:pt modelId="{2D4560A9-DB71-40D2-BA49-780EEB45F500}" type="pres">
      <dgm:prSet presAssocID="{7AE11F5C-CB1E-4ECE-949F-CCF4F70C17F9}" presName="compNode" presStyleCnt="0"/>
      <dgm:spPr/>
    </dgm:pt>
    <dgm:pt modelId="{1D865991-2E83-471C-9201-6D75CE81098A}" type="pres">
      <dgm:prSet presAssocID="{7AE11F5C-CB1E-4ECE-949F-CCF4F70C17F9}" presName="iconBgRect" presStyleLbl="bgShp" presStyleIdx="1" presStyleCnt="3"/>
      <dgm:spPr/>
    </dgm:pt>
    <dgm:pt modelId="{79DD38C5-3056-4E36-8104-065C7B0A677E}" type="pres">
      <dgm:prSet presAssocID="{7AE11F5C-CB1E-4ECE-949F-CCF4F70C17F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A7DAA9B-0317-4008-8025-9E7FB6C3EFE4}" type="pres">
      <dgm:prSet presAssocID="{7AE11F5C-CB1E-4ECE-949F-CCF4F70C17F9}" presName="spaceRect" presStyleCnt="0"/>
      <dgm:spPr/>
    </dgm:pt>
    <dgm:pt modelId="{A1101B3F-CADA-4C9E-874F-9505058DFBEA}" type="pres">
      <dgm:prSet presAssocID="{7AE11F5C-CB1E-4ECE-949F-CCF4F70C17F9}" presName="textRect" presStyleLbl="revTx" presStyleIdx="1" presStyleCnt="3">
        <dgm:presLayoutVars>
          <dgm:chMax val="1"/>
          <dgm:chPref val="1"/>
        </dgm:presLayoutVars>
      </dgm:prSet>
      <dgm:spPr/>
    </dgm:pt>
    <dgm:pt modelId="{F72EBC09-99C2-4566-894C-498E0E6344AF}" type="pres">
      <dgm:prSet presAssocID="{2F6EAEE7-07FB-4589-9FA0-442EA898D5D0}" presName="sibTrans" presStyleCnt="0"/>
      <dgm:spPr/>
    </dgm:pt>
    <dgm:pt modelId="{C10F23DE-6194-416C-869A-A100FD592FFD}" type="pres">
      <dgm:prSet presAssocID="{D969C1BE-8A2A-48C8-97FF-9CB9036D77C1}" presName="compNode" presStyleCnt="0"/>
      <dgm:spPr/>
    </dgm:pt>
    <dgm:pt modelId="{48C07E2E-003D-4917-A932-4525B04D521F}" type="pres">
      <dgm:prSet presAssocID="{D969C1BE-8A2A-48C8-97FF-9CB9036D77C1}" presName="iconBgRect" presStyleLbl="bgShp" presStyleIdx="2" presStyleCnt="3"/>
      <dgm:spPr/>
    </dgm:pt>
    <dgm:pt modelId="{CCCA3DE0-7428-4092-AAE9-7B46F47B3815}" type="pres">
      <dgm:prSet presAssocID="{D969C1BE-8A2A-48C8-97FF-9CB9036D77C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D57D1D4E-88E1-4F4B-8B6C-F1E6AC457815}" type="pres">
      <dgm:prSet presAssocID="{D969C1BE-8A2A-48C8-97FF-9CB9036D77C1}" presName="spaceRect" presStyleCnt="0"/>
      <dgm:spPr/>
    </dgm:pt>
    <dgm:pt modelId="{DD5221AF-5DC2-4B90-ACD9-5B8E05BC4115}" type="pres">
      <dgm:prSet presAssocID="{D969C1BE-8A2A-48C8-97FF-9CB9036D77C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0D0D118-7BE4-4F22-BD07-9C0885EA8931}" srcId="{EF1202E9-A27E-47C7-9C26-E357E42AD423}" destId="{D969C1BE-8A2A-48C8-97FF-9CB9036D77C1}" srcOrd="2" destOrd="0" parTransId="{ECBEED9E-9BF5-42D5-9C1A-A60548FF957F}" sibTransId="{290C7231-174F-4C77-91AD-79EBAFD7BBD6}"/>
    <dgm:cxn modelId="{39405C20-2544-4C52-8735-BBC2A5550BDD}" type="presOf" srcId="{D969C1BE-8A2A-48C8-97FF-9CB9036D77C1}" destId="{DD5221AF-5DC2-4B90-ACD9-5B8E05BC4115}" srcOrd="0" destOrd="0" presId="urn:microsoft.com/office/officeart/2018/5/layout/IconCircleLabelList"/>
    <dgm:cxn modelId="{6F3D0344-E865-4384-8FE8-D50832D3F42C}" type="presOf" srcId="{FF9CC0FF-CC09-4B9A-8397-3DA02D6C942F}" destId="{F3D6B07D-5C04-465E-9513-1476EB130058}" srcOrd="0" destOrd="0" presId="urn:microsoft.com/office/officeart/2018/5/layout/IconCircleLabelList"/>
    <dgm:cxn modelId="{3A36A369-AEE5-4021-A4BE-25D18E23264F}" type="presOf" srcId="{7AE11F5C-CB1E-4ECE-949F-CCF4F70C17F9}" destId="{A1101B3F-CADA-4C9E-874F-9505058DFBEA}" srcOrd="0" destOrd="0" presId="urn:microsoft.com/office/officeart/2018/5/layout/IconCircleLabelList"/>
    <dgm:cxn modelId="{6BA3C759-A386-44AB-9533-D7E1347702B8}" srcId="{EF1202E9-A27E-47C7-9C26-E357E42AD423}" destId="{7AE11F5C-CB1E-4ECE-949F-CCF4F70C17F9}" srcOrd="1" destOrd="0" parTransId="{96A477EE-533A-43EE-8C49-F58F6F1C71DD}" sibTransId="{2F6EAEE7-07FB-4589-9FA0-442EA898D5D0}"/>
    <dgm:cxn modelId="{259554E7-C1A9-491F-80B8-3CF592328474}" srcId="{EF1202E9-A27E-47C7-9C26-E357E42AD423}" destId="{FF9CC0FF-CC09-4B9A-8397-3DA02D6C942F}" srcOrd="0" destOrd="0" parTransId="{15B364A0-C0D5-427F-A0B5-B79761864D60}" sibTransId="{F4A4A350-AADC-4E75-B099-503DD76FBEE9}"/>
    <dgm:cxn modelId="{D5E6A1FB-B6EB-444B-8D39-A4BA1FCE4E2D}" type="presOf" srcId="{EF1202E9-A27E-47C7-9C26-E357E42AD423}" destId="{1AE97311-5865-46C4-BAEF-B4CF715F4F14}" srcOrd="0" destOrd="0" presId="urn:microsoft.com/office/officeart/2018/5/layout/IconCircleLabelList"/>
    <dgm:cxn modelId="{5EEE6A81-9B96-4E27-A4AD-FD84EB016844}" type="presParOf" srcId="{1AE97311-5865-46C4-BAEF-B4CF715F4F14}" destId="{48F930A6-C224-4488-AEB4-1CB2EF34BB4E}" srcOrd="0" destOrd="0" presId="urn:microsoft.com/office/officeart/2018/5/layout/IconCircleLabelList"/>
    <dgm:cxn modelId="{1CAAC520-7578-46FE-B8E1-FD7923A660FC}" type="presParOf" srcId="{48F930A6-C224-4488-AEB4-1CB2EF34BB4E}" destId="{68EAAC03-AD71-407C-B28E-9772C646D87A}" srcOrd="0" destOrd="0" presId="urn:microsoft.com/office/officeart/2018/5/layout/IconCircleLabelList"/>
    <dgm:cxn modelId="{E47FB63A-E50D-4E5F-AC76-4EB36AEDCCE4}" type="presParOf" srcId="{48F930A6-C224-4488-AEB4-1CB2EF34BB4E}" destId="{3649F69E-BFD2-4FF9-B196-1FB4B8D4CFE0}" srcOrd="1" destOrd="0" presId="urn:microsoft.com/office/officeart/2018/5/layout/IconCircleLabelList"/>
    <dgm:cxn modelId="{945238DA-52F2-4A18-B694-DFFF09335CA5}" type="presParOf" srcId="{48F930A6-C224-4488-AEB4-1CB2EF34BB4E}" destId="{EDBD74B1-59AB-4E8F-A110-A564FE29E672}" srcOrd="2" destOrd="0" presId="urn:microsoft.com/office/officeart/2018/5/layout/IconCircleLabelList"/>
    <dgm:cxn modelId="{02F5CD16-A7EF-4038-8A51-2D5EE796F032}" type="presParOf" srcId="{48F930A6-C224-4488-AEB4-1CB2EF34BB4E}" destId="{F3D6B07D-5C04-465E-9513-1476EB130058}" srcOrd="3" destOrd="0" presId="urn:microsoft.com/office/officeart/2018/5/layout/IconCircleLabelList"/>
    <dgm:cxn modelId="{BC7B6B8F-A73B-49FC-90F7-722CC839DD60}" type="presParOf" srcId="{1AE97311-5865-46C4-BAEF-B4CF715F4F14}" destId="{F5087789-ADB0-416D-94CE-9ADE1521E319}" srcOrd="1" destOrd="0" presId="urn:microsoft.com/office/officeart/2018/5/layout/IconCircleLabelList"/>
    <dgm:cxn modelId="{9ECF9DDC-D201-4779-9501-1A62138B46A8}" type="presParOf" srcId="{1AE97311-5865-46C4-BAEF-B4CF715F4F14}" destId="{2D4560A9-DB71-40D2-BA49-780EEB45F500}" srcOrd="2" destOrd="0" presId="urn:microsoft.com/office/officeart/2018/5/layout/IconCircleLabelList"/>
    <dgm:cxn modelId="{B33952CF-F8FF-4971-917C-2D433C32E83A}" type="presParOf" srcId="{2D4560A9-DB71-40D2-BA49-780EEB45F500}" destId="{1D865991-2E83-471C-9201-6D75CE81098A}" srcOrd="0" destOrd="0" presId="urn:microsoft.com/office/officeart/2018/5/layout/IconCircleLabelList"/>
    <dgm:cxn modelId="{804FFB5F-2CE0-4EDF-A710-6DBC9BB6A4CA}" type="presParOf" srcId="{2D4560A9-DB71-40D2-BA49-780EEB45F500}" destId="{79DD38C5-3056-4E36-8104-065C7B0A677E}" srcOrd="1" destOrd="0" presId="urn:microsoft.com/office/officeart/2018/5/layout/IconCircleLabelList"/>
    <dgm:cxn modelId="{793A488C-F3D9-4218-83EA-B2F765FB4E1A}" type="presParOf" srcId="{2D4560A9-DB71-40D2-BA49-780EEB45F500}" destId="{7A7DAA9B-0317-4008-8025-9E7FB6C3EFE4}" srcOrd="2" destOrd="0" presId="urn:microsoft.com/office/officeart/2018/5/layout/IconCircleLabelList"/>
    <dgm:cxn modelId="{53741BDD-2C3B-4DAB-9228-57C3D8DD0152}" type="presParOf" srcId="{2D4560A9-DB71-40D2-BA49-780EEB45F500}" destId="{A1101B3F-CADA-4C9E-874F-9505058DFBEA}" srcOrd="3" destOrd="0" presId="urn:microsoft.com/office/officeart/2018/5/layout/IconCircleLabelList"/>
    <dgm:cxn modelId="{F854EF43-2B0B-46AD-A01B-8DE480DB167B}" type="presParOf" srcId="{1AE97311-5865-46C4-BAEF-B4CF715F4F14}" destId="{F72EBC09-99C2-4566-894C-498E0E6344AF}" srcOrd="3" destOrd="0" presId="urn:microsoft.com/office/officeart/2018/5/layout/IconCircleLabelList"/>
    <dgm:cxn modelId="{3615D2E5-6049-47E3-A3AA-7D1953A80A20}" type="presParOf" srcId="{1AE97311-5865-46C4-BAEF-B4CF715F4F14}" destId="{C10F23DE-6194-416C-869A-A100FD592FFD}" srcOrd="4" destOrd="0" presId="urn:microsoft.com/office/officeart/2018/5/layout/IconCircleLabelList"/>
    <dgm:cxn modelId="{31E0FC83-0E27-486E-9C98-AFA493F43780}" type="presParOf" srcId="{C10F23DE-6194-416C-869A-A100FD592FFD}" destId="{48C07E2E-003D-4917-A932-4525B04D521F}" srcOrd="0" destOrd="0" presId="urn:microsoft.com/office/officeart/2018/5/layout/IconCircleLabelList"/>
    <dgm:cxn modelId="{7C8DFE79-038C-4BA6-98C4-C9A532112033}" type="presParOf" srcId="{C10F23DE-6194-416C-869A-A100FD592FFD}" destId="{CCCA3DE0-7428-4092-AAE9-7B46F47B3815}" srcOrd="1" destOrd="0" presId="urn:microsoft.com/office/officeart/2018/5/layout/IconCircleLabelList"/>
    <dgm:cxn modelId="{200F33D1-E0D1-48C7-9A7C-EBC6F30B8528}" type="presParOf" srcId="{C10F23DE-6194-416C-869A-A100FD592FFD}" destId="{D57D1D4E-88E1-4F4B-8B6C-F1E6AC457815}" srcOrd="2" destOrd="0" presId="urn:microsoft.com/office/officeart/2018/5/layout/IconCircleLabelList"/>
    <dgm:cxn modelId="{961C638A-BE44-4483-A691-366CB875489F}" type="presParOf" srcId="{C10F23DE-6194-416C-869A-A100FD592FFD}" destId="{DD5221AF-5DC2-4B90-ACD9-5B8E05BC411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CC1BB69-6CFA-4748-9AC3-3B03AC636BF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1573471-1F4D-4BA2-A8A3-F3DF7894C45E}">
      <dgm:prSet/>
      <dgm:spPr/>
      <dgm:t>
        <a:bodyPr/>
        <a:lstStyle/>
        <a:p>
          <a:pPr>
            <a:defRPr cap="all"/>
          </a:pPr>
          <a:r>
            <a:rPr lang="en-CA"/>
            <a:t>Separate responsibilities into separate classes</a:t>
          </a:r>
          <a:endParaRPr lang="en-US"/>
        </a:p>
      </dgm:t>
    </dgm:pt>
    <dgm:pt modelId="{C65B883D-C516-4542-AD66-D19764274A1F}" type="parTrans" cxnId="{5629D2F3-C8F6-44BA-AE69-2710368D553A}">
      <dgm:prSet/>
      <dgm:spPr/>
      <dgm:t>
        <a:bodyPr/>
        <a:lstStyle/>
        <a:p>
          <a:endParaRPr lang="en-US"/>
        </a:p>
      </dgm:t>
    </dgm:pt>
    <dgm:pt modelId="{6CEE22A3-7727-4417-A581-C4E364EC0497}" type="sibTrans" cxnId="{5629D2F3-C8F6-44BA-AE69-2710368D553A}">
      <dgm:prSet/>
      <dgm:spPr/>
      <dgm:t>
        <a:bodyPr/>
        <a:lstStyle/>
        <a:p>
          <a:endParaRPr lang="en-US"/>
        </a:p>
      </dgm:t>
    </dgm:pt>
    <dgm:pt modelId="{278FDB1F-DBCA-45FC-ABB9-9EB7BF6643E7}">
      <dgm:prSet/>
      <dgm:spPr/>
      <dgm:t>
        <a:bodyPr/>
        <a:lstStyle/>
        <a:p>
          <a:pPr>
            <a:defRPr cap="all"/>
          </a:pPr>
          <a:r>
            <a:rPr lang="en-CA"/>
            <a:t>Decorate objects with components to add responsibilities to the objects</a:t>
          </a:r>
          <a:endParaRPr lang="en-US"/>
        </a:p>
      </dgm:t>
    </dgm:pt>
    <dgm:pt modelId="{5B7945CC-8475-407F-89B8-A9D20D339561}" type="parTrans" cxnId="{5F10BE16-DF3D-4084-8631-E9226F23CA93}">
      <dgm:prSet/>
      <dgm:spPr/>
      <dgm:t>
        <a:bodyPr/>
        <a:lstStyle/>
        <a:p>
          <a:endParaRPr lang="en-US"/>
        </a:p>
      </dgm:t>
    </dgm:pt>
    <dgm:pt modelId="{C71991E6-F202-4D2A-AA5F-2FE917058BC5}" type="sibTrans" cxnId="{5F10BE16-DF3D-4084-8631-E9226F23CA93}">
      <dgm:prSet/>
      <dgm:spPr/>
      <dgm:t>
        <a:bodyPr/>
        <a:lstStyle/>
        <a:p>
          <a:endParaRPr lang="en-US"/>
        </a:p>
      </dgm:t>
    </dgm:pt>
    <dgm:pt modelId="{7316EF5C-ED4A-4EA1-8108-AF03935242CA}">
      <dgm:prSet/>
      <dgm:spPr/>
      <dgm:t>
        <a:bodyPr/>
        <a:lstStyle/>
        <a:p>
          <a:pPr>
            <a:defRPr cap="all"/>
          </a:pPr>
          <a:r>
            <a:rPr lang="en-CA"/>
            <a:t>Behaviours become independent, changes in one don’t affect the others</a:t>
          </a:r>
          <a:endParaRPr lang="en-US"/>
        </a:p>
      </dgm:t>
    </dgm:pt>
    <dgm:pt modelId="{6F153951-8539-46F3-BC36-C0FA8434CCD5}" type="parTrans" cxnId="{4DC31B90-58DD-42CD-99B7-DFD62FD739ED}">
      <dgm:prSet/>
      <dgm:spPr/>
      <dgm:t>
        <a:bodyPr/>
        <a:lstStyle/>
        <a:p>
          <a:endParaRPr lang="en-US"/>
        </a:p>
      </dgm:t>
    </dgm:pt>
    <dgm:pt modelId="{1E684098-F8B0-4C64-87D3-569D861CBE1A}" type="sibTrans" cxnId="{4DC31B90-58DD-42CD-99B7-DFD62FD739ED}">
      <dgm:prSet/>
      <dgm:spPr/>
      <dgm:t>
        <a:bodyPr/>
        <a:lstStyle/>
        <a:p>
          <a:endParaRPr lang="en-US"/>
        </a:p>
      </dgm:t>
    </dgm:pt>
    <dgm:pt modelId="{C45881D1-0411-4E22-B213-CAD9E3AE506C}" type="pres">
      <dgm:prSet presAssocID="{BCC1BB69-6CFA-4748-9AC3-3B03AC636BF4}" presName="root" presStyleCnt="0">
        <dgm:presLayoutVars>
          <dgm:dir/>
          <dgm:resizeHandles val="exact"/>
        </dgm:presLayoutVars>
      </dgm:prSet>
      <dgm:spPr/>
    </dgm:pt>
    <dgm:pt modelId="{0ACDA489-2ADB-4E7B-91BF-F2CA4F2C0863}" type="pres">
      <dgm:prSet presAssocID="{F1573471-1F4D-4BA2-A8A3-F3DF7894C45E}" presName="compNode" presStyleCnt="0"/>
      <dgm:spPr/>
    </dgm:pt>
    <dgm:pt modelId="{4117A684-A2AE-4033-B16C-4DBCA859F5DB}" type="pres">
      <dgm:prSet presAssocID="{F1573471-1F4D-4BA2-A8A3-F3DF7894C45E}" presName="iconBgRect" presStyleLbl="bgShp" presStyleIdx="0" presStyleCnt="3"/>
      <dgm:spPr/>
    </dgm:pt>
    <dgm:pt modelId="{8A579A5D-A8E8-4F4B-9BCA-A09F2E192644}" type="pres">
      <dgm:prSet presAssocID="{F1573471-1F4D-4BA2-A8A3-F3DF7894C45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674A9B3-B152-4A40-8A4C-9C7A51D2A20C}" type="pres">
      <dgm:prSet presAssocID="{F1573471-1F4D-4BA2-A8A3-F3DF7894C45E}" presName="spaceRect" presStyleCnt="0"/>
      <dgm:spPr/>
    </dgm:pt>
    <dgm:pt modelId="{D9E16FF0-2257-4EA4-8B51-3D6B0BFBFFF8}" type="pres">
      <dgm:prSet presAssocID="{F1573471-1F4D-4BA2-A8A3-F3DF7894C45E}" presName="textRect" presStyleLbl="revTx" presStyleIdx="0" presStyleCnt="3">
        <dgm:presLayoutVars>
          <dgm:chMax val="1"/>
          <dgm:chPref val="1"/>
        </dgm:presLayoutVars>
      </dgm:prSet>
      <dgm:spPr/>
    </dgm:pt>
    <dgm:pt modelId="{AEFF38E8-EEF3-457A-A2C0-FA6874A1EC34}" type="pres">
      <dgm:prSet presAssocID="{6CEE22A3-7727-4417-A581-C4E364EC0497}" presName="sibTrans" presStyleCnt="0"/>
      <dgm:spPr/>
    </dgm:pt>
    <dgm:pt modelId="{B93C15A2-6622-4CA9-B1E7-D4AAED9B35DB}" type="pres">
      <dgm:prSet presAssocID="{278FDB1F-DBCA-45FC-ABB9-9EB7BF6643E7}" presName="compNode" presStyleCnt="0"/>
      <dgm:spPr/>
    </dgm:pt>
    <dgm:pt modelId="{D4F615CF-D9D8-4FD8-8F7A-72180F4C2861}" type="pres">
      <dgm:prSet presAssocID="{278FDB1F-DBCA-45FC-ABB9-9EB7BF6643E7}" presName="iconBgRect" presStyleLbl="bgShp" presStyleIdx="1" presStyleCnt="3"/>
      <dgm:spPr/>
    </dgm:pt>
    <dgm:pt modelId="{9CFB5491-A27B-4E03-BC74-9E1E5399485C}" type="pres">
      <dgm:prSet presAssocID="{278FDB1F-DBCA-45FC-ABB9-9EB7BF6643E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int"/>
        </a:ext>
      </dgm:extLst>
    </dgm:pt>
    <dgm:pt modelId="{72E3A93E-1430-410C-A8A5-0E0799403722}" type="pres">
      <dgm:prSet presAssocID="{278FDB1F-DBCA-45FC-ABB9-9EB7BF6643E7}" presName="spaceRect" presStyleCnt="0"/>
      <dgm:spPr/>
    </dgm:pt>
    <dgm:pt modelId="{03035C67-80E6-4C92-BC8B-DE4DD402B33A}" type="pres">
      <dgm:prSet presAssocID="{278FDB1F-DBCA-45FC-ABB9-9EB7BF6643E7}" presName="textRect" presStyleLbl="revTx" presStyleIdx="1" presStyleCnt="3">
        <dgm:presLayoutVars>
          <dgm:chMax val="1"/>
          <dgm:chPref val="1"/>
        </dgm:presLayoutVars>
      </dgm:prSet>
      <dgm:spPr/>
    </dgm:pt>
    <dgm:pt modelId="{4B51EC0A-BED7-4078-BAB8-939543D79738}" type="pres">
      <dgm:prSet presAssocID="{C71991E6-F202-4D2A-AA5F-2FE917058BC5}" presName="sibTrans" presStyleCnt="0"/>
      <dgm:spPr/>
    </dgm:pt>
    <dgm:pt modelId="{FC118D74-B8AA-4267-B25C-19B8FE05CC8F}" type="pres">
      <dgm:prSet presAssocID="{7316EF5C-ED4A-4EA1-8108-AF03935242CA}" presName="compNode" presStyleCnt="0"/>
      <dgm:spPr/>
    </dgm:pt>
    <dgm:pt modelId="{4F409D70-AE2E-4A15-8E6B-DCD215D9279D}" type="pres">
      <dgm:prSet presAssocID="{7316EF5C-ED4A-4EA1-8108-AF03935242CA}" presName="iconBgRect" presStyleLbl="bgShp" presStyleIdx="2" presStyleCnt="3"/>
      <dgm:spPr/>
    </dgm:pt>
    <dgm:pt modelId="{BDB24EBC-5E4D-461B-84A6-4186CB37FB9A}" type="pres">
      <dgm:prSet presAssocID="{7316EF5C-ED4A-4EA1-8108-AF03935242C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CF7645C1-1808-499B-9330-261F7648EF64}" type="pres">
      <dgm:prSet presAssocID="{7316EF5C-ED4A-4EA1-8108-AF03935242CA}" presName="spaceRect" presStyleCnt="0"/>
      <dgm:spPr/>
    </dgm:pt>
    <dgm:pt modelId="{45EEE868-30A8-4D34-88FE-9C2020937F90}" type="pres">
      <dgm:prSet presAssocID="{7316EF5C-ED4A-4EA1-8108-AF03935242C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F10BE16-DF3D-4084-8631-E9226F23CA93}" srcId="{BCC1BB69-6CFA-4748-9AC3-3B03AC636BF4}" destId="{278FDB1F-DBCA-45FC-ABB9-9EB7BF6643E7}" srcOrd="1" destOrd="0" parTransId="{5B7945CC-8475-407F-89B8-A9D20D339561}" sibTransId="{C71991E6-F202-4D2A-AA5F-2FE917058BC5}"/>
    <dgm:cxn modelId="{E3B0293D-6188-4D21-8945-1354F41FCE60}" type="presOf" srcId="{BCC1BB69-6CFA-4748-9AC3-3B03AC636BF4}" destId="{C45881D1-0411-4E22-B213-CAD9E3AE506C}" srcOrd="0" destOrd="0" presId="urn:microsoft.com/office/officeart/2018/5/layout/IconCircleLabelList"/>
    <dgm:cxn modelId="{4DC31B90-58DD-42CD-99B7-DFD62FD739ED}" srcId="{BCC1BB69-6CFA-4748-9AC3-3B03AC636BF4}" destId="{7316EF5C-ED4A-4EA1-8108-AF03935242CA}" srcOrd="2" destOrd="0" parTransId="{6F153951-8539-46F3-BC36-C0FA8434CCD5}" sibTransId="{1E684098-F8B0-4C64-87D3-569D861CBE1A}"/>
    <dgm:cxn modelId="{B775C2A8-FD62-4EB2-8243-6E652347E2DA}" type="presOf" srcId="{7316EF5C-ED4A-4EA1-8108-AF03935242CA}" destId="{45EEE868-30A8-4D34-88FE-9C2020937F90}" srcOrd="0" destOrd="0" presId="urn:microsoft.com/office/officeart/2018/5/layout/IconCircleLabelList"/>
    <dgm:cxn modelId="{4983CBCE-C924-48DE-A25F-EF65C44FAD12}" type="presOf" srcId="{F1573471-1F4D-4BA2-A8A3-F3DF7894C45E}" destId="{D9E16FF0-2257-4EA4-8B51-3D6B0BFBFFF8}" srcOrd="0" destOrd="0" presId="urn:microsoft.com/office/officeart/2018/5/layout/IconCircleLabelList"/>
    <dgm:cxn modelId="{1C7D40E2-6E51-4463-BC59-E38AA4432B7D}" type="presOf" srcId="{278FDB1F-DBCA-45FC-ABB9-9EB7BF6643E7}" destId="{03035C67-80E6-4C92-BC8B-DE4DD402B33A}" srcOrd="0" destOrd="0" presId="urn:microsoft.com/office/officeart/2018/5/layout/IconCircleLabelList"/>
    <dgm:cxn modelId="{5629D2F3-C8F6-44BA-AE69-2710368D553A}" srcId="{BCC1BB69-6CFA-4748-9AC3-3B03AC636BF4}" destId="{F1573471-1F4D-4BA2-A8A3-F3DF7894C45E}" srcOrd="0" destOrd="0" parTransId="{C65B883D-C516-4542-AD66-D19764274A1F}" sibTransId="{6CEE22A3-7727-4417-A581-C4E364EC0497}"/>
    <dgm:cxn modelId="{CBB62A75-AD06-409B-9468-14C7C2D65281}" type="presParOf" srcId="{C45881D1-0411-4E22-B213-CAD9E3AE506C}" destId="{0ACDA489-2ADB-4E7B-91BF-F2CA4F2C0863}" srcOrd="0" destOrd="0" presId="urn:microsoft.com/office/officeart/2018/5/layout/IconCircleLabelList"/>
    <dgm:cxn modelId="{D9186C3E-4C5A-4B4F-AE86-ECC764EB1C51}" type="presParOf" srcId="{0ACDA489-2ADB-4E7B-91BF-F2CA4F2C0863}" destId="{4117A684-A2AE-4033-B16C-4DBCA859F5DB}" srcOrd="0" destOrd="0" presId="urn:microsoft.com/office/officeart/2018/5/layout/IconCircleLabelList"/>
    <dgm:cxn modelId="{9A179D73-7951-4A83-85E4-CF06A05C1935}" type="presParOf" srcId="{0ACDA489-2ADB-4E7B-91BF-F2CA4F2C0863}" destId="{8A579A5D-A8E8-4F4B-9BCA-A09F2E192644}" srcOrd="1" destOrd="0" presId="urn:microsoft.com/office/officeart/2018/5/layout/IconCircleLabelList"/>
    <dgm:cxn modelId="{5D1FDC1F-13CC-49DA-AD9D-8E93272F679E}" type="presParOf" srcId="{0ACDA489-2ADB-4E7B-91BF-F2CA4F2C0863}" destId="{3674A9B3-B152-4A40-8A4C-9C7A51D2A20C}" srcOrd="2" destOrd="0" presId="urn:microsoft.com/office/officeart/2018/5/layout/IconCircleLabelList"/>
    <dgm:cxn modelId="{6C56A266-4C11-4765-ACEB-AFFA43F8CB32}" type="presParOf" srcId="{0ACDA489-2ADB-4E7B-91BF-F2CA4F2C0863}" destId="{D9E16FF0-2257-4EA4-8B51-3D6B0BFBFFF8}" srcOrd="3" destOrd="0" presId="urn:microsoft.com/office/officeart/2018/5/layout/IconCircleLabelList"/>
    <dgm:cxn modelId="{71548C77-1D41-4C22-B856-CE291F69FEED}" type="presParOf" srcId="{C45881D1-0411-4E22-B213-CAD9E3AE506C}" destId="{AEFF38E8-EEF3-457A-A2C0-FA6874A1EC34}" srcOrd="1" destOrd="0" presId="urn:microsoft.com/office/officeart/2018/5/layout/IconCircleLabelList"/>
    <dgm:cxn modelId="{F37A2C4D-A247-45E6-8494-08E6EA956158}" type="presParOf" srcId="{C45881D1-0411-4E22-B213-CAD9E3AE506C}" destId="{B93C15A2-6622-4CA9-B1E7-D4AAED9B35DB}" srcOrd="2" destOrd="0" presId="urn:microsoft.com/office/officeart/2018/5/layout/IconCircleLabelList"/>
    <dgm:cxn modelId="{7643105D-47CD-432A-9B8C-BFF8B60284E8}" type="presParOf" srcId="{B93C15A2-6622-4CA9-B1E7-D4AAED9B35DB}" destId="{D4F615CF-D9D8-4FD8-8F7A-72180F4C2861}" srcOrd="0" destOrd="0" presId="urn:microsoft.com/office/officeart/2018/5/layout/IconCircleLabelList"/>
    <dgm:cxn modelId="{19001C26-4335-4A44-BF50-D0F6BC20651B}" type="presParOf" srcId="{B93C15A2-6622-4CA9-B1E7-D4AAED9B35DB}" destId="{9CFB5491-A27B-4E03-BC74-9E1E5399485C}" srcOrd="1" destOrd="0" presId="urn:microsoft.com/office/officeart/2018/5/layout/IconCircleLabelList"/>
    <dgm:cxn modelId="{696D4085-07BD-4732-B046-CF3990F0BB10}" type="presParOf" srcId="{B93C15A2-6622-4CA9-B1E7-D4AAED9B35DB}" destId="{72E3A93E-1430-410C-A8A5-0E0799403722}" srcOrd="2" destOrd="0" presId="urn:microsoft.com/office/officeart/2018/5/layout/IconCircleLabelList"/>
    <dgm:cxn modelId="{D9261460-8155-4DE0-9F90-1DFD5C19036A}" type="presParOf" srcId="{B93C15A2-6622-4CA9-B1E7-D4AAED9B35DB}" destId="{03035C67-80E6-4C92-BC8B-DE4DD402B33A}" srcOrd="3" destOrd="0" presId="urn:microsoft.com/office/officeart/2018/5/layout/IconCircleLabelList"/>
    <dgm:cxn modelId="{A56E4E4B-8B9D-4DBD-935B-12A7C127E71B}" type="presParOf" srcId="{C45881D1-0411-4E22-B213-CAD9E3AE506C}" destId="{4B51EC0A-BED7-4078-BAB8-939543D79738}" srcOrd="3" destOrd="0" presId="urn:microsoft.com/office/officeart/2018/5/layout/IconCircleLabelList"/>
    <dgm:cxn modelId="{156551E3-89A8-4DA4-8400-EDFD39B6A34C}" type="presParOf" srcId="{C45881D1-0411-4E22-B213-CAD9E3AE506C}" destId="{FC118D74-B8AA-4267-B25C-19B8FE05CC8F}" srcOrd="4" destOrd="0" presId="urn:microsoft.com/office/officeart/2018/5/layout/IconCircleLabelList"/>
    <dgm:cxn modelId="{8924868C-1EE5-4020-81BF-0DB08D0730BC}" type="presParOf" srcId="{FC118D74-B8AA-4267-B25C-19B8FE05CC8F}" destId="{4F409D70-AE2E-4A15-8E6B-DCD215D9279D}" srcOrd="0" destOrd="0" presId="urn:microsoft.com/office/officeart/2018/5/layout/IconCircleLabelList"/>
    <dgm:cxn modelId="{2C97306F-B9D9-4F6F-BEE1-44907F5D794D}" type="presParOf" srcId="{FC118D74-B8AA-4267-B25C-19B8FE05CC8F}" destId="{BDB24EBC-5E4D-461B-84A6-4186CB37FB9A}" srcOrd="1" destOrd="0" presId="urn:microsoft.com/office/officeart/2018/5/layout/IconCircleLabelList"/>
    <dgm:cxn modelId="{6405C986-4B3A-4351-8809-4D870C2CC02E}" type="presParOf" srcId="{FC118D74-B8AA-4267-B25C-19B8FE05CC8F}" destId="{CF7645C1-1808-499B-9330-261F7648EF64}" srcOrd="2" destOrd="0" presId="urn:microsoft.com/office/officeart/2018/5/layout/IconCircleLabelList"/>
    <dgm:cxn modelId="{C968EFC2-4C5C-49A8-B476-A5B230CF6472}" type="presParOf" srcId="{FC118D74-B8AA-4267-B25C-19B8FE05CC8F}" destId="{45EEE868-30A8-4D34-88FE-9C2020937F9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A87FBA4-E074-421A-8CB4-3031B1AF620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223A6C9-0596-4EB7-8D8C-19831FA92485}">
      <dgm:prSet/>
      <dgm:spPr/>
      <dgm:t>
        <a:bodyPr/>
        <a:lstStyle/>
        <a:p>
          <a:r>
            <a:rPr lang="en-CA"/>
            <a:t>Create a large collection of objects</a:t>
          </a:r>
          <a:endParaRPr lang="en-US"/>
        </a:p>
      </dgm:t>
    </dgm:pt>
    <dgm:pt modelId="{74CB6C60-9129-41F1-BDEF-51E0B72804FB}" type="parTrans" cxnId="{97D90F32-4F35-4C64-938E-1F49F6910B03}">
      <dgm:prSet/>
      <dgm:spPr/>
      <dgm:t>
        <a:bodyPr/>
        <a:lstStyle/>
        <a:p>
          <a:endParaRPr lang="en-US"/>
        </a:p>
      </dgm:t>
    </dgm:pt>
    <dgm:pt modelId="{768C868C-22FE-4876-9F21-DFF579B5C652}" type="sibTrans" cxnId="{97D90F32-4F35-4C64-938E-1F49F6910B03}">
      <dgm:prSet/>
      <dgm:spPr/>
      <dgm:t>
        <a:bodyPr/>
        <a:lstStyle/>
        <a:p>
          <a:endParaRPr lang="en-US"/>
        </a:p>
      </dgm:t>
    </dgm:pt>
    <dgm:pt modelId="{BE8FE337-E186-4E90-A332-967418767877}">
      <dgm:prSet/>
      <dgm:spPr/>
      <dgm:t>
        <a:bodyPr/>
        <a:lstStyle/>
        <a:p>
          <a:r>
            <a:rPr lang="en-CA"/>
            <a:t>Track the ones in use, and the ones not in use</a:t>
          </a:r>
          <a:endParaRPr lang="en-US"/>
        </a:p>
      </dgm:t>
    </dgm:pt>
    <dgm:pt modelId="{A44FB25A-C822-40FC-9733-954FB04BAC05}" type="parTrans" cxnId="{9D269A49-8BD5-490B-83A3-A0CC207574C9}">
      <dgm:prSet/>
      <dgm:spPr/>
      <dgm:t>
        <a:bodyPr/>
        <a:lstStyle/>
        <a:p>
          <a:endParaRPr lang="en-US"/>
        </a:p>
      </dgm:t>
    </dgm:pt>
    <dgm:pt modelId="{5E6B0398-766D-423C-BA4B-3BE62A26753C}" type="sibTrans" cxnId="{9D269A49-8BD5-490B-83A3-A0CC207574C9}">
      <dgm:prSet/>
      <dgm:spPr/>
      <dgm:t>
        <a:bodyPr/>
        <a:lstStyle/>
        <a:p>
          <a:endParaRPr lang="en-US"/>
        </a:p>
      </dgm:t>
    </dgm:pt>
    <dgm:pt modelId="{E4FEC0C3-D9C3-4B35-A0C0-B59EED3117A6}">
      <dgm:prSet/>
      <dgm:spPr/>
      <dgm:t>
        <a:bodyPr/>
        <a:lstStyle/>
        <a:p>
          <a:r>
            <a:rPr lang="en-CA"/>
            <a:t>Instead of creating new objects, creation passes one not in use</a:t>
          </a:r>
          <a:endParaRPr lang="en-US"/>
        </a:p>
      </dgm:t>
    </dgm:pt>
    <dgm:pt modelId="{B7AD7BB7-8157-423D-86F1-2014DFA8AF08}" type="parTrans" cxnId="{CB5E366D-BB6E-4665-B4A1-CBF9EC5CB340}">
      <dgm:prSet/>
      <dgm:spPr/>
      <dgm:t>
        <a:bodyPr/>
        <a:lstStyle/>
        <a:p>
          <a:endParaRPr lang="en-US"/>
        </a:p>
      </dgm:t>
    </dgm:pt>
    <dgm:pt modelId="{3F041A47-BB97-48E6-BD7E-3C515E6D02C1}" type="sibTrans" cxnId="{CB5E366D-BB6E-4665-B4A1-CBF9EC5CB340}">
      <dgm:prSet/>
      <dgm:spPr/>
      <dgm:t>
        <a:bodyPr/>
        <a:lstStyle/>
        <a:p>
          <a:endParaRPr lang="en-US"/>
        </a:p>
      </dgm:t>
    </dgm:pt>
    <dgm:pt modelId="{6BE83CD1-4F83-4F43-BD1E-FFB3053E6F1B}">
      <dgm:prSet/>
      <dgm:spPr/>
      <dgm:t>
        <a:bodyPr/>
        <a:lstStyle/>
        <a:p>
          <a:r>
            <a:rPr lang="en-CA"/>
            <a:t>Similarly deleting becomes setting the object to not in use</a:t>
          </a:r>
          <a:endParaRPr lang="en-US"/>
        </a:p>
      </dgm:t>
    </dgm:pt>
    <dgm:pt modelId="{A4543152-2350-4C66-A48D-672FD2238FF9}" type="parTrans" cxnId="{BBBBD87D-32FA-4C63-9385-635300014E07}">
      <dgm:prSet/>
      <dgm:spPr/>
      <dgm:t>
        <a:bodyPr/>
        <a:lstStyle/>
        <a:p>
          <a:endParaRPr lang="en-US"/>
        </a:p>
      </dgm:t>
    </dgm:pt>
    <dgm:pt modelId="{2848A731-86EA-4480-8AF5-DAFA322874ED}" type="sibTrans" cxnId="{BBBBD87D-32FA-4C63-9385-635300014E07}">
      <dgm:prSet/>
      <dgm:spPr/>
      <dgm:t>
        <a:bodyPr/>
        <a:lstStyle/>
        <a:p>
          <a:endParaRPr lang="en-US"/>
        </a:p>
      </dgm:t>
    </dgm:pt>
    <dgm:pt modelId="{4D911B76-1A0E-4673-89AF-B64BD3D46391}">
      <dgm:prSet/>
      <dgm:spPr/>
      <dgm:t>
        <a:bodyPr/>
        <a:lstStyle/>
        <a:p>
          <a:r>
            <a:rPr lang="en-CA"/>
            <a:t>Fewer constructor / destructor calls</a:t>
          </a:r>
          <a:endParaRPr lang="en-US"/>
        </a:p>
      </dgm:t>
    </dgm:pt>
    <dgm:pt modelId="{86B3484E-90ED-436A-8D2A-C5D7F472086F}" type="parTrans" cxnId="{A3B9B7EC-D5B3-4B22-8FF1-136D1A98E21E}">
      <dgm:prSet/>
      <dgm:spPr/>
      <dgm:t>
        <a:bodyPr/>
        <a:lstStyle/>
        <a:p>
          <a:endParaRPr lang="en-US"/>
        </a:p>
      </dgm:t>
    </dgm:pt>
    <dgm:pt modelId="{D1B4029F-3F1E-45FB-B8D2-20F68BAAABFD}" type="sibTrans" cxnId="{A3B9B7EC-D5B3-4B22-8FF1-136D1A98E21E}">
      <dgm:prSet/>
      <dgm:spPr/>
      <dgm:t>
        <a:bodyPr/>
        <a:lstStyle/>
        <a:p>
          <a:endParaRPr lang="en-US"/>
        </a:p>
      </dgm:t>
    </dgm:pt>
    <dgm:pt modelId="{3F9800DF-5C0C-44A7-B7F4-95FF17D2CE0E}" type="pres">
      <dgm:prSet presAssocID="{7A87FBA4-E074-421A-8CB4-3031B1AF6201}" presName="root" presStyleCnt="0">
        <dgm:presLayoutVars>
          <dgm:dir/>
          <dgm:resizeHandles val="exact"/>
        </dgm:presLayoutVars>
      </dgm:prSet>
      <dgm:spPr/>
    </dgm:pt>
    <dgm:pt modelId="{49801C2B-01A8-4977-81F6-452668BAEE7D}" type="pres">
      <dgm:prSet presAssocID="{7A87FBA4-E074-421A-8CB4-3031B1AF6201}" presName="container" presStyleCnt="0">
        <dgm:presLayoutVars>
          <dgm:dir/>
          <dgm:resizeHandles val="exact"/>
        </dgm:presLayoutVars>
      </dgm:prSet>
      <dgm:spPr/>
    </dgm:pt>
    <dgm:pt modelId="{BCEC45AC-B4E0-434E-9A18-6D827AC5C791}" type="pres">
      <dgm:prSet presAssocID="{5223A6C9-0596-4EB7-8D8C-19831FA92485}" presName="compNode" presStyleCnt="0"/>
      <dgm:spPr/>
    </dgm:pt>
    <dgm:pt modelId="{5EE7FF2C-7F7B-40F3-BC80-552732708D03}" type="pres">
      <dgm:prSet presAssocID="{5223A6C9-0596-4EB7-8D8C-19831FA92485}" presName="iconBgRect" presStyleLbl="bgShp" presStyleIdx="0" presStyleCnt="5"/>
      <dgm:spPr/>
    </dgm:pt>
    <dgm:pt modelId="{73ED8EE8-A857-4BFB-9B1B-BC30EB3ADE84}" type="pres">
      <dgm:prSet presAssocID="{5223A6C9-0596-4EB7-8D8C-19831FA9248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lette"/>
        </a:ext>
      </dgm:extLst>
    </dgm:pt>
    <dgm:pt modelId="{6A9D07B1-C9BF-405C-95AE-17B356938D8C}" type="pres">
      <dgm:prSet presAssocID="{5223A6C9-0596-4EB7-8D8C-19831FA92485}" presName="spaceRect" presStyleCnt="0"/>
      <dgm:spPr/>
    </dgm:pt>
    <dgm:pt modelId="{7F8BA03A-0AD2-44B5-B44B-AAD20E6A716C}" type="pres">
      <dgm:prSet presAssocID="{5223A6C9-0596-4EB7-8D8C-19831FA92485}" presName="textRect" presStyleLbl="revTx" presStyleIdx="0" presStyleCnt="5">
        <dgm:presLayoutVars>
          <dgm:chMax val="1"/>
          <dgm:chPref val="1"/>
        </dgm:presLayoutVars>
      </dgm:prSet>
      <dgm:spPr/>
    </dgm:pt>
    <dgm:pt modelId="{B9C2FF5C-DB8C-4DAB-A6EE-38E37B73FF9F}" type="pres">
      <dgm:prSet presAssocID="{768C868C-22FE-4876-9F21-DFF579B5C652}" presName="sibTrans" presStyleLbl="sibTrans2D1" presStyleIdx="0" presStyleCnt="0"/>
      <dgm:spPr/>
    </dgm:pt>
    <dgm:pt modelId="{CEE8CE8F-942A-44B4-9B6B-100ADADE15E4}" type="pres">
      <dgm:prSet presAssocID="{BE8FE337-E186-4E90-A332-967418767877}" presName="compNode" presStyleCnt="0"/>
      <dgm:spPr/>
    </dgm:pt>
    <dgm:pt modelId="{98EAE484-2F01-4684-B28E-8EB950680D88}" type="pres">
      <dgm:prSet presAssocID="{BE8FE337-E186-4E90-A332-967418767877}" presName="iconBgRect" presStyleLbl="bgShp" presStyleIdx="1" presStyleCnt="5"/>
      <dgm:spPr/>
    </dgm:pt>
    <dgm:pt modelId="{067101C0-42A2-4C6C-987F-F631A534CD54}" type="pres">
      <dgm:prSet presAssocID="{BE8FE337-E186-4E90-A332-96741876787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nary"/>
        </a:ext>
      </dgm:extLst>
    </dgm:pt>
    <dgm:pt modelId="{845C45D8-43EC-41B0-9650-728D2739F0A7}" type="pres">
      <dgm:prSet presAssocID="{BE8FE337-E186-4E90-A332-967418767877}" presName="spaceRect" presStyleCnt="0"/>
      <dgm:spPr/>
    </dgm:pt>
    <dgm:pt modelId="{FFA47F29-ECDE-4ABD-B6BE-B15ADE462B30}" type="pres">
      <dgm:prSet presAssocID="{BE8FE337-E186-4E90-A332-967418767877}" presName="textRect" presStyleLbl="revTx" presStyleIdx="1" presStyleCnt="5">
        <dgm:presLayoutVars>
          <dgm:chMax val="1"/>
          <dgm:chPref val="1"/>
        </dgm:presLayoutVars>
      </dgm:prSet>
      <dgm:spPr/>
    </dgm:pt>
    <dgm:pt modelId="{92A1FEA3-C628-4570-A618-60CD82CF0DBB}" type="pres">
      <dgm:prSet presAssocID="{5E6B0398-766D-423C-BA4B-3BE62A26753C}" presName="sibTrans" presStyleLbl="sibTrans2D1" presStyleIdx="0" presStyleCnt="0"/>
      <dgm:spPr/>
    </dgm:pt>
    <dgm:pt modelId="{078BFB2E-7F6B-42C6-A863-DB1A3FC16A1F}" type="pres">
      <dgm:prSet presAssocID="{E4FEC0C3-D9C3-4B35-A0C0-B59EED3117A6}" presName="compNode" presStyleCnt="0"/>
      <dgm:spPr/>
    </dgm:pt>
    <dgm:pt modelId="{7D1D699C-73C1-4C4D-8C86-91E6143FA772}" type="pres">
      <dgm:prSet presAssocID="{E4FEC0C3-D9C3-4B35-A0C0-B59EED3117A6}" presName="iconBgRect" presStyleLbl="bgShp" presStyleIdx="2" presStyleCnt="5"/>
      <dgm:spPr/>
    </dgm:pt>
    <dgm:pt modelId="{F7976267-C987-487A-A959-AD4CD8E919E5}" type="pres">
      <dgm:prSet presAssocID="{E4FEC0C3-D9C3-4B35-A0C0-B59EED3117A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ght Pointing Backhand Index"/>
        </a:ext>
      </dgm:extLst>
    </dgm:pt>
    <dgm:pt modelId="{3254C82B-0BF1-4946-A97E-D9A0B8491FFB}" type="pres">
      <dgm:prSet presAssocID="{E4FEC0C3-D9C3-4B35-A0C0-B59EED3117A6}" presName="spaceRect" presStyleCnt="0"/>
      <dgm:spPr/>
    </dgm:pt>
    <dgm:pt modelId="{33A8D9B7-6366-4B28-8756-DE855DBA9C18}" type="pres">
      <dgm:prSet presAssocID="{E4FEC0C3-D9C3-4B35-A0C0-B59EED3117A6}" presName="textRect" presStyleLbl="revTx" presStyleIdx="2" presStyleCnt="5">
        <dgm:presLayoutVars>
          <dgm:chMax val="1"/>
          <dgm:chPref val="1"/>
        </dgm:presLayoutVars>
      </dgm:prSet>
      <dgm:spPr/>
    </dgm:pt>
    <dgm:pt modelId="{F7F07DF3-2081-4276-9873-80EFCBED86B2}" type="pres">
      <dgm:prSet presAssocID="{3F041A47-BB97-48E6-BD7E-3C515E6D02C1}" presName="sibTrans" presStyleLbl="sibTrans2D1" presStyleIdx="0" presStyleCnt="0"/>
      <dgm:spPr/>
    </dgm:pt>
    <dgm:pt modelId="{403FB9C9-54C4-480C-8BAE-55F073BAB689}" type="pres">
      <dgm:prSet presAssocID="{6BE83CD1-4F83-4F43-BD1E-FFB3053E6F1B}" presName="compNode" presStyleCnt="0"/>
      <dgm:spPr/>
    </dgm:pt>
    <dgm:pt modelId="{A8853386-54C5-4D03-81DA-3A197402B696}" type="pres">
      <dgm:prSet presAssocID="{6BE83CD1-4F83-4F43-BD1E-FFB3053E6F1B}" presName="iconBgRect" presStyleLbl="bgShp" presStyleIdx="3" presStyleCnt="5"/>
      <dgm:spPr/>
    </dgm:pt>
    <dgm:pt modelId="{A142293E-B8A2-4216-9A9D-A2041BB0C9A5}" type="pres">
      <dgm:prSet presAssocID="{6BE83CD1-4F83-4F43-BD1E-FFB3053E6F1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ed"/>
        </a:ext>
      </dgm:extLst>
    </dgm:pt>
    <dgm:pt modelId="{889B633B-F455-4C70-9E9D-8CFC1A553C19}" type="pres">
      <dgm:prSet presAssocID="{6BE83CD1-4F83-4F43-BD1E-FFB3053E6F1B}" presName="spaceRect" presStyleCnt="0"/>
      <dgm:spPr/>
    </dgm:pt>
    <dgm:pt modelId="{48C647A3-9F4D-403D-B7DF-8352C78C1B22}" type="pres">
      <dgm:prSet presAssocID="{6BE83CD1-4F83-4F43-BD1E-FFB3053E6F1B}" presName="textRect" presStyleLbl="revTx" presStyleIdx="3" presStyleCnt="5">
        <dgm:presLayoutVars>
          <dgm:chMax val="1"/>
          <dgm:chPref val="1"/>
        </dgm:presLayoutVars>
      </dgm:prSet>
      <dgm:spPr/>
    </dgm:pt>
    <dgm:pt modelId="{F0847AFD-8433-473C-9A82-77D29335F653}" type="pres">
      <dgm:prSet presAssocID="{2848A731-86EA-4480-8AF5-DAFA322874ED}" presName="sibTrans" presStyleLbl="sibTrans2D1" presStyleIdx="0" presStyleCnt="0"/>
      <dgm:spPr/>
    </dgm:pt>
    <dgm:pt modelId="{E8B76924-0C40-4CED-9CCB-E82C0ADDE27A}" type="pres">
      <dgm:prSet presAssocID="{4D911B76-1A0E-4673-89AF-B64BD3D46391}" presName="compNode" presStyleCnt="0"/>
      <dgm:spPr/>
    </dgm:pt>
    <dgm:pt modelId="{35E1AD67-B124-47F2-BDA7-E73ACCAB264D}" type="pres">
      <dgm:prSet presAssocID="{4D911B76-1A0E-4673-89AF-B64BD3D46391}" presName="iconBgRect" presStyleLbl="bgShp" presStyleIdx="4" presStyleCnt="5"/>
      <dgm:spPr/>
    </dgm:pt>
    <dgm:pt modelId="{27B52134-C4D0-4BE7-9ABB-9E81AB802248}" type="pres">
      <dgm:prSet presAssocID="{4D911B76-1A0E-4673-89AF-B64BD3D4639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F06F1FC-1E44-4A0A-9E77-C48CE6F2926B}" type="pres">
      <dgm:prSet presAssocID="{4D911B76-1A0E-4673-89AF-B64BD3D46391}" presName="spaceRect" presStyleCnt="0"/>
      <dgm:spPr/>
    </dgm:pt>
    <dgm:pt modelId="{AC63A830-A801-4C9C-BB18-20DB6C157986}" type="pres">
      <dgm:prSet presAssocID="{4D911B76-1A0E-4673-89AF-B64BD3D4639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7D90F32-4F35-4C64-938E-1F49F6910B03}" srcId="{7A87FBA4-E074-421A-8CB4-3031B1AF6201}" destId="{5223A6C9-0596-4EB7-8D8C-19831FA92485}" srcOrd="0" destOrd="0" parTransId="{74CB6C60-9129-41F1-BDEF-51E0B72804FB}" sibTransId="{768C868C-22FE-4876-9F21-DFF579B5C652}"/>
    <dgm:cxn modelId="{68B01B3A-0D69-4B8F-88F7-981531D95AD2}" type="presOf" srcId="{5E6B0398-766D-423C-BA4B-3BE62A26753C}" destId="{92A1FEA3-C628-4570-A618-60CD82CF0DBB}" srcOrd="0" destOrd="0" presId="urn:microsoft.com/office/officeart/2018/2/layout/IconCircleList"/>
    <dgm:cxn modelId="{328CDA5E-EC6F-4FC9-B5A1-3164E2D65880}" type="presOf" srcId="{BE8FE337-E186-4E90-A332-967418767877}" destId="{FFA47F29-ECDE-4ABD-B6BE-B15ADE462B30}" srcOrd="0" destOrd="0" presId="urn:microsoft.com/office/officeart/2018/2/layout/IconCircleList"/>
    <dgm:cxn modelId="{9D269A49-8BD5-490B-83A3-A0CC207574C9}" srcId="{7A87FBA4-E074-421A-8CB4-3031B1AF6201}" destId="{BE8FE337-E186-4E90-A332-967418767877}" srcOrd="1" destOrd="0" parTransId="{A44FB25A-C822-40FC-9733-954FB04BAC05}" sibTransId="{5E6B0398-766D-423C-BA4B-3BE62A26753C}"/>
    <dgm:cxn modelId="{CB5E366D-BB6E-4665-B4A1-CBF9EC5CB340}" srcId="{7A87FBA4-E074-421A-8CB4-3031B1AF6201}" destId="{E4FEC0C3-D9C3-4B35-A0C0-B59EED3117A6}" srcOrd="2" destOrd="0" parTransId="{B7AD7BB7-8157-423D-86F1-2014DFA8AF08}" sibTransId="{3F041A47-BB97-48E6-BD7E-3C515E6D02C1}"/>
    <dgm:cxn modelId="{11498157-4A0B-4CC8-B09C-DE9F6AC8AFA7}" type="presOf" srcId="{2848A731-86EA-4480-8AF5-DAFA322874ED}" destId="{F0847AFD-8433-473C-9A82-77D29335F653}" srcOrd="0" destOrd="0" presId="urn:microsoft.com/office/officeart/2018/2/layout/IconCircleList"/>
    <dgm:cxn modelId="{DA53837D-CF50-46E7-A645-603AD90E533D}" type="presOf" srcId="{6BE83CD1-4F83-4F43-BD1E-FFB3053E6F1B}" destId="{48C647A3-9F4D-403D-B7DF-8352C78C1B22}" srcOrd="0" destOrd="0" presId="urn:microsoft.com/office/officeart/2018/2/layout/IconCircleList"/>
    <dgm:cxn modelId="{BBBBD87D-32FA-4C63-9385-635300014E07}" srcId="{7A87FBA4-E074-421A-8CB4-3031B1AF6201}" destId="{6BE83CD1-4F83-4F43-BD1E-FFB3053E6F1B}" srcOrd="3" destOrd="0" parTransId="{A4543152-2350-4C66-A48D-672FD2238FF9}" sibTransId="{2848A731-86EA-4480-8AF5-DAFA322874ED}"/>
    <dgm:cxn modelId="{3C5DF380-80BD-4AFB-9F84-FA9413B90E8D}" type="presOf" srcId="{7A87FBA4-E074-421A-8CB4-3031B1AF6201}" destId="{3F9800DF-5C0C-44A7-B7F4-95FF17D2CE0E}" srcOrd="0" destOrd="0" presId="urn:microsoft.com/office/officeart/2018/2/layout/IconCircleList"/>
    <dgm:cxn modelId="{1357DB96-C82F-4680-97A1-EBF9DA0AF03F}" type="presOf" srcId="{5223A6C9-0596-4EB7-8D8C-19831FA92485}" destId="{7F8BA03A-0AD2-44B5-B44B-AAD20E6A716C}" srcOrd="0" destOrd="0" presId="urn:microsoft.com/office/officeart/2018/2/layout/IconCircleList"/>
    <dgm:cxn modelId="{293F6BA7-D46F-4184-A11D-EC7A83FF74A5}" type="presOf" srcId="{3F041A47-BB97-48E6-BD7E-3C515E6D02C1}" destId="{F7F07DF3-2081-4276-9873-80EFCBED86B2}" srcOrd="0" destOrd="0" presId="urn:microsoft.com/office/officeart/2018/2/layout/IconCircleList"/>
    <dgm:cxn modelId="{9D6675B1-5458-4717-B3D4-FCEE32D8A0F5}" type="presOf" srcId="{E4FEC0C3-D9C3-4B35-A0C0-B59EED3117A6}" destId="{33A8D9B7-6366-4B28-8756-DE855DBA9C18}" srcOrd="0" destOrd="0" presId="urn:microsoft.com/office/officeart/2018/2/layout/IconCircleList"/>
    <dgm:cxn modelId="{C8D77BD7-86CE-4CEA-ADDF-E531DC94A449}" type="presOf" srcId="{768C868C-22FE-4876-9F21-DFF579B5C652}" destId="{B9C2FF5C-DB8C-4DAB-A6EE-38E37B73FF9F}" srcOrd="0" destOrd="0" presId="urn:microsoft.com/office/officeart/2018/2/layout/IconCircleList"/>
    <dgm:cxn modelId="{A3B9B7EC-D5B3-4B22-8FF1-136D1A98E21E}" srcId="{7A87FBA4-E074-421A-8CB4-3031B1AF6201}" destId="{4D911B76-1A0E-4673-89AF-B64BD3D46391}" srcOrd="4" destOrd="0" parTransId="{86B3484E-90ED-436A-8D2A-C5D7F472086F}" sibTransId="{D1B4029F-3F1E-45FB-B8D2-20F68BAAABFD}"/>
    <dgm:cxn modelId="{87D671FD-F978-49B0-80FC-386FBB217B34}" type="presOf" srcId="{4D911B76-1A0E-4673-89AF-B64BD3D46391}" destId="{AC63A830-A801-4C9C-BB18-20DB6C157986}" srcOrd="0" destOrd="0" presId="urn:microsoft.com/office/officeart/2018/2/layout/IconCircleList"/>
    <dgm:cxn modelId="{0DEB83E2-E5F1-45AA-95D3-9474920B953E}" type="presParOf" srcId="{3F9800DF-5C0C-44A7-B7F4-95FF17D2CE0E}" destId="{49801C2B-01A8-4977-81F6-452668BAEE7D}" srcOrd="0" destOrd="0" presId="urn:microsoft.com/office/officeart/2018/2/layout/IconCircleList"/>
    <dgm:cxn modelId="{9A764185-186A-45D5-86A3-595759269E22}" type="presParOf" srcId="{49801C2B-01A8-4977-81F6-452668BAEE7D}" destId="{BCEC45AC-B4E0-434E-9A18-6D827AC5C791}" srcOrd="0" destOrd="0" presId="urn:microsoft.com/office/officeart/2018/2/layout/IconCircleList"/>
    <dgm:cxn modelId="{8E352216-E204-41AB-8FDE-3E4D51C8B5D3}" type="presParOf" srcId="{BCEC45AC-B4E0-434E-9A18-6D827AC5C791}" destId="{5EE7FF2C-7F7B-40F3-BC80-552732708D03}" srcOrd="0" destOrd="0" presId="urn:microsoft.com/office/officeart/2018/2/layout/IconCircleList"/>
    <dgm:cxn modelId="{07B324BF-E661-4693-9AF5-0B47D3E5ABF1}" type="presParOf" srcId="{BCEC45AC-B4E0-434E-9A18-6D827AC5C791}" destId="{73ED8EE8-A857-4BFB-9B1B-BC30EB3ADE84}" srcOrd="1" destOrd="0" presId="urn:microsoft.com/office/officeart/2018/2/layout/IconCircleList"/>
    <dgm:cxn modelId="{560ED22F-1D5F-4620-813D-6BF0FC398F3D}" type="presParOf" srcId="{BCEC45AC-B4E0-434E-9A18-6D827AC5C791}" destId="{6A9D07B1-C9BF-405C-95AE-17B356938D8C}" srcOrd="2" destOrd="0" presId="urn:microsoft.com/office/officeart/2018/2/layout/IconCircleList"/>
    <dgm:cxn modelId="{7B41E198-EFE1-4871-96AA-9CDF31AC6717}" type="presParOf" srcId="{BCEC45AC-B4E0-434E-9A18-6D827AC5C791}" destId="{7F8BA03A-0AD2-44B5-B44B-AAD20E6A716C}" srcOrd="3" destOrd="0" presId="urn:microsoft.com/office/officeart/2018/2/layout/IconCircleList"/>
    <dgm:cxn modelId="{19CDAF65-387F-45B9-BC98-2BC57F6BB00B}" type="presParOf" srcId="{49801C2B-01A8-4977-81F6-452668BAEE7D}" destId="{B9C2FF5C-DB8C-4DAB-A6EE-38E37B73FF9F}" srcOrd="1" destOrd="0" presId="urn:microsoft.com/office/officeart/2018/2/layout/IconCircleList"/>
    <dgm:cxn modelId="{BC8753F1-2AEF-47C4-9C74-48DE1359C26E}" type="presParOf" srcId="{49801C2B-01A8-4977-81F6-452668BAEE7D}" destId="{CEE8CE8F-942A-44B4-9B6B-100ADADE15E4}" srcOrd="2" destOrd="0" presId="urn:microsoft.com/office/officeart/2018/2/layout/IconCircleList"/>
    <dgm:cxn modelId="{8AC59DE0-BC1A-4D68-98B7-3F3EF17929E8}" type="presParOf" srcId="{CEE8CE8F-942A-44B4-9B6B-100ADADE15E4}" destId="{98EAE484-2F01-4684-B28E-8EB950680D88}" srcOrd="0" destOrd="0" presId="urn:microsoft.com/office/officeart/2018/2/layout/IconCircleList"/>
    <dgm:cxn modelId="{8B32A5E9-75FC-4BD5-8B4F-D920D4FECBE6}" type="presParOf" srcId="{CEE8CE8F-942A-44B4-9B6B-100ADADE15E4}" destId="{067101C0-42A2-4C6C-987F-F631A534CD54}" srcOrd="1" destOrd="0" presId="urn:microsoft.com/office/officeart/2018/2/layout/IconCircleList"/>
    <dgm:cxn modelId="{5513ECB7-7103-47A4-9906-D32A8431FAD9}" type="presParOf" srcId="{CEE8CE8F-942A-44B4-9B6B-100ADADE15E4}" destId="{845C45D8-43EC-41B0-9650-728D2739F0A7}" srcOrd="2" destOrd="0" presId="urn:microsoft.com/office/officeart/2018/2/layout/IconCircleList"/>
    <dgm:cxn modelId="{FCA21C30-F69A-45DB-9CBA-6EE96AB417EC}" type="presParOf" srcId="{CEE8CE8F-942A-44B4-9B6B-100ADADE15E4}" destId="{FFA47F29-ECDE-4ABD-B6BE-B15ADE462B30}" srcOrd="3" destOrd="0" presId="urn:microsoft.com/office/officeart/2018/2/layout/IconCircleList"/>
    <dgm:cxn modelId="{EB280360-0332-47CD-89CD-29CCE42584C9}" type="presParOf" srcId="{49801C2B-01A8-4977-81F6-452668BAEE7D}" destId="{92A1FEA3-C628-4570-A618-60CD82CF0DBB}" srcOrd="3" destOrd="0" presId="urn:microsoft.com/office/officeart/2018/2/layout/IconCircleList"/>
    <dgm:cxn modelId="{148A5B07-303D-4080-AEA2-35132A117DA3}" type="presParOf" srcId="{49801C2B-01A8-4977-81F6-452668BAEE7D}" destId="{078BFB2E-7F6B-42C6-A863-DB1A3FC16A1F}" srcOrd="4" destOrd="0" presId="urn:microsoft.com/office/officeart/2018/2/layout/IconCircleList"/>
    <dgm:cxn modelId="{921870CF-2ED9-476E-958B-CBD8EC55A60F}" type="presParOf" srcId="{078BFB2E-7F6B-42C6-A863-DB1A3FC16A1F}" destId="{7D1D699C-73C1-4C4D-8C86-91E6143FA772}" srcOrd="0" destOrd="0" presId="urn:microsoft.com/office/officeart/2018/2/layout/IconCircleList"/>
    <dgm:cxn modelId="{452F1679-686F-45F6-AC19-87A69C9F1BDF}" type="presParOf" srcId="{078BFB2E-7F6B-42C6-A863-DB1A3FC16A1F}" destId="{F7976267-C987-487A-A959-AD4CD8E919E5}" srcOrd="1" destOrd="0" presId="urn:microsoft.com/office/officeart/2018/2/layout/IconCircleList"/>
    <dgm:cxn modelId="{D6FE0FD5-E055-4148-AE49-88E4A1835815}" type="presParOf" srcId="{078BFB2E-7F6B-42C6-A863-DB1A3FC16A1F}" destId="{3254C82B-0BF1-4946-A97E-D9A0B8491FFB}" srcOrd="2" destOrd="0" presId="urn:microsoft.com/office/officeart/2018/2/layout/IconCircleList"/>
    <dgm:cxn modelId="{0B51219C-2B9F-44C2-B8EF-50B39DFFE4E9}" type="presParOf" srcId="{078BFB2E-7F6B-42C6-A863-DB1A3FC16A1F}" destId="{33A8D9B7-6366-4B28-8756-DE855DBA9C18}" srcOrd="3" destOrd="0" presId="urn:microsoft.com/office/officeart/2018/2/layout/IconCircleList"/>
    <dgm:cxn modelId="{DFC827E9-676F-463A-A022-ED6314701415}" type="presParOf" srcId="{49801C2B-01A8-4977-81F6-452668BAEE7D}" destId="{F7F07DF3-2081-4276-9873-80EFCBED86B2}" srcOrd="5" destOrd="0" presId="urn:microsoft.com/office/officeart/2018/2/layout/IconCircleList"/>
    <dgm:cxn modelId="{9DABC057-30D6-4193-A525-34BEB58A2406}" type="presParOf" srcId="{49801C2B-01A8-4977-81F6-452668BAEE7D}" destId="{403FB9C9-54C4-480C-8BAE-55F073BAB689}" srcOrd="6" destOrd="0" presId="urn:microsoft.com/office/officeart/2018/2/layout/IconCircleList"/>
    <dgm:cxn modelId="{A9348C96-0A0D-4DF6-A97E-50CC2ADC2512}" type="presParOf" srcId="{403FB9C9-54C4-480C-8BAE-55F073BAB689}" destId="{A8853386-54C5-4D03-81DA-3A197402B696}" srcOrd="0" destOrd="0" presId="urn:microsoft.com/office/officeart/2018/2/layout/IconCircleList"/>
    <dgm:cxn modelId="{2A05821B-D16A-45F9-BE39-0A84EEA119A6}" type="presParOf" srcId="{403FB9C9-54C4-480C-8BAE-55F073BAB689}" destId="{A142293E-B8A2-4216-9A9D-A2041BB0C9A5}" srcOrd="1" destOrd="0" presId="urn:microsoft.com/office/officeart/2018/2/layout/IconCircleList"/>
    <dgm:cxn modelId="{D11FDD56-2B7F-453E-920A-4992F6C3AB4A}" type="presParOf" srcId="{403FB9C9-54C4-480C-8BAE-55F073BAB689}" destId="{889B633B-F455-4C70-9E9D-8CFC1A553C19}" srcOrd="2" destOrd="0" presId="urn:microsoft.com/office/officeart/2018/2/layout/IconCircleList"/>
    <dgm:cxn modelId="{FDCC5DE9-E391-4729-BAF2-0D02F6A3DA70}" type="presParOf" srcId="{403FB9C9-54C4-480C-8BAE-55F073BAB689}" destId="{48C647A3-9F4D-403D-B7DF-8352C78C1B22}" srcOrd="3" destOrd="0" presId="urn:microsoft.com/office/officeart/2018/2/layout/IconCircleList"/>
    <dgm:cxn modelId="{52FDEBE9-B825-446F-BC98-D27E203E54CC}" type="presParOf" srcId="{49801C2B-01A8-4977-81F6-452668BAEE7D}" destId="{F0847AFD-8433-473C-9A82-77D29335F653}" srcOrd="7" destOrd="0" presId="urn:microsoft.com/office/officeart/2018/2/layout/IconCircleList"/>
    <dgm:cxn modelId="{8000CE93-FD49-4C74-9555-25784D7691A9}" type="presParOf" srcId="{49801C2B-01A8-4977-81F6-452668BAEE7D}" destId="{E8B76924-0C40-4CED-9CCB-E82C0ADDE27A}" srcOrd="8" destOrd="0" presId="urn:microsoft.com/office/officeart/2018/2/layout/IconCircleList"/>
    <dgm:cxn modelId="{85BC8418-6FA5-4439-B1AF-310EB7A40B19}" type="presParOf" srcId="{E8B76924-0C40-4CED-9CCB-E82C0ADDE27A}" destId="{35E1AD67-B124-47F2-BDA7-E73ACCAB264D}" srcOrd="0" destOrd="0" presId="urn:microsoft.com/office/officeart/2018/2/layout/IconCircleList"/>
    <dgm:cxn modelId="{8187D79F-C6DF-4C7A-84F7-25A6963D63F1}" type="presParOf" srcId="{E8B76924-0C40-4CED-9CCB-E82C0ADDE27A}" destId="{27B52134-C4D0-4BE7-9ABB-9E81AB802248}" srcOrd="1" destOrd="0" presId="urn:microsoft.com/office/officeart/2018/2/layout/IconCircleList"/>
    <dgm:cxn modelId="{E374EC80-C63F-4C29-9EE1-2724919BC97E}" type="presParOf" srcId="{E8B76924-0C40-4CED-9CCB-E82C0ADDE27A}" destId="{CF06F1FC-1E44-4A0A-9E77-C48CE6F2926B}" srcOrd="2" destOrd="0" presId="urn:microsoft.com/office/officeart/2018/2/layout/IconCircleList"/>
    <dgm:cxn modelId="{641B77E8-C0A1-422F-A2B7-DEAA6B7E78C0}" type="presParOf" srcId="{E8B76924-0C40-4CED-9CCB-E82C0ADDE27A}" destId="{AC63A830-A801-4C9C-BB18-20DB6C15798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59AC1A-608E-4768-BAEC-0D86BFB7FAC4}">
      <dsp:nvSpPr>
        <dsp:cNvPr id="0" name=""/>
        <dsp:cNvSpPr/>
      </dsp:nvSpPr>
      <dsp:spPr>
        <a:xfrm>
          <a:off x="631612" y="157116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96F0EF-360F-4308-85F8-00BC55858FD6}">
      <dsp:nvSpPr>
        <dsp:cNvPr id="0" name=""/>
        <dsp:cNvSpPr/>
      </dsp:nvSpPr>
      <dsp:spPr>
        <a:xfrm>
          <a:off x="1048425" y="573929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5EC40E-FF32-4550-B42F-B04830F23863}">
      <dsp:nvSpPr>
        <dsp:cNvPr id="0" name=""/>
        <dsp:cNvSpPr/>
      </dsp:nvSpPr>
      <dsp:spPr>
        <a:xfrm>
          <a:off x="6393" y="2722117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2000" kern="1200" dirty="0">
              <a:solidFill>
                <a:schemeClr val="accent2"/>
              </a:solidFill>
            </a:rPr>
            <a:t>A good solution to a common problem</a:t>
          </a:r>
          <a:endParaRPr lang="en-US" sz="2000" kern="1200" dirty="0">
            <a:solidFill>
              <a:schemeClr val="accent2"/>
            </a:solidFill>
          </a:endParaRPr>
        </a:p>
      </dsp:txBody>
      <dsp:txXfrm>
        <a:off x="6393" y="2722117"/>
        <a:ext cx="3206250" cy="720000"/>
      </dsp:txXfrm>
    </dsp:sp>
    <dsp:sp modelId="{F5DE7584-A762-4F4C-87D8-B487CA4378C7}">
      <dsp:nvSpPr>
        <dsp:cNvPr id="0" name=""/>
        <dsp:cNvSpPr/>
      </dsp:nvSpPr>
      <dsp:spPr>
        <a:xfrm>
          <a:off x="4398956" y="157116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EAC1CE-705D-46AF-8462-0F811003D9B7}">
      <dsp:nvSpPr>
        <dsp:cNvPr id="0" name=""/>
        <dsp:cNvSpPr/>
      </dsp:nvSpPr>
      <dsp:spPr>
        <a:xfrm>
          <a:off x="4815768" y="573929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F080C6-8868-483D-AA9C-E085F74B8D83}">
      <dsp:nvSpPr>
        <dsp:cNvPr id="0" name=""/>
        <dsp:cNvSpPr/>
      </dsp:nvSpPr>
      <dsp:spPr>
        <a:xfrm>
          <a:off x="3773737" y="2722117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2000" kern="1200" dirty="0">
              <a:solidFill>
                <a:schemeClr val="accent3"/>
              </a:solidFill>
            </a:rPr>
            <a:t>Not always the best solution</a:t>
          </a:r>
          <a:endParaRPr lang="en-US" sz="2000" kern="1200" dirty="0">
            <a:solidFill>
              <a:schemeClr val="accent3"/>
            </a:solidFill>
          </a:endParaRPr>
        </a:p>
      </dsp:txBody>
      <dsp:txXfrm>
        <a:off x="3773737" y="2722117"/>
        <a:ext cx="3206250" cy="720000"/>
      </dsp:txXfrm>
    </dsp:sp>
    <dsp:sp modelId="{08D731C7-D02E-408B-B905-1F99F4AFAB32}">
      <dsp:nvSpPr>
        <dsp:cNvPr id="0" name=""/>
        <dsp:cNvSpPr/>
      </dsp:nvSpPr>
      <dsp:spPr>
        <a:xfrm>
          <a:off x="8166300" y="157116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80FF2B-FA01-4875-9073-5F8A4C3C9401}">
      <dsp:nvSpPr>
        <dsp:cNvPr id="0" name=""/>
        <dsp:cNvSpPr/>
      </dsp:nvSpPr>
      <dsp:spPr>
        <a:xfrm>
          <a:off x="8583112" y="573929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A1A81D-A59D-4E71-A70A-1B0323B55E0F}">
      <dsp:nvSpPr>
        <dsp:cNvPr id="0" name=""/>
        <dsp:cNvSpPr/>
      </dsp:nvSpPr>
      <dsp:spPr>
        <a:xfrm>
          <a:off x="7541081" y="2722117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2000" kern="1200" dirty="0">
              <a:solidFill>
                <a:schemeClr val="accent4"/>
              </a:solidFill>
            </a:rPr>
            <a:t>A fair number of these you would discover implicitly</a:t>
          </a:r>
          <a:endParaRPr lang="en-US" sz="2000" kern="1200" dirty="0">
            <a:solidFill>
              <a:schemeClr val="accent4"/>
            </a:solidFill>
          </a:endParaRPr>
        </a:p>
      </dsp:txBody>
      <dsp:txXfrm>
        <a:off x="7541081" y="2722117"/>
        <a:ext cx="3206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F742E8-271B-4866-9F8B-5EC184755FA5}">
      <dsp:nvSpPr>
        <dsp:cNvPr id="0" name=""/>
        <dsp:cNvSpPr/>
      </dsp:nvSpPr>
      <dsp:spPr>
        <a:xfrm>
          <a:off x="1866862" y="232471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51BE24-D780-4FB3-8BBD-704561502CFF}">
      <dsp:nvSpPr>
        <dsp:cNvPr id="0" name=""/>
        <dsp:cNvSpPr/>
      </dsp:nvSpPr>
      <dsp:spPr>
        <a:xfrm>
          <a:off x="678862" y="2646762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/>
            <a:t>Simplest form is a function pointer</a:t>
          </a:r>
          <a:endParaRPr lang="en-US" sz="2100" kern="1200"/>
        </a:p>
      </dsp:txBody>
      <dsp:txXfrm>
        <a:off x="678862" y="2646762"/>
        <a:ext cx="4320000" cy="720000"/>
      </dsp:txXfrm>
    </dsp:sp>
    <dsp:sp modelId="{B3857BB4-704D-4F91-9D8C-57458103693E}">
      <dsp:nvSpPr>
        <dsp:cNvPr id="0" name=""/>
        <dsp:cNvSpPr/>
      </dsp:nvSpPr>
      <dsp:spPr>
        <a:xfrm>
          <a:off x="6942862" y="232471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67EEA4-F893-43B5-B134-B57EFDFEF010}">
      <dsp:nvSpPr>
        <dsp:cNvPr id="0" name=""/>
        <dsp:cNvSpPr/>
      </dsp:nvSpPr>
      <dsp:spPr>
        <a:xfrm>
          <a:off x="5754862" y="2646762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/>
            <a:t>Best-Practice is a template class delegate, with template class call-backs</a:t>
          </a:r>
          <a:endParaRPr lang="en-US" sz="2100" kern="1200"/>
        </a:p>
      </dsp:txBody>
      <dsp:txXfrm>
        <a:off x="5754862" y="2646762"/>
        <a:ext cx="432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9B4BB1-61F1-4434-8D96-1553B4664719}">
      <dsp:nvSpPr>
        <dsp:cNvPr id="0" name=""/>
        <dsp:cNvSpPr/>
      </dsp:nvSpPr>
      <dsp:spPr>
        <a:xfrm>
          <a:off x="153604" y="588101"/>
          <a:ext cx="905580" cy="90558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AC7C99-3A0F-433D-B981-B8ECF042390F}">
      <dsp:nvSpPr>
        <dsp:cNvPr id="0" name=""/>
        <dsp:cNvSpPr/>
      </dsp:nvSpPr>
      <dsp:spPr>
        <a:xfrm>
          <a:off x="343776" y="778273"/>
          <a:ext cx="525236" cy="5252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D9E794-4650-4455-BEAB-B3B3300019D5}">
      <dsp:nvSpPr>
        <dsp:cNvPr id="0" name=""/>
        <dsp:cNvSpPr/>
      </dsp:nvSpPr>
      <dsp:spPr>
        <a:xfrm>
          <a:off x="1253237" y="588101"/>
          <a:ext cx="2134582" cy="905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If 2 systems need to interact, and doing so in the game loop would be too costly</a:t>
          </a:r>
          <a:endParaRPr lang="en-US" sz="1400" kern="1200"/>
        </a:p>
      </dsp:txBody>
      <dsp:txXfrm>
        <a:off x="1253237" y="588101"/>
        <a:ext cx="2134582" cy="905580"/>
      </dsp:txXfrm>
    </dsp:sp>
    <dsp:sp modelId="{567C94B0-808A-4473-82A5-5D1F88C63C57}">
      <dsp:nvSpPr>
        <dsp:cNvPr id="0" name=""/>
        <dsp:cNvSpPr/>
      </dsp:nvSpPr>
      <dsp:spPr>
        <a:xfrm>
          <a:off x="3759754" y="588101"/>
          <a:ext cx="905580" cy="90558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F2D5CF-F238-4381-9E5D-A10F31E386DA}">
      <dsp:nvSpPr>
        <dsp:cNvPr id="0" name=""/>
        <dsp:cNvSpPr/>
      </dsp:nvSpPr>
      <dsp:spPr>
        <a:xfrm>
          <a:off x="3949926" y="778273"/>
          <a:ext cx="525236" cy="5252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8F1D90-431B-4C4F-9131-90C35B71AAA6}">
      <dsp:nvSpPr>
        <dsp:cNvPr id="0" name=""/>
        <dsp:cNvSpPr/>
      </dsp:nvSpPr>
      <dsp:spPr>
        <a:xfrm>
          <a:off x="4859388" y="588101"/>
          <a:ext cx="2134582" cy="905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Behaviour needs to be altered at any time</a:t>
          </a:r>
          <a:endParaRPr lang="en-US" sz="1400" kern="1200"/>
        </a:p>
      </dsp:txBody>
      <dsp:txXfrm>
        <a:off x="4859388" y="588101"/>
        <a:ext cx="2134582" cy="905580"/>
      </dsp:txXfrm>
    </dsp:sp>
    <dsp:sp modelId="{6B071846-C381-4106-BDFD-C70F36379DB5}">
      <dsp:nvSpPr>
        <dsp:cNvPr id="0" name=""/>
        <dsp:cNvSpPr/>
      </dsp:nvSpPr>
      <dsp:spPr>
        <a:xfrm>
          <a:off x="7365905" y="588101"/>
          <a:ext cx="905580" cy="90558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5F68EF-9343-42F1-B5A6-91F8D3AB0401}">
      <dsp:nvSpPr>
        <dsp:cNvPr id="0" name=""/>
        <dsp:cNvSpPr/>
      </dsp:nvSpPr>
      <dsp:spPr>
        <a:xfrm>
          <a:off x="7556076" y="778273"/>
          <a:ext cx="525236" cy="5252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58E7AF-5B68-4FF9-9176-DC9FCA28280F}">
      <dsp:nvSpPr>
        <dsp:cNvPr id="0" name=""/>
        <dsp:cNvSpPr/>
      </dsp:nvSpPr>
      <dsp:spPr>
        <a:xfrm>
          <a:off x="8465538" y="588101"/>
          <a:ext cx="2134582" cy="905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Input</a:t>
          </a:r>
          <a:endParaRPr lang="en-US" sz="1400" kern="1200"/>
        </a:p>
      </dsp:txBody>
      <dsp:txXfrm>
        <a:off x="8465538" y="588101"/>
        <a:ext cx="2134582" cy="905580"/>
      </dsp:txXfrm>
    </dsp:sp>
    <dsp:sp modelId="{BFF01D41-D903-4267-A049-530991478C01}">
      <dsp:nvSpPr>
        <dsp:cNvPr id="0" name=""/>
        <dsp:cNvSpPr/>
      </dsp:nvSpPr>
      <dsp:spPr>
        <a:xfrm>
          <a:off x="153604" y="2105551"/>
          <a:ext cx="905580" cy="90558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5C8C8B-69CD-4E18-B525-843AC2CF3420}">
      <dsp:nvSpPr>
        <dsp:cNvPr id="0" name=""/>
        <dsp:cNvSpPr/>
      </dsp:nvSpPr>
      <dsp:spPr>
        <a:xfrm>
          <a:off x="343776" y="2295723"/>
          <a:ext cx="525236" cy="5252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8278B7-88BB-4D8A-94F5-3A1DCC8DE346}">
      <dsp:nvSpPr>
        <dsp:cNvPr id="0" name=""/>
        <dsp:cNvSpPr/>
      </dsp:nvSpPr>
      <dsp:spPr>
        <a:xfrm>
          <a:off x="1253237" y="2105551"/>
          <a:ext cx="2134582" cy="905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UI and Entities</a:t>
          </a:r>
          <a:endParaRPr lang="en-US" sz="1400" kern="1200"/>
        </a:p>
      </dsp:txBody>
      <dsp:txXfrm>
        <a:off x="1253237" y="2105551"/>
        <a:ext cx="2134582" cy="905580"/>
      </dsp:txXfrm>
    </dsp:sp>
    <dsp:sp modelId="{4CABB35B-2DE0-49B9-B612-5658B6C5C80E}">
      <dsp:nvSpPr>
        <dsp:cNvPr id="0" name=""/>
        <dsp:cNvSpPr/>
      </dsp:nvSpPr>
      <dsp:spPr>
        <a:xfrm>
          <a:off x="3759754" y="2105551"/>
          <a:ext cx="905580" cy="90558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6DC261-4932-4F99-AB1A-806E2B0FFCF0}">
      <dsp:nvSpPr>
        <dsp:cNvPr id="0" name=""/>
        <dsp:cNvSpPr/>
      </dsp:nvSpPr>
      <dsp:spPr>
        <a:xfrm>
          <a:off x="3949926" y="2295723"/>
          <a:ext cx="525236" cy="52523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EA23D6-C84B-434A-A1BF-7943E6168735}">
      <dsp:nvSpPr>
        <dsp:cNvPr id="0" name=""/>
        <dsp:cNvSpPr/>
      </dsp:nvSpPr>
      <dsp:spPr>
        <a:xfrm>
          <a:off x="4859388" y="2105551"/>
          <a:ext cx="2134582" cy="905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Event Handling</a:t>
          </a:r>
          <a:endParaRPr lang="en-US" sz="1400" kern="1200"/>
        </a:p>
      </dsp:txBody>
      <dsp:txXfrm>
        <a:off x="4859388" y="2105551"/>
        <a:ext cx="2134582" cy="9055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2DF0CC-4994-4783-A5EF-6254AE56CED5}">
      <dsp:nvSpPr>
        <dsp:cNvPr id="0" name=""/>
        <dsp:cNvSpPr/>
      </dsp:nvSpPr>
      <dsp:spPr>
        <a:xfrm>
          <a:off x="631612" y="157116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7BECD1-8C26-46E0-9164-CD97139902E8}">
      <dsp:nvSpPr>
        <dsp:cNvPr id="0" name=""/>
        <dsp:cNvSpPr/>
      </dsp:nvSpPr>
      <dsp:spPr>
        <a:xfrm>
          <a:off x="1048425" y="573929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EFB41F-16F0-4E02-BEE4-F902F0FD5C78}">
      <dsp:nvSpPr>
        <dsp:cNvPr id="0" name=""/>
        <dsp:cNvSpPr/>
      </dsp:nvSpPr>
      <dsp:spPr>
        <a:xfrm>
          <a:off x="6393" y="2722117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500" kern="1200"/>
            <a:t>Only those things that need to update should have an update method</a:t>
          </a:r>
          <a:endParaRPr lang="en-US" sz="1500" kern="1200"/>
        </a:p>
      </dsp:txBody>
      <dsp:txXfrm>
        <a:off x="6393" y="2722117"/>
        <a:ext cx="3206250" cy="720000"/>
      </dsp:txXfrm>
    </dsp:sp>
    <dsp:sp modelId="{8AAFD3DD-5D12-468B-8F6A-ABD25E1C63D8}">
      <dsp:nvSpPr>
        <dsp:cNvPr id="0" name=""/>
        <dsp:cNvSpPr/>
      </dsp:nvSpPr>
      <dsp:spPr>
        <a:xfrm>
          <a:off x="4398956" y="157116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903507-6DE8-469C-A8F9-5F0D356EF520}">
      <dsp:nvSpPr>
        <dsp:cNvPr id="0" name=""/>
        <dsp:cNvSpPr/>
      </dsp:nvSpPr>
      <dsp:spPr>
        <a:xfrm>
          <a:off x="4815768" y="573929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FFC0D9-F9AA-4621-BDE6-21AB36F2D520}">
      <dsp:nvSpPr>
        <dsp:cNvPr id="0" name=""/>
        <dsp:cNvSpPr/>
      </dsp:nvSpPr>
      <dsp:spPr>
        <a:xfrm>
          <a:off x="3773737" y="2722117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500" kern="1200"/>
            <a:t>Only those things that need to render should have a render method</a:t>
          </a:r>
          <a:endParaRPr lang="en-US" sz="1500" kern="1200"/>
        </a:p>
      </dsp:txBody>
      <dsp:txXfrm>
        <a:off x="3773737" y="2722117"/>
        <a:ext cx="3206250" cy="720000"/>
      </dsp:txXfrm>
    </dsp:sp>
    <dsp:sp modelId="{CA061128-C473-4B93-B993-7A77E665132A}">
      <dsp:nvSpPr>
        <dsp:cNvPr id="0" name=""/>
        <dsp:cNvSpPr/>
      </dsp:nvSpPr>
      <dsp:spPr>
        <a:xfrm>
          <a:off x="8166300" y="157116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BA5215-90B7-4AEE-B5F9-2889EF1B7172}">
      <dsp:nvSpPr>
        <dsp:cNvPr id="0" name=""/>
        <dsp:cNvSpPr/>
      </dsp:nvSpPr>
      <dsp:spPr>
        <a:xfrm>
          <a:off x="8583112" y="573929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32D77-108D-44DB-BD6B-FD94C2220FDE}">
      <dsp:nvSpPr>
        <dsp:cNvPr id="0" name=""/>
        <dsp:cNvSpPr/>
      </dsp:nvSpPr>
      <dsp:spPr>
        <a:xfrm>
          <a:off x="7541081" y="2722117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500" kern="1200"/>
            <a:t>Remember class specialisation, wherever your game loop is, that is all that should be there</a:t>
          </a:r>
          <a:endParaRPr lang="en-US" sz="1500" kern="1200"/>
        </a:p>
      </dsp:txBody>
      <dsp:txXfrm>
        <a:off x="7541081" y="2722117"/>
        <a:ext cx="32062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EAAC03-AD71-407C-B28E-9772C646D87A}">
      <dsp:nvSpPr>
        <dsp:cNvPr id="0" name=""/>
        <dsp:cNvSpPr/>
      </dsp:nvSpPr>
      <dsp:spPr>
        <a:xfrm>
          <a:off x="631612" y="157116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49F69E-BFD2-4FF9-B196-1FB4B8D4CFE0}">
      <dsp:nvSpPr>
        <dsp:cNvPr id="0" name=""/>
        <dsp:cNvSpPr/>
      </dsp:nvSpPr>
      <dsp:spPr>
        <a:xfrm>
          <a:off x="1048425" y="573929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D6B07D-5C04-465E-9513-1476EB130058}">
      <dsp:nvSpPr>
        <dsp:cNvPr id="0" name=""/>
        <dsp:cNvSpPr/>
      </dsp:nvSpPr>
      <dsp:spPr>
        <a:xfrm>
          <a:off x="6393" y="2722117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700" kern="1200"/>
            <a:t>Maintain 2 pointers, draw everything to one, and draw the other to the screen</a:t>
          </a:r>
          <a:endParaRPr lang="en-US" sz="1700" kern="1200"/>
        </a:p>
      </dsp:txBody>
      <dsp:txXfrm>
        <a:off x="6393" y="2722117"/>
        <a:ext cx="3206250" cy="720000"/>
      </dsp:txXfrm>
    </dsp:sp>
    <dsp:sp modelId="{1D865991-2E83-471C-9201-6D75CE81098A}">
      <dsp:nvSpPr>
        <dsp:cNvPr id="0" name=""/>
        <dsp:cNvSpPr/>
      </dsp:nvSpPr>
      <dsp:spPr>
        <a:xfrm>
          <a:off x="4398956" y="157116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DD38C5-3056-4E36-8104-065C7B0A677E}">
      <dsp:nvSpPr>
        <dsp:cNvPr id="0" name=""/>
        <dsp:cNvSpPr/>
      </dsp:nvSpPr>
      <dsp:spPr>
        <a:xfrm>
          <a:off x="4815768" y="573929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101B3F-CADA-4C9E-874F-9505058DFBEA}">
      <dsp:nvSpPr>
        <dsp:cNvPr id="0" name=""/>
        <dsp:cNvSpPr/>
      </dsp:nvSpPr>
      <dsp:spPr>
        <a:xfrm>
          <a:off x="3773737" y="2722117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700" kern="1200" dirty="0"/>
            <a:t>swap the 2 pointers Every Frame</a:t>
          </a:r>
          <a:endParaRPr lang="en-US" sz="1700" kern="1200" dirty="0"/>
        </a:p>
      </dsp:txBody>
      <dsp:txXfrm>
        <a:off x="3773737" y="2722117"/>
        <a:ext cx="3206250" cy="720000"/>
      </dsp:txXfrm>
    </dsp:sp>
    <dsp:sp modelId="{48C07E2E-003D-4917-A932-4525B04D521F}">
      <dsp:nvSpPr>
        <dsp:cNvPr id="0" name=""/>
        <dsp:cNvSpPr/>
      </dsp:nvSpPr>
      <dsp:spPr>
        <a:xfrm>
          <a:off x="8166300" y="157116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CA3DE0-7428-4092-AAE9-7B46F47B3815}">
      <dsp:nvSpPr>
        <dsp:cNvPr id="0" name=""/>
        <dsp:cNvSpPr/>
      </dsp:nvSpPr>
      <dsp:spPr>
        <a:xfrm>
          <a:off x="8583112" y="573929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5221AF-5DC2-4B90-ACD9-5B8E05BC4115}">
      <dsp:nvSpPr>
        <dsp:cNvPr id="0" name=""/>
        <dsp:cNvSpPr/>
      </dsp:nvSpPr>
      <dsp:spPr>
        <a:xfrm>
          <a:off x="7541081" y="2722117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700" kern="1200"/>
            <a:t>More performance friendly</a:t>
          </a:r>
          <a:endParaRPr lang="en-US" sz="1700" kern="1200"/>
        </a:p>
      </dsp:txBody>
      <dsp:txXfrm>
        <a:off x="7541081" y="2722117"/>
        <a:ext cx="32062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17A684-A2AE-4033-B16C-4DBCA859F5DB}">
      <dsp:nvSpPr>
        <dsp:cNvPr id="0" name=""/>
        <dsp:cNvSpPr/>
      </dsp:nvSpPr>
      <dsp:spPr>
        <a:xfrm>
          <a:off x="631612" y="157116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579A5D-A8E8-4F4B-9BCA-A09F2E192644}">
      <dsp:nvSpPr>
        <dsp:cNvPr id="0" name=""/>
        <dsp:cNvSpPr/>
      </dsp:nvSpPr>
      <dsp:spPr>
        <a:xfrm>
          <a:off x="1048425" y="573929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E16FF0-2257-4EA4-8B51-3D6B0BFBFFF8}">
      <dsp:nvSpPr>
        <dsp:cNvPr id="0" name=""/>
        <dsp:cNvSpPr/>
      </dsp:nvSpPr>
      <dsp:spPr>
        <a:xfrm>
          <a:off x="6393" y="2722117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700" kern="1200"/>
            <a:t>Separate responsibilities into separate classes</a:t>
          </a:r>
          <a:endParaRPr lang="en-US" sz="1700" kern="1200"/>
        </a:p>
      </dsp:txBody>
      <dsp:txXfrm>
        <a:off x="6393" y="2722117"/>
        <a:ext cx="3206250" cy="720000"/>
      </dsp:txXfrm>
    </dsp:sp>
    <dsp:sp modelId="{D4F615CF-D9D8-4FD8-8F7A-72180F4C2861}">
      <dsp:nvSpPr>
        <dsp:cNvPr id="0" name=""/>
        <dsp:cNvSpPr/>
      </dsp:nvSpPr>
      <dsp:spPr>
        <a:xfrm>
          <a:off x="4398956" y="157116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FB5491-A27B-4E03-BC74-9E1E5399485C}">
      <dsp:nvSpPr>
        <dsp:cNvPr id="0" name=""/>
        <dsp:cNvSpPr/>
      </dsp:nvSpPr>
      <dsp:spPr>
        <a:xfrm>
          <a:off x="4815768" y="573929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035C67-80E6-4C92-BC8B-DE4DD402B33A}">
      <dsp:nvSpPr>
        <dsp:cNvPr id="0" name=""/>
        <dsp:cNvSpPr/>
      </dsp:nvSpPr>
      <dsp:spPr>
        <a:xfrm>
          <a:off x="3773737" y="2722117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700" kern="1200"/>
            <a:t>Decorate objects with components to add responsibilities to the objects</a:t>
          </a:r>
          <a:endParaRPr lang="en-US" sz="1700" kern="1200"/>
        </a:p>
      </dsp:txBody>
      <dsp:txXfrm>
        <a:off x="3773737" y="2722117"/>
        <a:ext cx="3206250" cy="720000"/>
      </dsp:txXfrm>
    </dsp:sp>
    <dsp:sp modelId="{4F409D70-AE2E-4A15-8E6B-DCD215D9279D}">
      <dsp:nvSpPr>
        <dsp:cNvPr id="0" name=""/>
        <dsp:cNvSpPr/>
      </dsp:nvSpPr>
      <dsp:spPr>
        <a:xfrm>
          <a:off x="8166300" y="157116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B24EBC-5E4D-461B-84A6-4186CB37FB9A}">
      <dsp:nvSpPr>
        <dsp:cNvPr id="0" name=""/>
        <dsp:cNvSpPr/>
      </dsp:nvSpPr>
      <dsp:spPr>
        <a:xfrm>
          <a:off x="8583112" y="573929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EEE868-30A8-4D34-88FE-9C2020937F90}">
      <dsp:nvSpPr>
        <dsp:cNvPr id="0" name=""/>
        <dsp:cNvSpPr/>
      </dsp:nvSpPr>
      <dsp:spPr>
        <a:xfrm>
          <a:off x="7541081" y="2722117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700" kern="1200"/>
            <a:t>Behaviours become independent, changes in one don’t affect the others</a:t>
          </a:r>
          <a:endParaRPr lang="en-US" sz="1700" kern="1200"/>
        </a:p>
      </dsp:txBody>
      <dsp:txXfrm>
        <a:off x="7541081" y="2722117"/>
        <a:ext cx="32062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E7FF2C-7F7B-40F3-BC80-552732708D03}">
      <dsp:nvSpPr>
        <dsp:cNvPr id="0" name=""/>
        <dsp:cNvSpPr/>
      </dsp:nvSpPr>
      <dsp:spPr>
        <a:xfrm>
          <a:off x="153604" y="588101"/>
          <a:ext cx="905580" cy="90558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ED8EE8-A857-4BFB-9B1B-BC30EB3ADE84}">
      <dsp:nvSpPr>
        <dsp:cNvPr id="0" name=""/>
        <dsp:cNvSpPr/>
      </dsp:nvSpPr>
      <dsp:spPr>
        <a:xfrm>
          <a:off x="343776" y="778273"/>
          <a:ext cx="525236" cy="5252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8BA03A-0AD2-44B5-B44B-AAD20E6A716C}">
      <dsp:nvSpPr>
        <dsp:cNvPr id="0" name=""/>
        <dsp:cNvSpPr/>
      </dsp:nvSpPr>
      <dsp:spPr>
        <a:xfrm>
          <a:off x="1253237" y="588101"/>
          <a:ext cx="2134582" cy="905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Create a large collection of objects</a:t>
          </a:r>
          <a:endParaRPr lang="en-US" sz="1900" kern="1200"/>
        </a:p>
      </dsp:txBody>
      <dsp:txXfrm>
        <a:off x="1253237" y="588101"/>
        <a:ext cx="2134582" cy="905580"/>
      </dsp:txXfrm>
    </dsp:sp>
    <dsp:sp modelId="{98EAE484-2F01-4684-B28E-8EB950680D88}">
      <dsp:nvSpPr>
        <dsp:cNvPr id="0" name=""/>
        <dsp:cNvSpPr/>
      </dsp:nvSpPr>
      <dsp:spPr>
        <a:xfrm>
          <a:off x="3759754" y="588101"/>
          <a:ext cx="905580" cy="90558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7101C0-42A2-4C6C-987F-F631A534CD54}">
      <dsp:nvSpPr>
        <dsp:cNvPr id="0" name=""/>
        <dsp:cNvSpPr/>
      </dsp:nvSpPr>
      <dsp:spPr>
        <a:xfrm>
          <a:off x="3949926" y="778273"/>
          <a:ext cx="525236" cy="5252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A47F29-ECDE-4ABD-B6BE-B15ADE462B30}">
      <dsp:nvSpPr>
        <dsp:cNvPr id="0" name=""/>
        <dsp:cNvSpPr/>
      </dsp:nvSpPr>
      <dsp:spPr>
        <a:xfrm>
          <a:off x="4859388" y="588101"/>
          <a:ext cx="2134582" cy="905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Track the ones in use, and the ones not in use</a:t>
          </a:r>
          <a:endParaRPr lang="en-US" sz="1900" kern="1200"/>
        </a:p>
      </dsp:txBody>
      <dsp:txXfrm>
        <a:off x="4859388" y="588101"/>
        <a:ext cx="2134582" cy="905580"/>
      </dsp:txXfrm>
    </dsp:sp>
    <dsp:sp modelId="{7D1D699C-73C1-4C4D-8C86-91E6143FA772}">
      <dsp:nvSpPr>
        <dsp:cNvPr id="0" name=""/>
        <dsp:cNvSpPr/>
      </dsp:nvSpPr>
      <dsp:spPr>
        <a:xfrm>
          <a:off x="7365905" y="588101"/>
          <a:ext cx="905580" cy="90558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976267-C987-487A-A959-AD4CD8E919E5}">
      <dsp:nvSpPr>
        <dsp:cNvPr id="0" name=""/>
        <dsp:cNvSpPr/>
      </dsp:nvSpPr>
      <dsp:spPr>
        <a:xfrm>
          <a:off x="7556076" y="778273"/>
          <a:ext cx="525236" cy="5252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A8D9B7-6366-4B28-8756-DE855DBA9C18}">
      <dsp:nvSpPr>
        <dsp:cNvPr id="0" name=""/>
        <dsp:cNvSpPr/>
      </dsp:nvSpPr>
      <dsp:spPr>
        <a:xfrm>
          <a:off x="8465538" y="588101"/>
          <a:ext cx="2134582" cy="905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Instead of creating new objects, creation passes one not in use</a:t>
          </a:r>
          <a:endParaRPr lang="en-US" sz="1900" kern="1200"/>
        </a:p>
      </dsp:txBody>
      <dsp:txXfrm>
        <a:off x="8465538" y="588101"/>
        <a:ext cx="2134582" cy="905580"/>
      </dsp:txXfrm>
    </dsp:sp>
    <dsp:sp modelId="{A8853386-54C5-4D03-81DA-3A197402B696}">
      <dsp:nvSpPr>
        <dsp:cNvPr id="0" name=""/>
        <dsp:cNvSpPr/>
      </dsp:nvSpPr>
      <dsp:spPr>
        <a:xfrm>
          <a:off x="153604" y="2105551"/>
          <a:ext cx="905580" cy="90558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42293E-B8A2-4216-9A9D-A2041BB0C9A5}">
      <dsp:nvSpPr>
        <dsp:cNvPr id="0" name=""/>
        <dsp:cNvSpPr/>
      </dsp:nvSpPr>
      <dsp:spPr>
        <a:xfrm>
          <a:off x="343776" y="2295723"/>
          <a:ext cx="525236" cy="5252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C647A3-9F4D-403D-B7DF-8352C78C1B22}">
      <dsp:nvSpPr>
        <dsp:cNvPr id="0" name=""/>
        <dsp:cNvSpPr/>
      </dsp:nvSpPr>
      <dsp:spPr>
        <a:xfrm>
          <a:off x="1253237" y="2105551"/>
          <a:ext cx="2134582" cy="905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Similarly deleting becomes setting the object to not in use</a:t>
          </a:r>
          <a:endParaRPr lang="en-US" sz="1900" kern="1200"/>
        </a:p>
      </dsp:txBody>
      <dsp:txXfrm>
        <a:off x="1253237" y="2105551"/>
        <a:ext cx="2134582" cy="905580"/>
      </dsp:txXfrm>
    </dsp:sp>
    <dsp:sp modelId="{35E1AD67-B124-47F2-BDA7-E73ACCAB264D}">
      <dsp:nvSpPr>
        <dsp:cNvPr id="0" name=""/>
        <dsp:cNvSpPr/>
      </dsp:nvSpPr>
      <dsp:spPr>
        <a:xfrm>
          <a:off x="3759754" y="2105551"/>
          <a:ext cx="905580" cy="90558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B52134-C4D0-4BE7-9ABB-9E81AB802248}">
      <dsp:nvSpPr>
        <dsp:cNvPr id="0" name=""/>
        <dsp:cNvSpPr/>
      </dsp:nvSpPr>
      <dsp:spPr>
        <a:xfrm>
          <a:off x="3949926" y="2295723"/>
          <a:ext cx="525236" cy="52523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63A830-A801-4C9C-BB18-20DB6C157986}">
      <dsp:nvSpPr>
        <dsp:cNvPr id="0" name=""/>
        <dsp:cNvSpPr/>
      </dsp:nvSpPr>
      <dsp:spPr>
        <a:xfrm>
          <a:off x="4859388" y="2105551"/>
          <a:ext cx="2134582" cy="905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Fewer constructor / destructor calls</a:t>
          </a:r>
          <a:endParaRPr lang="en-US" sz="1900" kern="1200"/>
        </a:p>
      </dsp:txBody>
      <dsp:txXfrm>
        <a:off x="4859388" y="2105551"/>
        <a:ext cx="2134582" cy="9055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876D-FD47-4413-981E-CAA9AAFDCF41}" type="datetimeFigureOut">
              <a:rPr lang="en-CA" smtClean="0"/>
              <a:t>2020-03-06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1164B-D8AF-4D06-9D00-B5D480F31C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1211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876D-FD47-4413-981E-CAA9AAFDCF41}" type="datetimeFigureOut">
              <a:rPr lang="en-CA" smtClean="0"/>
              <a:t>2020-03-06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1164B-D8AF-4D06-9D00-B5D480F31C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5962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876D-FD47-4413-981E-CAA9AAFDCF41}" type="datetimeFigureOut">
              <a:rPr lang="en-CA" smtClean="0"/>
              <a:t>2020-03-06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1164B-D8AF-4D06-9D00-B5D480F31C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2046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876D-FD47-4413-981E-CAA9AAFDCF41}" type="datetimeFigureOut">
              <a:rPr lang="en-CA" smtClean="0"/>
              <a:t>2020-03-06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1164B-D8AF-4D06-9D00-B5D480F31C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632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876D-FD47-4413-981E-CAA9AAFDCF41}" type="datetimeFigureOut">
              <a:rPr lang="en-CA" smtClean="0"/>
              <a:t>2020-03-06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1164B-D8AF-4D06-9D00-B5D480F31C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45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876D-FD47-4413-981E-CAA9AAFDCF41}" type="datetimeFigureOut">
              <a:rPr lang="en-CA" smtClean="0"/>
              <a:t>2020-03-06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1164B-D8AF-4D06-9D00-B5D480F31C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2050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876D-FD47-4413-981E-CAA9AAFDCF41}" type="datetimeFigureOut">
              <a:rPr lang="en-CA" smtClean="0"/>
              <a:t>2020-03-06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1164B-D8AF-4D06-9D00-B5D480F31C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3339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876D-FD47-4413-981E-CAA9AAFDCF41}" type="datetimeFigureOut">
              <a:rPr lang="en-CA" smtClean="0"/>
              <a:t>2020-03-06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38C1164B-D8AF-4D06-9D00-B5D480F31C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5738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876D-FD47-4413-981E-CAA9AAFDCF41}" type="datetimeFigureOut">
              <a:rPr lang="en-CA" smtClean="0"/>
              <a:t>2020-03-06</a:t>
            </a:fld>
            <a:endParaRPr lang="en-CA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1164B-D8AF-4D06-9D00-B5D480F31C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4255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876D-FD47-4413-981E-CAA9AAFDCF41}" type="datetimeFigureOut">
              <a:rPr lang="en-CA" smtClean="0"/>
              <a:t>2020-03-06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1164B-D8AF-4D06-9D00-B5D480F31C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1793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876D-FD47-4413-981E-CAA9AAFDCF41}" type="datetimeFigureOut">
              <a:rPr lang="en-CA" smtClean="0"/>
              <a:t>2020-03-06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1164B-D8AF-4D06-9D00-B5D480F31C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0686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8F1876D-FD47-4413-981E-CAA9AAFDCF41}" type="datetimeFigureOut">
              <a:rPr lang="en-CA" smtClean="0"/>
              <a:t>2020-03-06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38C1164B-D8AF-4D06-9D00-B5D480F31C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39135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deproject.com/Articles/13287/Fast-C-Delegate" TargetMode="External"/><Relationship Id="rId2" Type="http://schemas.openxmlformats.org/officeDocument/2006/relationships/hyperlink" Target="http://allenchou.net/2012/04/easy-c-delegates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3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0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2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D47A28-5EE6-4AA0-B0AE-C413EBE74E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>
            <a:normAutofit/>
          </a:bodyPr>
          <a:lstStyle/>
          <a:p>
            <a:r>
              <a:rPr lang="en-CA" dirty="0"/>
              <a:t>Design Patterns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B293A2-917C-47D2-B64D-227394864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/>
          <a:p>
            <a:r>
              <a:rPr lang="en-CA" dirty="0"/>
              <a:t>Game 253</a:t>
            </a:r>
          </a:p>
        </p:txBody>
      </p:sp>
    </p:spTree>
    <p:extLst>
      <p:ext uri="{BB962C8B-B14F-4D97-AF65-F5344CB8AC3E}">
        <p14:creationId xmlns:p14="http://schemas.microsoft.com/office/powerpoint/2010/main" val="837237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33DF3-0532-40B5-A71C-9A27AFBD1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E4676-F15B-4A0F-A73D-D7D5D864D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2477193"/>
          </a:xfrm>
        </p:spPr>
        <p:txBody>
          <a:bodyPr numCol="3">
            <a:normAutofit/>
          </a:bodyPr>
          <a:lstStyle/>
          <a:p>
            <a:r>
              <a:rPr lang="en-CA" dirty="0"/>
              <a:t>Design Patterns</a:t>
            </a:r>
          </a:p>
          <a:p>
            <a:r>
              <a:rPr lang="en-CA" dirty="0"/>
              <a:t>Delegation</a:t>
            </a:r>
          </a:p>
          <a:p>
            <a:r>
              <a:rPr lang="en-CA" dirty="0"/>
              <a:t>Game Loop</a:t>
            </a:r>
          </a:p>
          <a:p>
            <a:r>
              <a:rPr lang="en-CA" dirty="0"/>
              <a:t>Scene Graph</a:t>
            </a:r>
          </a:p>
          <a:p>
            <a:r>
              <a:rPr lang="en-CA" dirty="0"/>
              <a:t>Double Buffering</a:t>
            </a:r>
          </a:p>
          <a:p>
            <a:r>
              <a:rPr lang="en-CA" dirty="0"/>
              <a:t>Component</a:t>
            </a:r>
          </a:p>
          <a:p>
            <a:r>
              <a:rPr lang="en-CA" dirty="0"/>
              <a:t>Object Pool</a:t>
            </a:r>
          </a:p>
          <a:p>
            <a:r>
              <a:rPr lang="en-CA" dirty="0"/>
              <a:t>Singleton</a:t>
            </a:r>
          </a:p>
          <a:p>
            <a:r>
              <a:rPr lang="en-CA" dirty="0"/>
              <a:t>Decorator</a:t>
            </a:r>
          </a:p>
          <a:p>
            <a:r>
              <a:rPr lang="en-CA" dirty="0"/>
              <a:t>Observer</a:t>
            </a:r>
          </a:p>
          <a:p>
            <a:r>
              <a:rPr lang="en-CA" dirty="0"/>
              <a:t>Factory Method</a:t>
            </a:r>
          </a:p>
          <a:p>
            <a:r>
              <a:rPr lang="en-CA" dirty="0"/>
              <a:t>Decorator</a:t>
            </a:r>
          </a:p>
          <a:p>
            <a:r>
              <a:rPr lang="en-CA" dirty="0"/>
              <a:t>Composite</a:t>
            </a:r>
          </a:p>
        </p:txBody>
      </p:sp>
    </p:spTree>
    <p:extLst>
      <p:ext uri="{BB962C8B-B14F-4D97-AF65-F5344CB8AC3E}">
        <p14:creationId xmlns:p14="http://schemas.microsoft.com/office/powerpoint/2010/main" val="1142736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77EAE-A0D7-4716-88A4-312E9A4DD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en-CA"/>
              <a:t>Design Patterns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F12821FA-6422-4EAC-A46A-A627432444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9074519"/>
              </p:ext>
            </p:extLst>
          </p:nvPr>
        </p:nvGraphicFramePr>
        <p:xfrm>
          <a:off x="676275" y="2373549"/>
          <a:ext cx="10753725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7764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FE578A-AC27-4CC5-9089-A4A72D8A7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800">
                <a:solidFill>
                  <a:schemeClr val="tx1"/>
                </a:solidFill>
              </a:rPr>
              <a:t>Delegation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A0635-2CE0-4222-918E-0676A0741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+mj-lt"/>
              </a:rPr>
              <a:t>An object that performs the work of another object</a:t>
            </a:r>
          </a:p>
        </p:txBody>
      </p:sp>
    </p:spTree>
    <p:extLst>
      <p:ext uri="{BB962C8B-B14F-4D97-AF65-F5344CB8AC3E}">
        <p14:creationId xmlns:p14="http://schemas.microsoft.com/office/powerpoint/2010/main" val="2256267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C2877-A755-43AE-9F6E-01DB33205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en-CA"/>
              <a:t>Delegation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72F9AFDD-02A0-45A4-A81F-202F7B0EDE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472880"/>
              </p:ext>
            </p:extLst>
          </p:nvPr>
        </p:nvGraphicFramePr>
        <p:xfrm>
          <a:off x="676275" y="2373549"/>
          <a:ext cx="10753725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4265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8FA52F-675E-4661-BA16-455C93943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E5FAC-1485-4E39-9233-15CFDE0C7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456" y="896684"/>
            <a:ext cx="2979252" cy="4979728"/>
          </a:xfrm>
        </p:spPr>
        <p:txBody>
          <a:bodyPr anchor="ctr">
            <a:normAutofit/>
          </a:bodyPr>
          <a:lstStyle/>
          <a:p>
            <a:pPr algn="r"/>
            <a:r>
              <a:rPr lang="en-CA" sz="3100"/>
              <a:t>Delegation (Implementations)</a:t>
            </a:r>
          </a:p>
        </p:txBody>
      </p:sp>
      <p:cxnSp>
        <p:nvCxnSpPr>
          <p:cNvPr id="13" name="Straight Connector 9">
            <a:extLst>
              <a:ext uri="{FF2B5EF4-FFF2-40B4-BE49-F238E27FC236}">
                <a16:creationId xmlns:a16="http://schemas.microsoft.com/office/drawing/2014/main" id="{07BC4E14-913C-46C0-ABF7-BDDAEC08A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3440" y="2071116"/>
            <a:ext cx="0" cy="2715768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C10E3-E0F2-4D60-9DF0-032C91B01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5172" y="896684"/>
            <a:ext cx="5484707" cy="5064633"/>
          </a:xfrm>
        </p:spPr>
        <p:txBody>
          <a:bodyPr anchor="ctr">
            <a:normAutofit/>
          </a:bodyPr>
          <a:lstStyle/>
          <a:p>
            <a:r>
              <a:rPr lang="en-CA" sz="1800"/>
              <a:t>Easy Way: </a:t>
            </a:r>
            <a:r>
              <a:rPr lang="en-CA" sz="1800">
                <a:hlinkClick r:id="rId2"/>
              </a:rPr>
              <a:t>http://allenchou.net/2012/04/easy-c-delegates/</a:t>
            </a:r>
            <a:endParaRPr lang="en-CA" sz="1800"/>
          </a:p>
          <a:p>
            <a:r>
              <a:rPr lang="en-CA" sz="1800"/>
              <a:t>Fast Way: </a:t>
            </a:r>
            <a:r>
              <a:rPr lang="en-CA" sz="1800">
                <a:hlinkClick r:id="rId3"/>
              </a:rPr>
              <a:t>https://www.codeproject.com/Articles/13287/Fast-C-Delegate</a:t>
            </a:r>
            <a:endParaRPr lang="en-CA" sz="1800"/>
          </a:p>
          <a:p>
            <a:pPr marL="0" indent="0">
              <a:buNone/>
            </a:pPr>
            <a:endParaRPr lang="en-CA" sz="1800"/>
          </a:p>
        </p:txBody>
      </p:sp>
    </p:spTree>
    <p:extLst>
      <p:ext uri="{BB962C8B-B14F-4D97-AF65-F5344CB8AC3E}">
        <p14:creationId xmlns:p14="http://schemas.microsoft.com/office/powerpoint/2010/main" val="1813742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1ECC9-DC8E-4841-BE66-9C7AE8750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en-CA"/>
              <a:t>Why Delegate?</a:t>
            </a:r>
            <a:endParaRPr lang="en-CA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44237D-E385-4EC1-AE3C-81D36BFD17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318570"/>
              </p:ext>
            </p:extLst>
          </p:nvPr>
        </p:nvGraphicFramePr>
        <p:xfrm>
          <a:off x="676275" y="2373549"/>
          <a:ext cx="10753725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2165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748E79-AAC5-469C-B139-8C55187B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800">
                <a:solidFill>
                  <a:schemeClr val="tx1"/>
                </a:solidFill>
              </a:rPr>
              <a:t>Game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A6F73-47E7-492D-8844-0EF6A3EB9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+mj-lt"/>
              </a:rPr>
              <a:t>A way to structure games that render frame-by-frame with movement calculated between frames</a:t>
            </a:r>
          </a:p>
        </p:txBody>
      </p:sp>
    </p:spTree>
    <p:extLst>
      <p:ext uri="{BB962C8B-B14F-4D97-AF65-F5344CB8AC3E}">
        <p14:creationId xmlns:p14="http://schemas.microsoft.com/office/powerpoint/2010/main" val="2129836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E3A536-71BE-44C0-839D-5F8F056A2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ECB695-A96C-48F1-87B1-FE91DF3B6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7" y="2011680"/>
            <a:ext cx="8096684" cy="3766185"/>
          </a:xfrm>
        </p:spPr>
        <p:txBody>
          <a:bodyPr>
            <a:normAutofit/>
          </a:bodyPr>
          <a:lstStyle/>
          <a:p>
            <a:r>
              <a:rPr lang="en-CA"/>
              <a:t>All games:</a:t>
            </a:r>
          </a:p>
          <a:p>
            <a:pPr lvl="1"/>
            <a:r>
              <a:rPr lang="en-CA"/>
              <a:t>Handle input</a:t>
            </a:r>
          </a:p>
          <a:p>
            <a:pPr lvl="1"/>
            <a:r>
              <a:rPr lang="en-CA"/>
              <a:t>Perform game logic</a:t>
            </a:r>
          </a:p>
          <a:p>
            <a:pPr lvl="1"/>
            <a:r>
              <a:rPr lang="en-CA"/>
              <a:t>Render the game</a:t>
            </a:r>
          </a:p>
          <a:p>
            <a:r>
              <a:rPr lang="en-CA"/>
              <a:t>Create a loop that repetitively performs the operations in rendering a frame in a game</a:t>
            </a:r>
          </a:p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0CB335-B627-4A5E-9455-88BBCE87D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en-CA" dirty="0"/>
              <a:t>Game Loop</a:t>
            </a:r>
          </a:p>
        </p:txBody>
      </p:sp>
    </p:spTree>
    <p:extLst>
      <p:ext uri="{BB962C8B-B14F-4D97-AF65-F5344CB8AC3E}">
        <p14:creationId xmlns:p14="http://schemas.microsoft.com/office/powerpoint/2010/main" val="980309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9F8EB-5FA1-49F0-BE41-71D74BE66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3467051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6000">
                <a:solidFill>
                  <a:schemeClr val="tx1"/>
                </a:solidFill>
              </a:rPr>
              <a:t>Game Loop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BB300A-C5BF-4AF8-A42B-D1515129C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ontent Placeholder 6">
            <a:extLst>
              <a:ext uri="{FF2B5EF4-FFF2-40B4-BE49-F238E27FC236}">
                <a16:creationId xmlns:a16="http://schemas.microsoft.com/office/drawing/2014/main" id="{5720FFD9-54E5-43D4-A0CF-55675984FB84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4426896"/>
              </p:ext>
            </p:extLst>
          </p:nvPr>
        </p:nvGraphicFramePr>
        <p:xfrm>
          <a:off x="4908492" y="2076450"/>
          <a:ext cx="8124825" cy="270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Document" r:id="rId3" imgW="8124840" imgH="2705040" progId="Word.OpenDocumentText.12">
                  <p:embed/>
                </p:oleObj>
              </mc:Choice>
              <mc:Fallback>
                <p:oleObj name="Document" r:id="rId3" imgW="8124840" imgH="2705040" progId="Word.OpenDocumentText.12">
                  <p:embed/>
                  <p:pic>
                    <p:nvPicPr>
                      <p:cNvPr id="8" name="Content Placeholder 6">
                        <a:extLst>
                          <a:ext uri="{FF2B5EF4-FFF2-40B4-BE49-F238E27FC236}">
                            <a16:creationId xmlns:a16="http://schemas.microsoft.com/office/drawing/2014/main" id="{23C99E25-B2FE-4AF0-A588-2CCB3A92BA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08492" y="2076450"/>
                        <a:ext cx="8124825" cy="270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6488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C4446-6A02-4A3C-9DFF-D8C260B50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en-CA"/>
              <a:t>Game Loop Considerations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CCA12A-6EAB-4109-B30B-EFB9820F50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7794327"/>
              </p:ext>
            </p:extLst>
          </p:nvPr>
        </p:nvGraphicFramePr>
        <p:xfrm>
          <a:off x="676275" y="2373549"/>
          <a:ext cx="10753725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2108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C45756-8DE9-44F6-81CF-062CC07AB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800">
                <a:solidFill>
                  <a:schemeClr val="tx1"/>
                </a:solidFill>
              </a:rPr>
              <a:t>Scene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A5CBA-6401-4116-B2C3-BE0FCA371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+mj-lt"/>
              </a:rPr>
              <a:t>A technique to represent all objects in the scene making it easier to </a:t>
            </a:r>
            <a:r>
              <a:rPr lang="en-US" sz="3200" dirty="0" err="1">
                <a:solidFill>
                  <a:schemeClr val="tx1"/>
                </a:solidFill>
                <a:latin typeface="+mj-lt"/>
              </a:rPr>
              <a:t>organise</a:t>
            </a:r>
            <a:r>
              <a:rPr lang="en-US" sz="3200" dirty="0">
                <a:solidFill>
                  <a:schemeClr val="tx1"/>
                </a:solidFill>
                <a:latin typeface="+mj-lt"/>
              </a:rPr>
              <a:t> the scene</a:t>
            </a:r>
          </a:p>
        </p:txBody>
      </p:sp>
    </p:spTree>
    <p:extLst>
      <p:ext uri="{BB962C8B-B14F-4D97-AF65-F5344CB8AC3E}">
        <p14:creationId xmlns:p14="http://schemas.microsoft.com/office/powerpoint/2010/main" val="1126976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85922-473C-4B41-8FCE-CD719BB2C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Scene Graph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8BBEF-9F53-4223-B4B5-506746246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Makes rendering easier</a:t>
            </a:r>
          </a:p>
          <a:p>
            <a:r>
              <a:rPr lang="en-CA"/>
              <a:t>Allows organising a series of sub-objects into one object</a:t>
            </a:r>
          </a:p>
          <a:p>
            <a:r>
              <a:rPr lang="en-CA"/>
              <a:t>A data structure that stores position, orientation, and scale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16958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2C4D2-E0C2-4968-91E6-B13716518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2D / 3D Scene Graphs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20F76-FFAC-4368-A342-5553002EC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2D may be a simple array of objects, especially for a tile based game</a:t>
            </a:r>
          </a:p>
          <a:p>
            <a:r>
              <a:rPr lang="en-CA" dirty="0"/>
              <a:t>3D more often has a scene graph where each node has a parent node, and [0..*] child nodes</a:t>
            </a:r>
          </a:p>
        </p:txBody>
      </p:sp>
    </p:spTree>
    <p:extLst>
      <p:ext uri="{BB962C8B-B14F-4D97-AF65-F5344CB8AC3E}">
        <p14:creationId xmlns:p14="http://schemas.microsoft.com/office/powerpoint/2010/main" val="1322997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06FD4-8510-49C9-9545-5C21D4BE1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3467051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6000">
                <a:solidFill>
                  <a:schemeClr val="tx1"/>
                </a:solidFill>
              </a:rPr>
              <a:t>Scene Graph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BB300A-C5BF-4AF8-A42B-D1515129C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Content Placeholder 6">
            <a:extLst>
              <a:ext uri="{FF2B5EF4-FFF2-40B4-BE49-F238E27FC236}">
                <a16:creationId xmlns:a16="http://schemas.microsoft.com/office/drawing/2014/main" id="{8334C918-F0CB-4C5F-81F9-B9BDA83EBF7C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8440864"/>
              </p:ext>
            </p:extLst>
          </p:nvPr>
        </p:nvGraphicFramePr>
        <p:xfrm>
          <a:off x="4969191" y="257694"/>
          <a:ext cx="6893071" cy="6758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Document" r:id="rId3" imgW="8124840" imgH="7755120" progId="Word.OpenDocumentText.12">
                  <p:embed/>
                </p:oleObj>
              </mc:Choice>
              <mc:Fallback>
                <p:oleObj name="Document" r:id="rId3" imgW="8124840" imgH="7755120" progId="Word.OpenDocumentText.12">
                  <p:embed/>
                  <p:pic>
                    <p:nvPicPr>
                      <p:cNvPr id="7" name="Content Placeholder 6">
                        <a:extLst>
                          <a:ext uri="{FF2B5EF4-FFF2-40B4-BE49-F238E27FC236}">
                            <a16:creationId xmlns:a16="http://schemas.microsoft.com/office/drawing/2014/main" id="{BAB4A0F3-2539-4CE4-9616-14FBB78B5A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69191" y="257694"/>
                        <a:ext cx="6893071" cy="67582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6972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B2C10-0DF3-45A1-B0F1-D240E806C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6310" y="499533"/>
            <a:ext cx="3706761" cy="1658198"/>
          </a:xfrm>
        </p:spPr>
        <p:txBody>
          <a:bodyPr>
            <a:normAutofit/>
          </a:bodyPr>
          <a:lstStyle/>
          <a:p>
            <a:r>
              <a:rPr lang="en-CA" sz="4400"/>
              <a:t>Scene Graph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6050149-FB81-4C1C-A9F8-EF91140B7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07" y="640080"/>
            <a:ext cx="5992601" cy="5588101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EAC058-8411-4018-89D3-2062F641E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6310" y="2011680"/>
            <a:ext cx="3706761" cy="3864732"/>
          </a:xfrm>
        </p:spPr>
        <p:txBody>
          <a:bodyPr>
            <a:normAutofit/>
          </a:bodyPr>
          <a:lstStyle/>
          <a:p>
            <a:r>
              <a:rPr lang="en-US" sz="2000" dirty="0"/>
              <a:t>A simple implementation that makes transforms into nodes of a tree</a:t>
            </a:r>
          </a:p>
        </p:txBody>
      </p:sp>
    </p:spTree>
    <p:extLst>
      <p:ext uri="{BB962C8B-B14F-4D97-AF65-F5344CB8AC3E}">
        <p14:creationId xmlns:p14="http://schemas.microsoft.com/office/powerpoint/2010/main" val="1567594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B874D4-8BCE-4D29-A540-EA806D4AD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800">
                <a:solidFill>
                  <a:schemeClr val="tx1"/>
                </a:solidFill>
              </a:rPr>
              <a:t>Double Buffering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BAF37-1D9F-4482-A8E5-A3B50C375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>
                <a:solidFill>
                  <a:schemeClr val="tx1"/>
                </a:solidFill>
                <a:latin typeface="+mj-lt"/>
              </a:rPr>
              <a:t>Drawing the frame to a buffer, and the last buffer to the screen.</a:t>
            </a:r>
          </a:p>
        </p:txBody>
      </p:sp>
    </p:spTree>
    <p:extLst>
      <p:ext uri="{BB962C8B-B14F-4D97-AF65-F5344CB8AC3E}">
        <p14:creationId xmlns:p14="http://schemas.microsoft.com/office/powerpoint/2010/main" val="1047047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EC116-0732-4238-9D49-FE5CE2E0A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en-CA" dirty="0"/>
              <a:t>Double Buffering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C91153BB-2959-4BD2-9D3B-B32159F1E3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6480544"/>
              </p:ext>
            </p:extLst>
          </p:nvPr>
        </p:nvGraphicFramePr>
        <p:xfrm>
          <a:off x="676275" y="2373549"/>
          <a:ext cx="10753725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3358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9052F0-8968-4E84-BEEB-31D9AF51F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800">
                <a:solidFill>
                  <a:schemeClr val="tx1"/>
                </a:solidFill>
              </a:rPr>
              <a:t>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6F555-DD38-4780-A3C0-F4A6E4DFF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>
                <a:solidFill>
                  <a:schemeClr val="tx1"/>
                </a:solidFill>
                <a:latin typeface="+mj-lt"/>
              </a:rPr>
              <a:t>Distinct logical components with specialised roles</a:t>
            </a:r>
          </a:p>
        </p:txBody>
      </p:sp>
    </p:spTree>
    <p:extLst>
      <p:ext uri="{BB962C8B-B14F-4D97-AF65-F5344CB8AC3E}">
        <p14:creationId xmlns:p14="http://schemas.microsoft.com/office/powerpoint/2010/main" val="3790124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A030D-37E9-4C06-A042-F1C01F084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en-CA" dirty="0"/>
              <a:t>Component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3977B2-559A-45B7-8438-525DFFAD16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7847412"/>
              </p:ext>
            </p:extLst>
          </p:nvPr>
        </p:nvGraphicFramePr>
        <p:xfrm>
          <a:off x="676275" y="2373549"/>
          <a:ext cx="10753725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5843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376F4-95E4-4BFA-BEEC-6928AD635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6310" y="499533"/>
            <a:ext cx="3706761" cy="1658198"/>
          </a:xfrm>
        </p:spPr>
        <p:txBody>
          <a:bodyPr>
            <a:normAutofit/>
          </a:bodyPr>
          <a:lstStyle/>
          <a:p>
            <a:r>
              <a:rPr lang="en-CA" sz="4400" dirty="0"/>
              <a:t>Component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CB06D53-003B-41DA-A6B1-54A205DEB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105" y="640080"/>
            <a:ext cx="4694005" cy="5588101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BD28CB7-C65D-4F16-8414-61BC4C15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6310" y="2011680"/>
            <a:ext cx="3706761" cy="3864732"/>
          </a:xfrm>
        </p:spPr>
        <p:txBody>
          <a:bodyPr>
            <a:normAutofit/>
          </a:bodyPr>
          <a:lstStyle/>
          <a:p>
            <a:r>
              <a:rPr lang="en-US" sz="2000" dirty="0"/>
              <a:t>A simple implementation that adds additional behavior to entities.</a:t>
            </a:r>
          </a:p>
          <a:p>
            <a:r>
              <a:rPr lang="en-US" sz="2000" dirty="0"/>
              <a:t>Does not ensure that only those things that need to update do</a:t>
            </a:r>
          </a:p>
        </p:txBody>
      </p:sp>
    </p:spTree>
    <p:extLst>
      <p:ext uri="{BB962C8B-B14F-4D97-AF65-F5344CB8AC3E}">
        <p14:creationId xmlns:p14="http://schemas.microsoft.com/office/powerpoint/2010/main" val="30761029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6E1C2-2A10-4F78-B5DA-BD50CBB96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Components?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EA51D-0C3D-4A95-819C-1832A4264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Easier to maintain and debug</a:t>
            </a:r>
          </a:p>
          <a:p>
            <a:r>
              <a:rPr lang="en-CA" dirty="0"/>
              <a:t>Creates reusable logical units</a:t>
            </a:r>
          </a:p>
          <a:p>
            <a:r>
              <a:rPr lang="en-CA" dirty="0"/>
              <a:t>Separates behaviour into specialised classes</a:t>
            </a:r>
          </a:p>
        </p:txBody>
      </p:sp>
    </p:spTree>
    <p:extLst>
      <p:ext uri="{BB962C8B-B14F-4D97-AF65-F5344CB8AC3E}">
        <p14:creationId xmlns:p14="http://schemas.microsoft.com/office/powerpoint/2010/main" val="11035464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D29DD9-A341-4C1E-B9FB-0D118A6B5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800">
                <a:solidFill>
                  <a:schemeClr val="tx1"/>
                </a:solidFill>
              </a:rPr>
              <a:t>Object Pool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A0588-659B-4E03-931B-A77E3606A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>
                <a:solidFill>
                  <a:schemeClr val="tx1"/>
                </a:solidFill>
                <a:latin typeface="+mj-lt"/>
              </a:rPr>
              <a:t>Holds a collection of objects that are expensive to create or destroy</a:t>
            </a:r>
          </a:p>
        </p:txBody>
      </p:sp>
    </p:spTree>
    <p:extLst>
      <p:ext uri="{BB962C8B-B14F-4D97-AF65-F5344CB8AC3E}">
        <p14:creationId xmlns:p14="http://schemas.microsoft.com/office/powerpoint/2010/main" val="25307995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A9B60-2988-4586-BB83-ECA0D0F4A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en-CA" dirty="0"/>
              <a:t>Object Pool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3567C7-2A0B-4BAE-857D-ADAA6D372E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3450712"/>
              </p:ext>
            </p:extLst>
          </p:nvPr>
        </p:nvGraphicFramePr>
        <p:xfrm>
          <a:off x="676275" y="2373549"/>
          <a:ext cx="10753725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75412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6F3FE-A7D0-4F37-A90F-E48CDCCB6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6310" y="499533"/>
            <a:ext cx="3706761" cy="1658198"/>
          </a:xfrm>
        </p:spPr>
        <p:txBody>
          <a:bodyPr>
            <a:normAutofit/>
          </a:bodyPr>
          <a:lstStyle/>
          <a:p>
            <a:r>
              <a:rPr lang="en-CA" sz="4400" dirty="0"/>
              <a:t>Object Pool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2DAD368-A929-41B0-B96A-096FAC325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971" y="640080"/>
            <a:ext cx="4568272" cy="5588101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457368F-B7DD-4F41-88B5-76F25CC6F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6310" y="2011680"/>
            <a:ext cx="3706761" cy="3864732"/>
          </a:xfrm>
        </p:spPr>
        <p:txBody>
          <a:bodyPr>
            <a:normAutofit/>
          </a:bodyPr>
          <a:lstStyle/>
          <a:p>
            <a:r>
              <a:rPr lang="en-US" sz="2000" dirty="0"/>
              <a:t>A simple implementation for a particle pool</a:t>
            </a:r>
          </a:p>
        </p:txBody>
      </p:sp>
    </p:spTree>
    <p:extLst>
      <p:ext uri="{BB962C8B-B14F-4D97-AF65-F5344CB8AC3E}">
        <p14:creationId xmlns:p14="http://schemas.microsoft.com/office/powerpoint/2010/main" val="9381046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0C02D-6156-4E30-8511-6BC82EDA4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Object Pool?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80F27-1D7B-4B15-9D2D-66A86ED1D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Constant creation and destruction of objects is expensive</a:t>
            </a:r>
          </a:p>
          <a:p>
            <a:r>
              <a:rPr lang="en-CA" dirty="0"/>
              <a:t>Standardises a common need for objects on the fly in a performance friendly way</a:t>
            </a:r>
          </a:p>
        </p:txBody>
      </p:sp>
    </p:spTree>
    <p:extLst>
      <p:ext uri="{BB962C8B-B14F-4D97-AF65-F5344CB8AC3E}">
        <p14:creationId xmlns:p14="http://schemas.microsoft.com/office/powerpoint/2010/main" val="22912308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D5EA7B-0018-435D-A151-92A327F08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800">
                <a:solidFill>
                  <a:schemeClr val="tx1"/>
                </a:solidFill>
              </a:rPr>
              <a:t>Singleton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D11D1-E1E5-4686-AAA4-09081E1B6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+mj-lt"/>
              </a:rPr>
              <a:t>Guarantee that only one instance of the class exists</a:t>
            </a:r>
          </a:p>
        </p:txBody>
      </p:sp>
    </p:spTree>
    <p:extLst>
      <p:ext uri="{BB962C8B-B14F-4D97-AF65-F5344CB8AC3E}">
        <p14:creationId xmlns:p14="http://schemas.microsoft.com/office/powerpoint/2010/main" val="4099621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12398-0D70-4F16-B0D6-D5C92BCA2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Singleton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3367F-1593-4CD3-848D-D8F427161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Useful in situations where only one instance of a class should exist:</a:t>
            </a:r>
          </a:p>
          <a:p>
            <a:pPr lvl="1"/>
            <a:r>
              <a:rPr lang="en-CA" dirty="0"/>
              <a:t>One game engine</a:t>
            </a:r>
          </a:p>
          <a:p>
            <a:pPr lvl="1"/>
            <a:r>
              <a:rPr lang="en-CA" dirty="0"/>
              <a:t>One physics engine</a:t>
            </a:r>
          </a:p>
          <a:p>
            <a:pPr lvl="1"/>
            <a:r>
              <a:rPr lang="en-CA" dirty="0"/>
              <a:t>One graphics API</a:t>
            </a:r>
          </a:p>
        </p:txBody>
      </p:sp>
    </p:spTree>
    <p:extLst>
      <p:ext uri="{BB962C8B-B14F-4D97-AF65-F5344CB8AC3E}">
        <p14:creationId xmlns:p14="http://schemas.microsoft.com/office/powerpoint/2010/main" val="16692593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06FD4-8510-49C9-9545-5C21D4BE1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3467051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6000" dirty="0">
                <a:solidFill>
                  <a:schemeClr val="tx1"/>
                </a:solidFill>
              </a:rPr>
              <a:t>Singleton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BB300A-C5BF-4AF8-A42B-D1515129C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BC80DCF-B9CA-40D1-A6DB-86C92EF5E7FF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3178192"/>
              </p:ext>
            </p:extLst>
          </p:nvPr>
        </p:nvGraphicFramePr>
        <p:xfrm>
          <a:off x="4957451" y="1695479"/>
          <a:ext cx="6480741" cy="3767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Document" r:id="rId3" imgW="8124840" imgH="4722840" progId="Word.OpenDocumentText.12">
                  <p:embed/>
                </p:oleObj>
              </mc:Choice>
              <mc:Fallback>
                <p:oleObj name="Document" r:id="rId3" imgW="8124840" imgH="4722840" progId="Word.OpenDocumentText.12">
                  <p:embed/>
                  <p:pic>
                    <p:nvPicPr>
                      <p:cNvPr id="7" name="Content Placeholder 6">
                        <a:extLst>
                          <a:ext uri="{FF2B5EF4-FFF2-40B4-BE49-F238E27FC236}">
                            <a16:creationId xmlns:a16="http://schemas.microsoft.com/office/drawing/2014/main" id="{BAB4A0F3-2539-4CE4-9616-14FBB78B5A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57451" y="1695479"/>
                        <a:ext cx="6480741" cy="3767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24601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D424C7-572C-473F-9AE9-1882259CA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800">
                <a:solidFill>
                  <a:schemeClr val="tx1"/>
                </a:solidFill>
              </a:rPr>
              <a:t>Decorator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49344-0A55-4B19-B068-D116D38B9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>
                <a:solidFill>
                  <a:schemeClr val="tx1"/>
                </a:solidFill>
                <a:latin typeface="+mj-lt"/>
              </a:rPr>
              <a:t>An object that can decorate another object giving it extra functionality</a:t>
            </a:r>
          </a:p>
        </p:txBody>
      </p:sp>
    </p:spTree>
    <p:extLst>
      <p:ext uri="{BB962C8B-B14F-4D97-AF65-F5344CB8AC3E}">
        <p14:creationId xmlns:p14="http://schemas.microsoft.com/office/powerpoint/2010/main" val="38996262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0DB3D-5265-4B83-A728-C357A55C0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Decorator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DF5F0-15FB-4951-A3DD-152A9982A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 some cases behaviour from a component could require additional functionality be dynamically introduced or removed.</a:t>
            </a:r>
          </a:p>
          <a:p>
            <a:r>
              <a:rPr lang="en-CA" dirty="0"/>
              <a:t>World Generation:</a:t>
            </a:r>
          </a:p>
          <a:p>
            <a:pPr lvl="1"/>
            <a:r>
              <a:rPr lang="en-CA" dirty="0"/>
              <a:t>World Pass (Generates Terrain)</a:t>
            </a:r>
          </a:p>
          <a:p>
            <a:pPr lvl="1"/>
            <a:r>
              <a:rPr lang="en-CA" dirty="0"/>
              <a:t>Tree Decorator</a:t>
            </a:r>
          </a:p>
          <a:p>
            <a:pPr lvl="1"/>
            <a:r>
              <a:rPr lang="en-CA" dirty="0"/>
              <a:t>Town Decorator</a:t>
            </a:r>
          </a:p>
          <a:p>
            <a:r>
              <a:rPr lang="en-CA" dirty="0"/>
              <a:t>UI:</a:t>
            </a:r>
          </a:p>
          <a:p>
            <a:pPr lvl="1"/>
            <a:r>
              <a:rPr lang="en-CA" dirty="0"/>
              <a:t>Text</a:t>
            </a:r>
          </a:p>
          <a:p>
            <a:pPr lvl="1"/>
            <a:r>
              <a:rPr lang="en-CA" dirty="0"/>
              <a:t>Vertical Scroll Decorator</a:t>
            </a:r>
          </a:p>
        </p:txBody>
      </p:sp>
    </p:spTree>
    <p:extLst>
      <p:ext uri="{BB962C8B-B14F-4D97-AF65-F5344CB8AC3E}">
        <p14:creationId xmlns:p14="http://schemas.microsoft.com/office/powerpoint/2010/main" val="27696808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39644-F9CA-415F-8D9D-75BAB6DFE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6310" y="499533"/>
            <a:ext cx="3706761" cy="1658198"/>
          </a:xfrm>
        </p:spPr>
        <p:txBody>
          <a:bodyPr>
            <a:normAutofit/>
          </a:bodyPr>
          <a:lstStyle/>
          <a:p>
            <a:r>
              <a:rPr lang="en-CA" sz="4400"/>
              <a:t>Decorator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9D213E6-0966-4D93-B49E-BBC65C11D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31" y="640080"/>
            <a:ext cx="4624153" cy="5588101"/>
          </a:xfrm>
          <a:prstGeom prst="rect">
            <a:avLst/>
          </a:prstGeom>
        </p:spPr>
      </p:pic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E98D22F5-85A2-482C-B5F6-F3AA6F9DF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6310" y="2011680"/>
            <a:ext cx="3706761" cy="3864732"/>
          </a:xfrm>
        </p:spPr>
        <p:txBody>
          <a:bodyPr>
            <a:normAutofit/>
          </a:bodyPr>
          <a:lstStyle/>
          <a:p>
            <a:r>
              <a:rPr lang="en-US" sz="2000" dirty="0"/>
              <a:t>A simple implementation of the decorator pattern for generator, where Decorate() is called for each Decorator in Generator on Generate()</a:t>
            </a:r>
          </a:p>
        </p:txBody>
      </p:sp>
    </p:spTree>
    <p:extLst>
      <p:ext uri="{BB962C8B-B14F-4D97-AF65-F5344CB8AC3E}">
        <p14:creationId xmlns:p14="http://schemas.microsoft.com/office/powerpoint/2010/main" val="19188157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37EF48-70BC-4642-97F2-85D4CC9DB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800" dirty="0">
                <a:solidFill>
                  <a:schemeClr val="tx1"/>
                </a:solidFill>
              </a:rPr>
              <a:t>Let's Review Class &amp; Sequence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03B0F-2F42-444C-B040-84860B701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>
                <a:solidFill>
                  <a:schemeClr val="tx1"/>
                </a:solidFill>
                <a:latin typeface="+mj-lt"/>
              </a:rPr>
              <a:t>Stick around if you want to go over some examples in class / talk about grades.</a:t>
            </a:r>
          </a:p>
        </p:txBody>
      </p:sp>
    </p:spTree>
    <p:extLst>
      <p:ext uri="{BB962C8B-B14F-4D97-AF65-F5344CB8AC3E}">
        <p14:creationId xmlns:p14="http://schemas.microsoft.com/office/powerpoint/2010/main" val="42768582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rgbClr val="000000"/>
      </a:dk1>
      <a:lt1>
        <a:srgbClr val="FFFFFF"/>
      </a:lt1>
      <a:dk2>
        <a:srgbClr val="303034"/>
      </a:dk2>
      <a:lt2>
        <a:srgbClr val="DFDFE4"/>
      </a:lt2>
      <a:accent1>
        <a:srgbClr val="00AEEF"/>
      </a:accent1>
      <a:accent2>
        <a:srgbClr val="8CC600"/>
      </a:accent2>
      <a:accent3>
        <a:srgbClr val="FFBE00"/>
      </a:accent3>
      <a:accent4>
        <a:srgbClr val="FF0097"/>
      </a:accent4>
      <a:accent5>
        <a:srgbClr val="0071BC"/>
      </a:accent5>
      <a:accent6>
        <a:srgbClr val="FF8600"/>
      </a:accent6>
      <a:hlink>
        <a:srgbClr val="2424F0"/>
      </a:hlink>
      <a:folHlink>
        <a:srgbClr val="808080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9FF7CA0D-8839-4012-B51C-B152F9BD65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675</Words>
  <Application>Microsoft Office PowerPoint</Application>
  <PresentationFormat>Widescreen</PresentationFormat>
  <Paragraphs>114</Paragraphs>
  <Slides>33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 Light</vt:lpstr>
      <vt:lpstr>Metropolitan</vt:lpstr>
      <vt:lpstr>OpenDocument Text</vt:lpstr>
      <vt:lpstr>Document</vt:lpstr>
      <vt:lpstr>Design Patterns</vt:lpstr>
      <vt:lpstr>Introduction</vt:lpstr>
      <vt:lpstr>Design Patterns</vt:lpstr>
      <vt:lpstr>Delegation</vt:lpstr>
      <vt:lpstr>Delegation</vt:lpstr>
      <vt:lpstr>Delegation (Implementations)</vt:lpstr>
      <vt:lpstr>Why Delegate?</vt:lpstr>
      <vt:lpstr>Game Loop</vt:lpstr>
      <vt:lpstr>Game Loop</vt:lpstr>
      <vt:lpstr>Game Loop</vt:lpstr>
      <vt:lpstr>Game Loop Considerations</vt:lpstr>
      <vt:lpstr>Scene Graph</vt:lpstr>
      <vt:lpstr>Scene Graph</vt:lpstr>
      <vt:lpstr>2D / 3D Scene Graphs</vt:lpstr>
      <vt:lpstr>Scene Graph</vt:lpstr>
      <vt:lpstr>Scene Graph</vt:lpstr>
      <vt:lpstr>Double Buffering</vt:lpstr>
      <vt:lpstr>Double Buffering</vt:lpstr>
      <vt:lpstr>Component</vt:lpstr>
      <vt:lpstr>Component</vt:lpstr>
      <vt:lpstr>Component</vt:lpstr>
      <vt:lpstr>Why Components?</vt:lpstr>
      <vt:lpstr>Object Pool</vt:lpstr>
      <vt:lpstr>Object Pool</vt:lpstr>
      <vt:lpstr>Object Pool</vt:lpstr>
      <vt:lpstr>Why Object Pool?</vt:lpstr>
      <vt:lpstr>Singleton</vt:lpstr>
      <vt:lpstr>Singleton</vt:lpstr>
      <vt:lpstr>Singleton</vt:lpstr>
      <vt:lpstr>Decorator</vt:lpstr>
      <vt:lpstr>Decorator</vt:lpstr>
      <vt:lpstr>Decorator</vt:lpstr>
      <vt:lpstr>Let's Review Class &amp; Sequence Diagrams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Patterns</dc:title>
  <dc:creator>Aidan Dearing</dc:creator>
  <cp:lastModifiedBy>Aidan Dearing</cp:lastModifiedBy>
  <cp:revision>3</cp:revision>
  <dcterms:created xsi:type="dcterms:W3CDTF">2020-03-06T14:31:43Z</dcterms:created>
  <dcterms:modified xsi:type="dcterms:W3CDTF">2020-03-06T14:49:31Z</dcterms:modified>
</cp:coreProperties>
</file>