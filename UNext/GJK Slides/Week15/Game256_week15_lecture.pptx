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yn4j.org/2010/04/gjk-distance-closest-points/#gjk-closest" TargetMode="External"/><Relationship Id="rId2" Type="http://schemas.openxmlformats.org/officeDocument/2006/relationships/hyperlink" Target="https://en.ppt-online.org/18089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chrome-extension://oemmndcbldboiebfnladdacbdfmadadm/http:/graphics.stanford.edu/papers/rigid_bodies-sig03/rigid_bodies.pd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1579DD07-B6CD-4C04-8A4A-3B92CE8C8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0" ty="0" sx="80000" sy="80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A995F0-906C-4573-A739-16EED217D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9343" y="620720"/>
            <a:ext cx="6442480" cy="559316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F2D16-A8C0-4053-BFAF-7D7C85D56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0120" y="1105351"/>
            <a:ext cx="5477071" cy="3023981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chemeClr val="bg1"/>
                </a:solidFill>
              </a:rPr>
              <a:t>Contact Point</a:t>
            </a:r>
            <a:br>
              <a:rPr lang="en-CA" sz="4400">
                <a:solidFill>
                  <a:schemeClr val="bg1"/>
                </a:solidFill>
              </a:rPr>
            </a:br>
            <a:r>
              <a:rPr lang="en-CA" sz="4400">
                <a:solidFill>
                  <a:schemeClr val="bg1"/>
                </a:solidFill>
              </a:rPr>
              <a:t>Impulse</a:t>
            </a:r>
            <a:br>
              <a:rPr lang="en-CA" sz="4400">
                <a:solidFill>
                  <a:schemeClr val="bg1"/>
                </a:solidFill>
              </a:rPr>
            </a:br>
            <a:r>
              <a:rPr lang="en-CA" sz="4400">
                <a:solidFill>
                  <a:schemeClr val="bg1"/>
                </a:solidFill>
              </a:rPr>
              <a:t>Collision Resolution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12431-2AC2-4BF2-8FDC-44D07DD92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0120" y="4297556"/>
            <a:ext cx="5477071" cy="1431695"/>
          </a:xfrm>
        </p:spPr>
        <p:txBody>
          <a:bodyPr anchor="t">
            <a:normAutofit/>
          </a:bodyPr>
          <a:lstStyle/>
          <a:p>
            <a:r>
              <a:rPr lang="en-CA" sz="1600">
                <a:solidFill>
                  <a:schemeClr val="bg1"/>
                </a:solidFill>
              </a:rPr>
              <a:t>Game 256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F5F06D-7250-43A5-9B61-0B7F1FD7E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09960" y="4214336"/>
            <a:ext cx="512064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34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890400-BB8B-4A44-AB63-65C7CA22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22A4A-1DFA-4B64-9B65-1D453EDE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 dirty="0"/>
              <a:t>Overview</a:t>
            </a:r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39B797-CDC6-4529-8A36-9CBFC9816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77597" y="1600200"/>
            <a:ext cx="0" cy="36576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FF745-8630-430C-A8CC-2B535C268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330" y="804333"/>
            <a:ext cx="6257721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EPA Collision Data</a:t>
            </a:r>
          </a:p>
          <a:p>
            <a:r>
              <a:rPr lang="en-CA" dirty="0"/>
              <a:t>Linear Impulse</a:t>
            </a:r>
          </a:p>
          <a:p>
            <a:r>
              <a:rPr lang="en-CA" dirty="0"/>
              <a:t>Angular Impulse</a:t>
            </a:r>
          </a:p>
          <a:p>
            <a:r>
              <a:rPr lang="en-CA" dirty="0"/>
              <a:t>Collision Resolution</a:t>
            </a:r>
          </a:p>
        </p:txBody>
      </p:sp>
    </p:spTree>
    <p:extLst>
      <p:ext uri="{BB962C8B-B14F-4D97-AF65-F5344CB8AC3E}">
        <p14:creationId xmlns:p14="http://schemas.microsoft.com/office/powerpoint/2010/main" val="180798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2DB4-B091-4AD2-A254-F648607B7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EPA Collision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7D8CE6-245C-494F-8D5F-2D39C37A2256}"/>
              </a:ext>
            </a:extLst>
          </p:cNvPr>
          <p:cNvSpPr/>
          <p:nvPr/>
        </p:nvSpPr>
        <p:spPr>
          <a:xfrm>
            <a:off x="2111261" y="2219326"/>
            <a:ext cx="3982142" cy="398214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CA" sz="4000" dirty="0"/>
              <a:t>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410087-9E47-4410-AAFA-D8D6B5B882F0}"/>
              </a:ext>
            </a:extLst>
          </p:cNvPr>
          <p:cNvSpPr/>
          <p:nvPr/>
        </p:nvSpPr>
        <p:spPr>
          <a:xfrm rot="19359803">
            <a:off x="5732663" y="1790973"/>
            <a:ext cx="4116846" cy="4116846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sz="4000" dirty="0"/>
              <a:t>B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61D1431-5666-4B03-B56F-087B6DD76522}"/>
              </a:ext>
            </a:extLst>
          </p:cNvPr>
          <p:cNvCxnSpPr>
            <a:cxnSpLocks/>
          </p:cNvCxnSpPr>
          <p:nvPr/>
        </p:nvCxnSpPr>
        <p:spPr>
          <a:xfrm>
            <a:off x="4906036" y="3459956"/>
            <a:ext cx="1187367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4FBFC60-C20C-434D-80A1-8053EE29A8F3}"/>
              </a:ext>
            </a:extLst>
          </p:cNvPr>
          <p:cNvCxnSpPr/>
          <p:nvPr/>
        </p:nvCxnSpPr>
        <p:spPr>
          <a:xfrm>
            <a:off x="6093403" y="3459956"/>
            <a:ext cx="50973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6BEC784-8B76-44ED-A5C7-E0EB78F4D9C9}"/>
              </a:ext>
            </a:extLst>
          </p:cNvPr>
          <p:cNvSpPr txBox="1"/>
          <p:nvPr/>
        </p:nvSpPr>
        <p:spPr>
          <a:xfrm>
            <a:off x="4788480" y="3393101"/>
            <a:ext cx="1422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Penetration Depth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137627-FC8B-4403-93DC-73488A86FA1B}"/>
              </a:ext>
            </a:extLst>
          </p:cNvPr>
          <p:cNvSpPr txBox="1"/>
          <p:nvPr/>
        </p:nvSpPr>
        <p:spPr>
          <a:xfrm>
            <a:off x="5985999" y="2813625"/>
            <a:ext cx="1073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Collision Normal</a:t>
            </a:r>
          </a:p>
        </p:txBody>
      </p:sp>
    </p:spTree>
    <p:extLst>
      <p:ext uri="{BB962C8B-B14F-4D97-AF65-F5344CB8AC3E}">
        <p14:creationId xmlns:p14="http://schemas.microsoft.com/office/powerpoint/2010/main" val="92298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3D6283-A3D1-40A8-B9CB-818F3848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EPA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DD20F-B2D1-4273-B343-3AAFA519C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EPA makes use of the same Support Point function.</a:t>
            </a:r>
          </a:p>
          <a:p>
            <a:r>
              <a:rPr lang="en-CA" dirty="0"/>
              <a:t>We could approximate a contact point by averaging the positions of all the vertices used to generate the 2 support points in the final edge of EPA.</a:t>
            </a:r>
          </a:p>
          <a:p>
            <a:r>
              <a:rPr lang="en-CA" dirty="0"/>
              <a:t>This would require modifying Support Point.</a:t>
            </a:r>
          </a:p>
        </p:txBody>
      </p:sp>
    </p:spTree>
    <p:extLst>
      <p:ext uri="{BB962C8B-B14F-4D97-AF65-F5344CB8AC3E}">
        <p14:creationId xmlns:p14="http://schemas.microsoft.com/office/powerpoint/2010/main" val="7628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BBADE-783E-4B5F-A370-BC6D58F1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 dirty="0">
                <a:solidFill>
                  <a:srgbClr val="FFFFFF"/>
                </a:solidFill>
              </a:rPr>
              <a:t>Alternative Ways to Determine Contact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12C7-8C14-4D73-AFC5-7BFA2B08C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>
                <a:hlinkClick r:id="rId2"/>
              </a:rPr>
              <a:t>https://en.ppt-online.org/180897</a:t>
            </a:r>
            <a:endParaRPr lang="en-CA" dirty="0"/>
          </a:p>
          <a:p>
            <a:r>
              <a:rPr lang="en-CA" dirty="0">
                <a:hlinkClick r:id="rId3"/>
              </a:rPr>
              <a:t>http://www.dyn4j.org/2010/04/gjk-distance-closest-points/#gjk-closest</a:t>
            </a:r>
            <a:endParaRPr lang="en-CA" dirty="0"/>
          </a:p>
          <a:p>
            <a:r>
              <a:rPr lang="en-CA" dirty="0">
                <a:hlinkClick r:id="rId4"/>
              </a:rPr>
              <a:t>chrome-extension://</a:t>
            </a:r>
            <a:r>
              <a:rPr lang="en-CA" dirty="0" err="1">
                <a:hlinkClick r:id="rId4"/>
              </a:rPr>
              <a:t>oemmndcbldboiebfnladdacbdfmadadm</a:t>
            </a:r>
            <a:r>
              <a:rPr lang="en-CA" dirty="0">
                <a:hlinkClick r:id="rId4"/>
              </a:rPr>
              <a:t>/http://graphics.stanford.edu/papers/rigid_bodies-sig03/rigid_bodies.pdf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9347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AB6C5-1B5C-4C37-BDBE-717E5756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Linear Impulse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C7346F-33FA-44AA-B160-2726F77757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/>
                  <a:t>Apply an impulse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i="1" dirty="0">
                    <a:latin typeface="Cambria Math" panose="02040503050406030204" pitchFamily="18" charset="0"/>
                  </a:rPr>
                  <a:t> </a:t>
                </a:r>
                <a:r>
                  <a:rPr lang="en-CA" dirty="0"/>
                  <a:t>at point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CA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𝑎𝑓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  <m:r>
                      <a:rPr lang="en-CA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𝑏𝑖</m:t>
                                </m:r>
                              </m:sub>
                            </m:sSub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den>
                    </m:f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C7346F-33FA-44AA-B160-2726F7775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4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49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846E-CFEE-41E1-B597-A3FC3FF4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CA"/>
              <a:t>Angular Impulse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A1D26D-A4D8-4D82-9030-15EBC286AB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9720073" cy="402336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CA" dirty="0"/>
                  <a:t>Modify the previous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:</a:t>
                </a:r>
              </a:p>
              <a:p>
                <a:r>
                  <a:rPr lang="en-CA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CA" dirty="0"/>
                  <a:t> is Coefficient of Restitution, and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 is the displacement from the center of rotation to the point of contact. 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e>
                        </m:d>
                        <m:r>
                          <a:rPr lang="en-CA" i="1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𝑎𝑖</m:t>
                                </m:r>
                              </m:sub>
                            </m:s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𝑏𝑖</m:t>
                                </m:r>
                              </m:sub>
                            </m:sSub>
                          </m:e>
                        </m:d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+[(</m:t>
                        </m:r>
                        <m:sSubSup>
                          <m:sSub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))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sSubSup>
                          <m:sSubSup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))×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CA" dirty="0"/>
              </a:p>
              <a:p>
                <a:r>
                  <a:rPr lang="en-CA" dirty="0"/>
                  <a:t>Gives us: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𝑎𝑓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CA" dirty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CA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CA" dirty="0"/>
              </a:p>
              <a:p>
                <a:r>
                  <a:rPr lang="en-CA" dirty="0"/>
                  <a:t>And: (these are the same, but they use the modified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CA" dirty="0"/>
                  <a:t> instead)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𝑎𝑓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𝑎𝑖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𝑏𝑓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𝑏𝑖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CA" dirty="0"/>
              </a:p>
              <a:p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A1D26D-A4D8-4D82-9030-15EBC286AB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9720073" cy="4023360"/>
              </a:xfrm>
              <a:blipFill>
                <a:blip r:embed="rId2"/>
                <a:stretch>
                  <a:fillRect l="-690" t="-1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4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9B9E6-1FE6-430D-9652-9EAF30B0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 dirty="0">
                <a:solidFill>
                  <a:srgbClr val="FFFFFF"/>
                </a:solidFill>
              </a:rPr>
              <a:t>Collision Resolution</a:t>
            </a:r>
            <a:br>
              <a:rPr lang="en-CA" dirty="0">
                <a:solidFill>
                  <a:srgbClr val="FFFFFF"/>
                </a:solidFill>
              </a:rPr>
            </a:br>
            <a:r>
              <a:rPr lang="en-CA" dirty="0">
                <a:solidFill>
                  <a:srgbClr val="FFFFFF"/>
                </a:solidFill>
              </a:rPr>
              <a:t>(The Simple &amp; Bad Way)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068BD5-CE02-4E91-A4CF-585592603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/>
                  <a:t>Move both shapes apart based on penetration depth, and collision normal.</a:t>
                </a:r>
              </a:p>
              <a:p>
                <a:r>
                  <a:rPr lang="en-CA" dirty="0"/>
                  <a:t>Assuming collision normal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pointing toward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CA" dirty="0"/>
              </a:p>
              <a:p>
                <a:r>
                  <a:rPr lang="en-CA" dirty="0"/>
                  <a:t>Where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CA" dirty="0"/>
                  <a:t> is collision normal,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CA" dirty="0"/>
                  <a:t> is penetration depth, and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CA" dirty="0"/>
                  <a:t> is position.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+=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+=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068BD5-CE02-4E91-A4CF-585592603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1048" y="804333"/>
                <a:ext cx="6306003" cy="5249334"/>
              </a:xfrm>
              <a:blipFill>
                <a:blip r:embed="rId2"/>
                <a:stretch>
                  <a:fillRect l="-483" r="-106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39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89141-20C4-4A3C-9292-3AF549E2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88" y="804333"/>
            <a:ext cx="3391900" cy="524933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Alternative Assignment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86220-F320-47F5-82E2-5CB01FB97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1048" y="804333"/>
            <a:ext cx="6306003" cy="5249334"/>
          </a:xfrm>
        </p:spPr>
        <p:txBody>
          <a:bodyPr anchor="ctr">
            <a:normAutofit/>
          </a:bodyPr>
          <a:lstStyle/>
          <a:p>
            <a:r>
              <a:rPr lang="en-CA" dirty="0"/>
              <a:t>Given people are struggling to implement collision resolution, I am bringing back </a:t>
            </a:r>
            <a:r>
              <a:rPr lang="en-CA" dirty="0" err="1"/>
              <a:t>Umer’s</a:t>
            </a:r>
            <a:r>
              <a:rPr lang="en-CA" dirty="0"/>
              <a:t> original assignment 4 as an alternative. Check Assignments on Blackboard for more information.</a:t>
            </a:r>
          </a:p>
        </p:txBody>
      </p:sp>
    </p:spTree>
    <p:extLst>
      <p:ext uri="{BB962C8B-B14F-4D97-AF65-F5344CB8AC3E}">
        <p14:creationId xmlns:p14="http://schemas.microsoft.com/office/powerpoint/2010/main" val="997542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6">
            <a:extLst>
              <a:ext uri="{FF2B5EF4-FFF2-40B4-BE49-F238E27FC236}">
                <a16:creationId xmlns:a16="http://schemas.microsoft.com/office/drawing/2014/main" id="{A10C41F2-1746-4431-9B52-B9F147A89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custGeom>
            <a:avLst/>
            <a:gdLst>
              <a:gd name="connsiteX0" fmla="*/ 0 w 3096136"/>
              <a:gd name="connsiteY0" fmla="*/ 0 h 5856137"/>
              <a:gd name="connsiteX1" fmla="*/ 3096136 w 3096136"/>
              <a:gd name="connsiteY1" fmla="*/ 0 h 5856137"/>
              <a:gd name="connsiteX2" fmla="*/ 3096136 w 3096136"/>
              <a:gd name="connsiteY2" fmla="*/ 5856137 h 5856137"/>
              <a:gd name="connsiteX3" fmla="*/ 0 w 3096136"/>
              <a:gd name="connsiteY3" fmla="*/ 5856137 h 585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96136" h="5856137">
                <a:moveTo>
                  <a:pt x="0" y="0"/>
                </a:moveTo>
                <a:lnTo>
                  <a:pt x="3096136" y="0"/>
                </a:lnTo>
                <a:lnTo>
                  <a:pt x="3096136" y="5856137"/>
                </a:lnTo>
                <a:lnTo>
                  <a:pt x="0" y="5856137"/>
                </a:lnTo>
                <a:close/>
              </a:path>
            </a:pathLst>
          </a:cu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0" ty="0" sx="80000" sy="80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4928E-D694-4849-BBAD-D7C7DC405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4020" y="643461"/>
            <a:ext cx="7654513" cy="557106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9CCF3-C21D-4AA8-A701-7BB57B44D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9803" y="4735775"/>
            <a:ext cx="7006998" cy="1245732"/>
          </a:xfrm>
        </p:spPr>
        <p:txBody>
          <a:bodyPr anchor="t"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Fin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9C38-D0B2-4CE6-978D-46238E255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9802" y="965864"/>
            <a:ext cx="7006998" cy="3450370"/>
          </a:xfrm>
        </p:spPr>
        <p:txBody>
          <a:bodyPr anchor="b">
            <a:normAutofit/>
          </a:bodyPr>
          <a:lstStyle/>
          <a:p>
            <a:endParaRPr lang="en-CA" sz="200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237721-19CF-41B1-AA0A-E1E1A8282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24317" y="4576004"/>
            <a:ext cx="457200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232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 Math</vt:lpstr>
      <vt:lpstr>Tw Cen MT</vt:lpstr>
      <vt:lpstr>Tw Cen MT Condensed</vt:lpstr>
      <vt:lpstr>Wingdings 3</vt:lpstr>
      <vt:lpstr>Integral</vt:lpstr>
      <vt:lpstr>Contact Point Impulse Collision Resolution</vt:lpstr>
      <vt:lpstr>Overview</vt:lpstr>
      <vt:lpstr>EPA Collision Data</vt:lpstr>
      <vt:lpstr>EPA</vt:lpstr>
      <vt:lpstr>Alternative Ways to Determine Contact Points</vt:lpstr>
      <vt:lpstr>Linear Impulse</vt:lpstr>
      <vt:lpstr>Angular Impulse</vt:lpstr>
      <vt:lpstr>Collision Resolution (The Simple &amp; Bad Way)</vt:lpstr>
      <vt:lpstr>Alternative Assignment 4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Point Impulse Collision Resolution</dc:title>
  <dc:creator>Aidan Dearing</dc:creator>
  <cp:lastModifiedBy>Aidan Dearing</cp:lastModifiedBy>
  <cp:revision>1</cp:revision>
  <dcterms:created xsi:type="dcterms:W3CDTF">2019-04-26T16:59:48Z</dcterms:created>
  <dcterms:modified xsi:type="dcterms:W3CDTF">2019-04-26T17:00:27Z</dcterms:modified>
</cp:coreProperties>
</file>