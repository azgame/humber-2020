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2" r:id="rId1"/>
  </p:sldMasterIdLst>
  <p:sldIdLst>
    <p:sldId id="256" r:id="rId2"/>
    <p:sldId id="258" r:id="rId3"/>
    <p:sldId id="260" r:id="rId4"/>
    <p:sldId id="259" r:id="rId5"/>
    <p:sldId id="269" r:id="rId6"/>
    <p:sldId id="264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DE009-E9C9-43A0-BA53-818EA1D45E00}" v="333" dt="2019-02-15T16:52:43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345DE009-E9C9-43A0-BA53-818EA1D45E00}"/>
    <pc:docChg chg="undo custSel mod addSld delSld modSld sldOrd">
      <pc:chgData name="Aidan Dearing" userId="549f97a1b1354368" providerId="LiveId" clId="{345DE009-E9C9-43A0-BA53-818EA1D45E00}" dt="2019-02-15T16:52:43.432" v="2413" actId="20577"/>
      <pc:docMkLst>
        <pc:docMk/>
      </pc:docMkLst>
      <pc:sldChg chg="addSp delSp modSp">
        <pc:chgData name="Aidan Dearing" userId="549f97a1b1354368" providerId="LiveId" clId="{345DE009-E9C9-43A0-BA53-818EA1D45E00}" dt="2019-02-15T15:00:10.377" v="39" actId="26606"/>
        <pc:sldMkLst>
          <pc:docMk/>
          <pc:sldMk cId="2556632083" sldId="256"/>
        </pc:sldMkLst>
        <pc:spChg chg="mod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2" creationId="{C74B44FE-D7FC-470A-B48E-4A418625DB92}"/>
          </ac:spMkLst>
        </pc:spChg>
        <pc:spChg chg="mod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3" creationId="{13A1F560-2D8D-4AD2-A251-2FD3B53C2CDD}"/>
          </ac:spMkLst>
        </pc:spChg>
        <pc:spChg chg="add del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8" creationId="{62AE8E50-35D4-4D5A-A4BB-168CBB027DA2}"/>
          </ac:spMkLst>
        </pc:spChg>
        <pc:spChg chg="add del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10" creationId="{C37D1D6D-17D8-4296-B000-665D1892D01E}"/>
          </ac:spMkLst>
        </pc:spChg>
        <pc:spChg chg="add del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12" creationId="{1B26E892-1320-40AA-9CA1-246721C18768}"/>
          </ac:spMkLst>
        </pc:spChg>
        <pc:spChg chg="add del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16" creationId="{C170DF7D-4686-4BD5-A9CD-C8964928468D}"/>
          </ac:spMkLst>
        </pc:spChg>
        <pc:spChg chg="add del">
          <ac:chgData name="Aidan Dearing" userId="549f97a1b1354368" providerId="LiveId" clId="{345DE009-E9C9-43A0-BA53-818EA1D45E00}" dt="2019-02-15T15:00:09.683" v="36" actId="26606"/>
          <ac:spMkLst>
            <pc:docMk/>
            <pc:sldMk cId="2556632083" sldId="256"/>
            <ac:spMk id="21" creationId="{A83E24CA-3560-4B77-9F4B-793BE2A6DECD}"/>
          </ac:spMkLst>
        </pc:spChg>
        <pc:spChg chg="add del">
          <ac:chgData name="Aidan Dearing" userId="549f97a1b1354368" providerId="LiveId" clId="{345DE009-E9C9-43A0-BA53-818EA1D45E00}" dt="2019-02-15T15:00:09.683" v="36" actId="26606"/>
          <ac:spMkLst>
            <pc:docMk/>
            <pc:sldMk cId="2556632083" sldId="256"/>
            <ac:spMk id="23" creationId="{36A995F0-906C-4573-A739-16EED217D852}"/>
          </ac:spMkLst>
        </pc:spChg>
        <pc:spChg chg="add del">
          <ac:chgData name="Aidan Dearing" userId="549f97a1b1354368" providerId="LiveId" clId="{345DE009-E9C9-43A0-BA53-818EA1D45E00}" dt="2019-02-15T15:00:10.348" v="38" actId="26606"/>
          <ac:spMkLst>
            <pc:docMk/>
            <pc:sldMk cId="2556632083" sldId="256"/>
            <ac:spMk id="28" creationId="{62AE8E50-35D4-4D5A-A4BB-168CBB027DA2}"/>
          </ac:spMkLst>
        </pc:spChg>
        <pc:spChg chg="add del">
          <ac:chgData name="Aidan Dearing" userId="549f97a1b1354368" providerId="LiveId" clId="{345DE009-E9C9-43A0-BA53-818EA1D45E00}" dt="2019-02-15T15:00:10.348" v="38" actId="26606"/>
          <ac:spMkLst>
            <pc:docMk/>
            <pc:sldMk cId="2556632083" sldId="256"/>
            <ac:spMk id="29" creationId="{C170DF7D-4686-4BD5-A9CD-C8964928468D}"/>
          </ac:spMkLst>
        </pc:spChg>
        <pc:spChg chg="add del">
          <ac:chgData name="Aidan Dearing" userId="549f97a1b1354368" providerId="LiveId" clId="{345DE009-E9C9-43A0-BA53-818EA1D45E00}" dt="2019-02-15T15:00:10.348" v="38" actId="26606"/>
          <ac:spMkLst>
            <pc:docMk/>
            <pc:sldMk cId="2556632083" sldId="256"/>
            <ac:spMk id="30" creationId="{C37D1D6D-17D8-4296-B000-665D1892D01E}"/>
          </ac:spMkLst>
        </pc:spChg>
        <pc:spChg chg="add del">
          <ac:chgData name="Aidan Dearing" userId="549f97a1b1354368" providerId="LiveId" clId="{345DE009-E9C9-43A0-BA53-818EA1D45E00}" dt="2019-02-15T15:00:10.348" v="38" actId="26606"/>
          <ac:spMkLst>
            <pc:docMk/>
            <pc:sldMk cId="2556632083" sldId="256"/>
            <ac:spMk id="31" creationId="{1B26E892-1320-40AA-9CA1-246721C18768}"/>
          </ac:spMkLst>
        </pc:spChg>
        <pc:spChg chg="add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33" creationId="{9ABC736F-FD1E-4980-876D-E5C38773936B}"/>
          </ac:spMkLst>
        </pc:spChg>
        <pc:spChg chg="add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34" creationId="{8D98EE46-797C-45B8-8337-491B94E0583F}"/>
          </ac:spMkLst>
        </pc:spChg>
        <pc:spChg chg="add">
          <ac:chgData name="Aidan Dearing" userId="549f97a1b1354368" providerId="LiveId" clId="{345DE009-E9C9-43A0-BA53-818EA1D45E00}" dt="2019-02-15T15:00:10.377" v="39" actId="26606"/>
          <ac:spMkLst>
            <pc:docMk/>
            <pc:sldMk cId="2556632083" sldId="256"/>
            <ac:spMk id="36" creationId="{3915B512-930A-40F0-82A6-4895B71A9566}"/>
          </ac:spMkLst>
        </pc:spChg>
        <pc:cxnChg chg="add del">
          <ac:chgData name="Aidan Dearing" userId="549f97a1b1354368" providerId="LiveId" clId="{345DE009-E9C9-43A0-BA53-818EA1D45E00}" dt="2019-02-15T15:00:10.377" v="39" actId="26606"/>
          <ac:cxnSpMkLst>
            <pc:docMk/>
            <pc:sldMk cId="2556632083" sldId="256"/>
            <ac:cxnSpMk id="14" creationId="{C9A1F79C-E4D1-4AAE-BA11-3A09005252E3}"/>
          </ac:cxnSpMkLst>
        </pc:cxnChg>
        <pc:cxnChg chg="add del">
          <ac:chgData name="Aidan Dearing" userId="549f97a1b1354368" providerId="LiveId" clId="{345DE009-E9C9-43A0-BA53-818EA1D45E00}" dt="2019-02-15T15:00:09.683" v="36" actId="26606"/>
          <ac:cxnSpMkLst>
            <pc:docMk/>
            <pc:sldMk cId="2556632083" sldId="256"/>
            <ac:cxnSpMk id="25" creationId="{C3F5F06D-7250-43A5-9B61-0B7F1FD7E395}"/>
          </ac:cxnSpMkLst>
        </pc:cxnChg>
        <pc:cxnChg chg="add del">
          <ac:chgData name="Aidan Dearing" userId="549f97a1b1354368" providerId="LiveId" clId="{345DE009-E9C9-43A0-BA53-818EA1D45E00}" dt="2019-02-15T15:00:10.348" v="38" actId="26606"/>
          <ac:cxnSpMkLst>
            <pc:docMk/>
            <pc:sldMk cId="2556632083" sldId="256"/>
            <ac:cxnSpMk id="27" creationId="{C9A1F79C-E4D1-4AAE-BA11-3A09005252E3}"/>
          </ac:cxnSpMkLst>
        </pc:cxnChg>
        <pc:cxnChg chg="add">
          <ac:chgData name="Aidan Dearing" userId="549f97a1b1354368" providerId="LiveId" clId="{345DE009-E9C9-43A0-BA53-818EA1D45E00}" dt="2019-02-15T15:00:10.377" v="39" actId="26606"/>
          <ac:cxnSpMkLst>
            <pc:docMk/>
            <pc:sldMk cId="2556632083" sldId="256"/>
            <ac:cxnSpMk id="35" creationId="{4E4CA735-62CB-4665-AA7D-4A259E3F7CE6}"/>
          </ac:cxnSpMkLst>
        </pc:cxnChg>
      </pc:sldChg>
      <pc:sldChg chg="modSp">
        <pc:chgData name="Aidan Dearing" userId="549f97a1b1354368" providerId="LiveId" clId="{345DE009-E9C9-43A0-BA53-818EA1D45E00}" dt="2019-02-15T14:52:51.329" v="3"/>
        <pc:sldMkLst>
          <pc:docMk/>
          <pc:sldMk cId="1489714853" sldId="260"/>
        </pc:sldMkLst>
        <pc:graphicFrameChg chg="mod">
          <ac:chgData name="Aidan Dearing" userId="549f97a1b1354368" providerId="LiveId" clId="{345DE009-E9C9-43A0-BA53-818EA1D45E00}" dt="2019-02-15T14:52:51.329" v="3"/>
          <ac:graphicFrameMkLst>
            <pc:docMk/>
            <pc:sldMk cId="1489714853" sldId="260"/>
            <ac:graphicFrameMk id="8" creationId="{7B894E00-BB3E-44F9-8201-9E0285850BF0}"/>
          </ac:graphicFrameMkLst>
        </pc:graphicFrameChg>
      </pc:sldChg>
      <pc:sldChg chg="addSp delSp modSp del">
        <pc:chgData name="Aidan Dearing" userId="549f97a1b1354368" providerId="LiveId" clId="{345DE009-E9C9-43A0-BA53-818EA1D45E00}" dt="2019-02-15T16:22:27.536" v="940" actId="2696"/>
        <pc:sldMkLst>
          <pc:docMk/>
          <pc:sldMk cId="2770069196" sldId="261"/>
        </pc:sldMkLst>
        <pc:spChg chg="mod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2" creationId="{6FCBCAF0-EE1F-44FB-B57C-24296161AFFC}"/>
          </ac:spMkLst>
        </pc:spChg>
        <pc:spChg chg="mod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3" creationId="{C2BF9961-6FB4-4675-BED2-31DCFD0A4C31}"/>
          </ac:spMkLst>
        </pc:spChg>
        <pc:spChg chg="add del">
          <ac:chgData name="Aidan Dearing" userId="549f97a1b1354368" providerId="LiveId" clId="{345DE009-E9C9-43A0-BA53-818EA1D45E00}" dt="2019-02-15T15:39:59.089" v="416" actId="26606"/>
          <ac:spMkLst>
            <pc:docMk/>
            <pc:sldMk cId="2770069196" sldId="261"/>
            <ac:spMk id="8" creationId="{B5068B1C-1A28-475A-A0E0-4C23200D8201}"/>
          </ac:spMkLst>
        </pc:spChg>
        <pc:spChg chg="add del">
          <ac:chgData name="Aidan Dearing" userId="549f97a1b1354368" providerId="LiveId" clId="{345DE009-E9C9-43A0-BA53-818EA1D45E00}" dt="2019-02-15T15:39:59.089" v="416" actId="26606"/>
          <ac:spMkLst>
            <pc:docMk/>
            <pc:sldMk cId="2770069196" sldId="261"/>
            <ac:spMk id="10" creationId="{6D428773-F789-43B7-B5FD-AE49E5BD2E79}"/>
          </ac:spMkLst>
        </pc:spChg>
        <pc:spChg chg="add del">
          <ac:chgData name="Aidan Dearing" userId="549f97a1b1354368" providerId="LiveId" clId="{345DE009-E9C9-43A0-BA53-818EA1D45E00}" dt="2019-02-15T15:39:59.064" v="415" actId="26606"/>
          <ac:spMkLst>
            <pc:docMk/>
            <pc:sldMk cId="2770069196" sldId="261"/>
            <ac:spMk id="15" creationId="{A10C41F2-1746-4431-9B52-B9F147A896B8}"/>
          </ac:spMkLst>
        </pc:spChg>
        <pc:spChg chg="add del">
          <ac:chgData name="Aidan Dearing" userId="549f97a1b1354368" providerId="LiveId" clId="{345DE009-E9C9-43A0-BA53-818EA1D45E00}" dt="2019-02-15T15:39:59.064" v="415" actId="26606"/>
          <ac:spMkLst>
            <pc:docMk/>
            <pc:sldMk cId="2770069196" sldId="261"/>
            <ac:spMk id="17" creationId="{7984928E-D694-4849-BBAD-D7C7DC405478}"/>
          </ac:spMkLst>
        </pc:spChg>
        <pc:spChg chg="add del">
          <ac:chgData name="Aidan Dearing" userId="549f97a1b1354368" providerId="LiveId" clId="{345DE009-E9C9-43A0-BA53-818EA1D45E00}" dt="2019-02-15T15:39:59.064" v="415" actId="26606"/>
          <ac:spMkLst>
            <pc:docMk/>
            <pc:sldMk cId="2770069196" sldId="261"/>
            <ac:spMk id="19" creationId="{A24A153C-9BEC-46E7-9AA4-DFC65A2B1A87}"/>
          </ac:spMkLst>
        </pc:spChg>
        <pc:spChg chg="add del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23" creationId="{1BFB7AEF-EBE4-4D09-8CB7-8EABCB3BE4E4}"/>
          </ac:spMkLst>
        </pc:spChg>
        <pc:spChg chg="add del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24" creationId="{9FAFEBEB-E7DF-4119-99EC-3C2C5F3C7AAF}"/>
          </ac:spMkLst>
        </pc:spChg>
        <pc:spChg chg="add del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25" creationId="{8E25F227-C9F5-44BC-8ECE-188763D8538E}"/>
          </ac:spMkLst>
        </pc:spChg>
        <pc:spChg chg="add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30" creationId="{B5068B1C-1A28-475A-A0E0-4C23200D8201}"/>
          </ac:spMkLst>
        </pc:spChg>
        <pc:spChg chg="add">
          <ac:chgData name="Aidan Dearing" userId="549f97a1b1354368" providerId="LiveId" clId="{345DE009-E9C9-43A0-BA53-818EA1D45E00}" dt="2019-02-15T15:44:49.008" v="606" actId="26606"/>
          <ac:spMkLst>
            <pc:docMk/>
            <pc:sldMk cId="2770069196" sldId="261"/>
            <ac:spMk id="32" creationId="{6D428773-F789-43B7-B5FD-AE49E5BD2E79}"/>
          </ac:spMkLst>
        </pc:spChg>
        <pc:cxnChg chg="add del">
          <ac:chgData name="Aidan Dearing" userId="549f97a1b1354368" providerId="LiveId" clId="{345DE009-E9C9-43A0-BA53-818EA1D45E00}" dt="2019-02-15T15:39:59.064" v="415" actId="26606"/>
          <ac:cxnSpMkLst>
            <pc:docMk/>
            <pc:sldMk cId="2770069196" sldId="261"/>
            <ac:cxnSpMk id="21" creationId="{99237721-19CF-41B1-AA0A-E1E1A8282D52}"/>
          </ac:cxnSpMkLst>
        </pc:cxnChg>
      </pc:sldChg>
      <pc:sldChg chg="addSp delSp modSp del mod setClrOvrMap">
        <pc:chgData name="Aidan Dearing" userId="549f97a1b1354368" providerId="LiveId" clId="{345DE009-E9C9-43A0-BA53-818EA1D45E00}" dt="2019-02-15T16:17:55.748" v="786" actId="2696"/>
        <pc:sldMkLst>
          <pc:docMk/>
          <pc:sldMk cId="3615772395" sldId="262"/>
        </pc:sldMkLst>
        <pc:spChg chg="mod ord">
          <ac:chgData name="Aidan Dearing" userId="549f97a1b1354368" providerId="LiveId" clId="{345DE009-E9C9-43A0-BA53-818EA1D45E00}" dt="2019-02-15T16:17:51.770" v="785" actId="26606"/>
          <ac:spMkLst>
            <pc:docMk/>
            <pc:sldMk cId="3615772395" sldId="262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17:51.770" v="785" actId="26606"/>
          <ac:spMkLst>
            <pc:docMk/>
            <pc:sldMk cId="3615772395" sldId="262"/>
            <ac:spMk id="7" creationId="{36719571-AEB6-4E18-BEFF-DAB6B1996F57}"/>
          </ac:spMkLst>
        </pc:spChg>
        <pc:spChg chg="del">
          <ac:chgData name="Aidan Dearing" userId="549f97a1b1354368" providerId="LiveId" clId="{345DE009-E9C9-43A0-BA53-818EA1D45E00}" dt="2019-02-15T15:21:03.118" v="40" actId="26606"/>
          <ac:spMkLst>
            <pc:docMk/>
            <pc:sldMk cId="3615772395" sldId="262"/>
            <ac:spMk id="19" creationId="{4038CB10-1F5C-4D54-9DF7-12586DE5B007}"/>
          </ac:spMkLst>
        </pc:spChg>
        <pc:spChg chg="del">
          <ac:chgData name="Aidan Dearing" userId="549f97a1b1354368" providerId="LiveId" clId="{345DE009-E9C9-43A0-BA53-818EA1D45E00}" dt="2019-02-15T15:21:03.118" v="40" actId="26606"/>
          <ac:spMkLst>
            <pc:docMk/>
            <pc:sldMk cId="3615772395" sldId="262"/>
            <ac:spMk id="21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5:25:19.235" v="217" actId="26606"/>
          <ac:spMkLst>
            <pc:docMk/>
            <pc:sldMk cId="3615772395" sldId="262"/>
            <ac:spMk id="26" creationId="{B32DC26D-8B9B-4CC1-B3CC-D3EA0FB162CD}"/>
          </ac:spMkLst>
        </pc:spChg>
        <pc:spChg chg="add del">
          <ac:chgData name="Aidan Dearing" userId="549f97a1b1354368" providerId="LiveId" clId="{345DE009-E9C9-43A0-BA53-818EA1D45E00}" dt="2019-02-15T15:28:56.781" v="238" actId="26606"/>
          <ac:spMkLst>
            <pc:docMk/>
            <pc:sldMk cId="3615772395" sldId="262"/>
            <ac:spMk id="33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5:28:56.781" v="238" actId="26606"/>
          <ac:spMkLst>
            <pc:docMk/>
            <pc:sldMk cId="3615772395" sldId="262"/>
            <ac:spMk id="35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5:29:09.651" v="242" actId="26606"/>
          <ac:spMkLst>
            <pc:docMk/>
            <pc:sldMk cId="3615772395" sldId="262"/>
            <ac:spMk id="40" creationId="{B32DC26D-8B9B-4CC1-B3CC-D3EA0FB162CD}"/>
          </ac:spMkLst>
        </pc:spChg>
        <pc:spChg chg="add del">
          <ac:chgData name="Aidan Dearing" userId="549f97a1b1354368" providerId="LiveId" clId="{345DE009-E9C9-43A0-BA53-818EA1D45E00}" dt="2019-02-15T15:37:53.594" v="248" actId="26606"/>
          <ac:spMkLst>
            <pc:docMk/>
            <pc:sldMk cId="3615772395" sldId="262"/>
            <ac:spMk id="52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5:37:53.594" v="248" actId="26606"/>
          <ac:spMkLst>
            <pc:docMk/>
            <pc:sldMk cId="3615772395" sldId="262"/>
            <ac:spMk id="54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5:45:33.210" v="609" actId="26606"/>
          <ac:spMkLst>
            <pc:docMk/>
            <pc:sldMk cId="3615772395" sldId="262"/>
            <ac:spMk id="59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5:45:33.210" v="609" actId="26606"/>
          <ac:spMkLst>
            <pc:docMk/>
            <pc:sldMk cId="3615772395" sldId="262"/>
            <ac:spMk id="61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6:17:51.770" v="785" actId="26606"/>
          <ac:spMkLst>
            <pc:docMk/>
            <pc:sldMk cId="3615772395" sldId="262"/>
            <ac:spMk id="66" creationId="{B32DC26D-8B9B-4CC1-B3CC-D3EA0FB162CD}"/>
          </ac:spMkLst>
        </pc:spChg>
        <pc:spChg chg="add del">
          <ac:chgData name="Aidan Dearing" userId="549f97a1b1354368" providerId="LiveId" clId="{345DE009-E9C9-43A0-BA53-818EA1D45E00}" dt="2019-02-15T16:17:50.079" v="782" actId="26606"/>
          <ac:spMkLst>
            <pc:docMk/>
            <pc:sldMk cId="3615772395" sldId="262"/>
            <ac:spMk id="73" creationId="{57D175FC-84CC-4D12-A5E2-FA27D934E9CE}"/>
          </ac:spMkLst>
        </pc:spChg>
        <pc:spChg chg="add del">
          <ac:chgData name="Aidan Dearing" userId="549f97a1b1354368" providerId="LiveId" clId="{345DE009-E9C9-43A0-BA53-818EA1D45E00}" dt="2019-02-15T16:17:51.737" v="784" actId="26606"/>
          <ac:spMkLst>
            <pc:docMk/>
            <pc:sldMk cId="3615772395" sldId="262"/>
            <ac:spMk id="77" creationId="{27B7C6F6-4579-4D42-9857-ED1B2EE07B99}"/>
          </ac:spMkLst>
        </pc:spChg>
        <pc:spChg chg="add del">
          <ac:chgData name="Aidan Dearing" userId="549f97a1b1354368" providerId="LiveId" clId="{345DE009-E9C9-43A0-BA53-818EA1D45E00}" dt="2019-02-15T16:17:51.737" v="784" actId="26606"/>
          <ac:spMkLst>
            <pc:docMk/>
            <pc:sldMk cId="3615772395" sldId="262"/>
            <ac:spMk id="78" creationId="{7E6D8249-E901-4E71-B15A-A7F5D7F7B0E1}"/>
          </ac:spMkLst>
        </pc:spChg>
        <pc:spChg chg="add">
          <ac:chgData name="Aidan Dearing" userId="549f97a1b1354368" providerId="LiveId" clId="{345DE009-E9C9-43A0-BA53-818EA1D45E00}" dt="2019-02-15T16:17:51.770" v="785" actId="26606"/>
          <ac:spMkLst>
            <pc:docMk/>
            <pc:sldMk cId="3615772395" sldId="262"/>
            <ac:spMk id="80" creationId="{4038CB10-1F5C-4D54-9DF7-12586DE5B007}"/>
          </ac:spMkLst>
        </pc:spChg>
        <pc:spChg chg="add">
          <ac:chgData name="Aidan Dearing" userId="549f97a1b1354368" providerId="LiveId" clId="{345DE009-E9C9-43A0-BA53-818EA1D45E00}" dt="2019-02-15T16:17:51.770" v="785" actId="26606"/>
          <ac:spMkLst>
            <pc:docMk/>
            <pc:sldMk cId="3615772395" sldId="262"/>
            <ac:spMk id="81" creationId="{73ED6512-6858-4552-B699-9A97FE9A4EA2}"/>
          </ac:spMkLst>
        </pc:spChg>
        <pc:picChg chg="mod ord">
          <ac:chgData name="Aidan Dearing" userId="549f97a1b1354368" providerId="LiveId" clId="{345DE009-E9C9-43A0-BA53-818EA1D45E00}" dt="2019-02-15T16:17:51.770" v="785" actId="26606"/>
          <ac:picMkLst>
            <pc:docMk/>
            <pc:sldMk cId="3615772395" sldId="262"/>
            <ac:picMk id="5" creationId="{6AB72B58-7092-427C-B4DA-BA6D4988CFB9}"/>
          </ac:picMkLst>
        </pc:picChg>
        <pc:cxnChg chg="add del">
          <ac:chgData name="Aidan Dearing" userId="549f97a1b1354368" providerId="LiveId" clId="{345DE009-E9C9-43A0-BA53-818EA1D45E00}" dt="2019-02-15T15:25:19.235" v="217" actId="26606"/>
          <ac:cxnSpMkLst>
            <pc:docMk/>
            <pc:sldMk cId="3615772395" sldId="262"/>
            <ac:cxnSpMk id="28" creationId="{FBB7ADC3-53A0-44F2-914A-78CADAF33411}"/>
          </ac:cxnSpMkLst>
        </pc:cxnChg>
        <pc:cxnChg chg="add del">
          <ac:chgData name="Aidan Dearing" userId="549f97a1b1354368" providerId="LiveId" clId="{345DE009-E9C9-43A0-BA53-818EA1D45E00}" dt="2019-02-15T15:29:09.651" v="242" actId="26606"/>
          <ac:cxnSpMkLst>
            <pc:docMk/>
            <pc:sldMk cId="3615772395" sldId="262"/>
            <ac:cxnSpMk id="42" creationId="{FBB7ADC3-53A0-44F2-914A-78CADAF33411}"/>
          </ac:cxnSpMkLst>
        </pc:cxnChg>
        <pc:cxnChg chg="add del">
          <ac:chgData name="Aidan Dearing" userId="549f97a1b1354368" providerId="LiveId" clId="{345DE009-E9C9-43A0-BA53-818EA1D45E00}" dt="2019-02-15T15:29:31.703" v="244" actId="26606"/>
          <ac:cxnSpMkLst>
            <pc:docMk/>
            <pc:sldMk cId="3615772395" sldId="262"/>
            <ac:cxnSpMk id="47" creationId="{FBC3B7EE-8632-4756-A078-1B3B0DF3B53E}"/>
          </ac:cxnSpMkLst>
        </pc:cxnChg>
        <pc:cxnChg chg="add del">
          <ac:chgData name="Aidan Dearing" userId="549f97a1b1354368" providerId="LiveId" clId="{345DE009-E9C9-43A0-BA53-818EA1D45E00}" dt="2019-02-15T16:17:51.770" v="785" actId="26606"/>
          <ac:cxnSpMkLst>
            <pc:docMk/>
            <pc:sldMk cId="3615772395" sldId="262"/>
            <ac:cxnSpMk id="68" creationId="{FBB7ADC3-53A0-44F2-914A-78CADAF33411}"/>
          </ac:cxnSpMkLst>
        </pc:cxnChg>
        <pc:cxnChg chg="add del">
          <ac:chgData name="Aidan Dearing" userId="549f97a1b1354368" providerId="LiveId" clId="{345DE009-E9C9-43A0-BA53-818EA1D45E00}" dt="2019-02-15T16:17:50.079" v="782" actId="26606"/>
          <ac:cxnSpMkLst>
            <pc:docMk/>
            <pc:sldMk cId="3615772395" sldId="262"/>
            <ac:cxnSpMk id="75" creationId="{8AC38328-2D50-4DDB-BD20-28DE12E4996E}"/>
          </ac:cxnSpMkLst>
        </pc:cxnChg>
      </pc:sldChg>
      <pc:sldChg chg="addSp delSp modSp del mod setBg">
        <pc:chgData name="Aidan Dearing" userId="549f97a1b1354368" providerId="LiveId" clId="{345DE009-E9C9-43A0-BA53-818EA1D45E00}" dt="2019-02-15T15:28:30.210" v="232" actId="2696"/>
        <pc:sldMkLst>
          <pc:docMk/>
          <pc:sldMk cId="3213401670" sldId="263"/>
        </pc:sldMkLst>
        <pc:spChg chg="del mod">
          <ac:chgData name="Aidan Dearing" userId="549f97a1b1354368" providerId="LiveId" clId="{345DE009-E9C9-43A0-BA53-818EA1D45E00}" dt="2019-02-15T15:21:16.634" v="43" actId="478"/>
          <ac:spMkLst>
            <pc:docMk/>
            <pc:sldMk cId="3213401670" sldId="263"/>
            <ac:spMk id="2" creationId="{C3AD27A0-EE72-403A-AC52-BAACB8E8BE21}"/>
          </ac:spMkLst>
        </pc:spChg>
        <pc:spChg chg="del">
          <ac:chgData name="Aidan Dearing" userId="549f97a1b1354368" providerId="LiveId" clId="{345DE009-E9C9-43A0-BA53-818EA1D45E00}" dt="2019-02-15T15:21:12.475" v="41"/>
          <ac:spMkLst>
            <pc:docMk/>
            <pc:sldMk cId="3213401670" sldId="263"/>
            <ac:spMk id="3" creationId="{F73D6257-D0D7-4FFF-BCC0-6F295617BB69}"/>
          </ac:spMkLst>
        </pc:spChg>
        <pc:spChg chg="add mod">
          <ac:chgData name="Aidan Dearing" userId="549f97a1b1354368" providerId="LiveId" clId="{345DE009-E9C9-43A0-BA53-818EA1D45E00}" dt="2019-02-15T15:25:07.210" v="216" actId="1076"/>
          <ac:spMkLst>
            <pc:docMk/>
            <pc:sldMk cId="3213401670" sldId="263"/>
            <ac:spMk id="6" creationId="{7D006BCE-FDD5-4FD1-B6F6-98C37EC3C455}"/>
          </ac:spMkLst>
        </pc:spChg>
        <pc:spChg chg="add mod">
          <ac:chgData name="Aidan Dearing" userId="549f97a1b1354368" providerId="LiveId" clId="{345DE009-E9C9-43A0-BA53-818EA1D45E00}" dt="2019-02-15T15:25:39.093" v="221" actId="15"/>
          <ac:spMkLst>
            <pc:docMk/>
            <pc:sldMk cId="3213401670" sldId="263"/>
            <ac:spMk id="7" creationId="{2617F22D-9749-418D-81BF-1DE4EA239CE7}"/>
          </ac:spMkLst>
        </pc:spChg>
        <pc:spChg chg="add del">
          <ac:chgData name="Aidan Dearing" userId="549f97a1b1354368" providerId="LiveId" clId="{345DE009-E9C9-43A0-BA53-818EA1D45E00}" dt="2019-02-15T15:23:47.118" v="164" actId="26606"/>
          <ac:spMkLst>
            <pc:docMk/>
            <pc:sldMk cId="3213401670" sldId="263"/>
            <ac:spMk id="12" creationId="{3A8EC506-B1DA-46A1-B44D-774E68468E13}"/>
          </ac:spMkLst>
        </pc:spChg>
        <pc:spChg chg="add del">
          <ac:chgData name="Aidan Dearing" userId="549f97a1b1354368" providerId="LiveId" clId="{345DE009-E9C9-43A0-BA53-818EA1D45E00}" dt="2019-02-15T15:23:47.118" v="164" actId="26606"/>
          <ac:spMkLst>
            <pc:docMk/>
            <pc:sldMk cId="3213401670" sldId="263"/>
            <ac:spMk id="14" creationId="{BFF30785-305E-45D7-984F-5AA93D3CA561}"/>
          </ac:spMkLst>
        </pc:spChg>
        <pc:spChg chg="add del">
          <ac:chgData name="Aidan Dearing" userId="549f97a1b1354368" providerId="LiveId" clId="{345DE009-E9C9-43A0-BA53-818EA1D45E00}" dt="2019-02-15T15:23:47.118" v="164" actId="26606"/>
          <ac:spMkLst>
            <pc:docMk/>
            <pc:sldMk cId="3213401670" sldId="263"/>
            <ac:spMk id="18" creationId="{C6D18C07-B1F9-42F0-8956-B88FC37A674C}"/>
          </ac:spMkLst>
        </pc:spChg>
        <pc:spChg chg="add del">
          <ac:chgData name="Aidan Dearing" userId="549f97a1b1354368" providerId="LiveId" clId="{345DE009-E9C9-43A0-BA53-818EA1D45E00}" dt="2019-02-15T15:23:46.656" v="162" actId="26606"/>
          <ac:spMkLst>
            <pc:docMk/>
            <pc:sldMk cId="3213401670" sldId="263"/>
            <ac:spMk id="23" creationId="{3A8EC506-B1DA-46A1-B44D-774E68468E13}"/>
          </ac:spMkLst>
        </pc:spChg>
        <pc:spChg chg="add del">
          <ac:chgData name="Aidan Dearing" userId="549f97a1b1354368" providerId="LiveId" clId="{345DE009-E9C9-43A0-BA53-818EA1D45E00}" dt="2019-02-15T15:23:46.656" v="162" actId="26606"/>
          <ac:spMkLst>
            <pc:docMk/>
            <pc:sldMk cId="3213401670" sldId="263"/>
            <ac:spMk id="25" creationId="{BFF30785-305E-45D7-984F-5AA93D3CA561}"/>
          </ac:spMkLst>
        </pc:spChg>
        <pc:spChg chg="add del">
          <ac:chgData name="Aidan Dearing" userId="549f97a1b1354368" providerId="LiveId" clId="{345DE009-E9C9-43A0-BA53-818EA1D45E00}" dt="2019-02-15T15:23:46.656" v="162" actId="26606"/>
          <ac:spMkLst>
            <pc:docMk/>
            <pc:sldMk cId="3213401670" sldId="263"/>
            <ac:spMk id="29" creationId="{C411DB08-1669-426B-BBEB-FAD285EF80FE}"/>
          </ac:spMkLst>
        </pc:spChg>
        <pc:spChg chg="add del">
          <ac:chgData name="Aidan Dearing" userId="549f97a1b1354368" providerId="LiveId" clId="{345DE009-E9C9-43A0-BA53-818EA1D45E00}" dt="2019-02-15T15:23:46.656" v="162" actId="26606"/>
          <ac:spMkLst>
            <pc:docMk/>
            <pc:sldMk cId="3213401670" sldId="263"/>
            <ac:spMk id="31" creationId="{029E4219-121F-4CD1-AA58-24746CD2923C}"/>
          </ac:spMkLst>
        </pc:spChg>
        <pc:picChg chg="add mod ord">
          <ac:chgData name="Aidan Dearing" userId="549f97a1b1354368" providerId="LiveId" clId="{345DE009-E9C9-43A0-BA53-818EA1D45E00}" dt="2019-02-15T15:23:47.118" v="164" actId="26606"/>
          <ac:picMkLst>
            <pc:docMk/>
            <pc:sldMk cId="3213401670" sldId="263"/>
            <ac:picMk id="5" creationId="{8862881E-8B64-43EE-8BBC-C75292B593BC}"/>
          </ac:picMkLst>
        </pc:picChg>
        <pc:cxnChg chg="add del">
          <ac:chgData name="Aidan Dearing" userId="549f97a1b1354368" providerId="LiveId" clId="{345DE009-E9C9-43A0-BA53-818EA1D45E00}" dt="2019-02-15T15:23:47.118" v="164" actId="26606"/>
          <ac:cxnSpMkLst>
            <pc:docMk/>
            <pc:sldMk cId="3213401670" sldId="263"/>
            <ac:cxnSpMk id="16" creationId="{15E01FA5-D766-43CA-A83D-E7CF3F04E96F}"/>
          </ac:cxnSpMkLst>
        </pc:cxnChg>
        <pc:cxnChg chg="add del">
          <ac:chgData name="Aidan Dearing" userId="549f97a1b1354368" providerId="LiveId" clId="{345DE009-E9C9-43A0-BA53-818EA1D45E00}" dt="2019-02-15T15:23:46.656" v="162" actId="26606"/>
          <ac:cxnSpMkLst>
            <pc:docMk/>
            <pc:sldMk cId="3213401670" sldId="263"/>
            <ac:cxnSpMk id="27" creationId="{15E01FA5-D766-43CA-A83D-E7CF3F04E96F}"/>
          </ac:cxnSpMkLst>
        </pc:cxnChg>
        <pc:cxnChg chg="add del">
          <ac:chgData name="Aidan Dearing" userId="549f97a1b1354368" providerId="LiveId" clId="{345DE009-E9C9-43A0-BA53-818EA1D45E00}" dt="2019-02-15T15:23:46.656" v="162" actId="26606"/>
          <ac:cxnSpMkLst>
            <pc:docMk/>
            <pc:sldMk cId="3213401670" sldId="263"/>
            <ac:cxnSpMk id="33" creationId="{52F50912-06FD-4216-BAD3-21050F59564A}"/>
          </ac:cxnSpMkLst>
        </pc:cxnChg>
      </pc:sldChg>
      <pc:sldChg chg="add del">
        <pc:chgData name="Aidan Dearing" userId="549f97a1b1354368" providerId="LiveId" clId="{345DE009-E9C9-43A0-BA53-818EA1D45E00}" dt="2019-02-15T15:23:48.752" v="166"/>
        <pc:sldMkLst>
          <pc:docMk/>
          <pc:sldMk cId="2583213676" sldId="264"/>
        </pc:sldMkLst>
      </pc:sldChg>
      <pc:sldChg chg="addSp delSp modSp add mod setBg setClrOvrMap">
        <pc:chgData name="Aidan Dearing" userId="549f97a1b1354368" providerId="LiveId" clId="{345DE009-E9C9-43A0-BA53-818EA1D45E00}" dt="2019-02-15T16:52:43.432" v="2413" actId="20577"/>
        <pc:sldMkLst>
          <pc:docMk/>
          <pc:sldMk cId="3277985377" sldId="264"/>
        </pc:sldMkLst>
        <pc:spChg chg="mod ord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6" creationId="{7AB50EB3-2518-4E0C-9A8F-6168E355B1E7}"/>
          </ac:spMkLst>
        </pc:spChg>
        <pc:spChg chg="mod ord">
          <ac:chgData name="Aidan Dearing" userId="549f97a1b1354368" providerId="LiveId" clId="{345DE009-E9C9-43A0-BA53-818EA1D45E00}" dt="2019-02-15T16:52:43.432" v="2413" actId="20577"/>
          <ac:spMkLst>
            <pc:docMk/>
            <pc:sldMk cId="3277985377" sldId="264"/>
            <ac:spMk id="7" creationId="{36719571-AEB6-4E18-BEFF-DAB6B1996F57}"/>
          </ac:spMkLst>
        </pc:spChg>
        <pc:spChg chg="add del">
          <ac:chgData name="Aidan Dearing" userId="549f97a1b1354368" providerId="LiveId" clId="{345DE009-E9C9-43A0-BA53-818EA1D45E00}" dt="2019-02-15T15:28:48.425" v="237" actId="26606"/>
          <ac:spMkLst>
            <pc:docMk/>
            <pc:sldMk cId="3277985377" sldId="264"/>
            <ac:spMk id="33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5:28:48.425" v="237" actId="26606"/>
          <ac:spMkLst>
            <pc:docMk/>
            <pc:sldMk cId="3277985377" sldId="264"/>
            <ac:spMk id="35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5:28:47.509" v="234" actId="26606"/>
          <ac:spMkLst>
            <pc:docMk/>
            <pc:sldMk cId="3277985377" sldId="264"/>
            <ac:spMk id="40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5:28:47.509" v="234" actId="26606"/>
          <ac:spMkLst>
            <pc:docMk/>
            <pc:sldMk cId="3277985377" sldId="264"/>
            <ac:spMk id="42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5:28:47.509" v="234" actId="26606"/>
          <ac:spMkLst>
            <pc:docMk/>
            <pc:sldMk cId="3277985377" sldId="264"/>
            <ac:spMk id="46" creationId="{256CBC06-AFCC-4937-8EA9-F545A2EB05F7}"/>
          </ac:spMkLst>
        </pc:spChg>
        <pc:spChg chg="add del">
          <ac:chgData name="Aidan Dearing" userId="549f97a1b1354368" providerId="LiveId" clId="{345DE009-E9C9-43A0-BA53-818EA1D45E00}" dt="2019-02-15T15:28:48.341" v="236" actId="26606"/>
          <ac:spMkLst>
            <pc:docMk/>
            <pc:sldMk cId="3277985377" sldId="264"/>
            <ac:spMk id="50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5:28:48.341" v="236" actId="26606"/>
          <ac:spMkLst>
            <pc:docMk/>
            <pc:sldMk cId="3277985377" sldId="264"/>
            <ac:spMk id="51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5:28:48.341" v="236" actId="26606"/>
          <ac:spMkLst>
            <pc:docMk/>
            <pc:sldMk cId="3277985377" sldId="264"/>
            <ac:spMk id="53" creationId="{B8D726A5-7900-41B4-8D49-49B4A2010E7C}"/>
          </ac:spMkLst>
        </pc:spChg>
        <pc:spChg chg="add del">
          <ac:chgData name="Aidan Dearing" userId="549f97a1b1354368" providerId="LiveId" clId="{345DE009-E9C9-43A0-BA53-818EA1D45E00}" dt="2019-02-15T15:29:04.579" v="241" actId="26606"/>
          <ac:spMkLst>
            <pc:docMk/>
            <pc:sldMk cId="3277985377" sldId="264"/>
            <ac:spMk id="56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5:29:04.579" v="241" actId="26606"/>
          <ac:spMkLst>
            <pc:docMk/>
            <pc:sldMk cId="3277985377" sldId="264"/>
            <ac:spMk id="57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5:29:04.579" v="241" actId="26606"/>
          <ac:spMkLst>
            <pc:docMk/>
            <pc:sldMk cId="3277985377" sldId="264"/>
            <ac:spMk id="59" creationId="{2FDF0794-1B86-42B2-B8C7-F60123E638ED}"/>
          </ac:spMkLst>
        </pc:spChg>
        <pc:spChg chg="add del">
          <ac:chgData name="Aidan Dearing" userId="549f97a1b1354368" providerId="LiveId" clId="{345DE009-E9C9-43A0-BA53-818EA1D45E00}" dt="2019-02-15T15:29:04.579" v="241" actId="26606"/>
          <ac:spMkLst>
            <pc:docMk/>
            <pc:sldMk cId="3277985377" sldId="264"/>
            <ac:spMk id="60" creationId="{C5373426-E26E-431D-959C-5DB96C0B6208}"/>
          </ac:spMkLst>
        </pc:spChg>
        <pc:spChg chg="add del">
          <ac:chgData name="Aidan Dearing" userId="549f97a1b1354368" providerId="LiveId" clId="{345DE009-E9C9-43A0-BA53-818EA1D45E00}" dt="2019-02-15T15:29:04.499" v="240" actId="26606"/>
          <ac:spMkLst>
            <pc:docMk/>
            <pc:sldMk cId="3277985377" sldId="264"/>
            <ac:spMk id="66" creationId="{B32DC26D-8B9B-4CC1-B3CC-D3EA0FB162CD}"/>
          </ac:spMkLst>
        </pc:spChg>
        <pc:spChg chg="add del">
          <ac:chgData name="Aidan Dearing" userId="549f97a1b1354368" providerId="LiveId" clId="{345DE009-E9C9-43A0-BA53-818EA1D45E00}" dt="2019-02-15T15:29:28.314" v="243" actId="26606"/>
          <ac:spMkLst>
            <pc:docMk/>
            <pc:sldMk cId="3277985377" sldId="264"/>
            <ac:spMk id="71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5:29:28.314" v="243" actId="26606"/>
          <ac:spMkLst>
            <pc:docMk/>
            <pc:sldMk cId="3277985377" sldId="264"/>
            <ac:spMk id="72" creationId="{B8D726A5-7900-41B4-8D49-49B4A2010E7C}"/>
          </ac:spMkLst>
        </pc:spChg>
        <pc:spChg chg="add del">
          <ac:chgData name="Aidan Dearing" userId="549f97a1b1354368" providerId="LiveId" clId="{345DE009-E9C9-43A0-BA53-818EA1D45E00}" dt="2019-02-15T15:29:28.314" v="243" actId="26606"/>
          <ac:spMkLst>
            <pc:docMk/>
            <pc:sldMk cId="3277985377" sldId="264"/>
            <ac:spMk id="73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5:45:18.190" v="608" actId="26606"/>
          <ac:spMkLst>
            <pc:docMk/>
            <pc:sldMk cId="3277985377" sldId="264"/>
            <ac:spMk id="79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5:45:18.190" v="608" actId="26606"/>
          <ac:spMkLst>
            <pc:docMk/>
            <pc:sldMk cId="3277985377" sldId="264"/>
            <ac:spMk id="81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5:45:52.695" v="610" actId="26606"/>
          <ac:spMkLst>
            <pc:docMk/>
            <pc:sldMk cId="3277985377" sldId="264"/>
            <ac:spMk id="86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5:45:52.695" v="610" actId="26606"/>
          <ac:spMkLst>
            <pc:docMk/>
            <pc:sldMk cId="3277985377" sldId="264"/>
            <ac:spMk id="88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5:45:52.695" v="610" actId="26606"/>
          <ac:spMkLst>
            <pc:docMk/>
            <pc:sldMk cId="3277985377" sldId="264"/>
            <ac:spMk id="92" creationId="{2FDF0794-1B86-42B2-B8C7-F60123E638ED}"/>
          </ac:spMkLst>
        </pc:spChg>
        <pc:spChg chg="add del">
          <ac:chgData name="Aidan Dearing" userId="549f97a1b1354368" providerId="LiveId" clId="{345DE009-E9C9-43A0-BA53-818EA1D45E00}" dt="2019-02-15T15:45:52.695" v="610" actId="26606"/>
          <ac:spMkLst>
            <pc:docMk/>
            <pc:sldMk cId="3277985377" sldId="264"/>
            <ac:spMk id="94" creationId="{C5373426-E26E-431D-959C-5DB96C0B6208}"/>
          </ac:spMkLst>
        </pc:spChg>
        <pc:spChg chg="add del">
          <ac:chgData name="Aidan Dearing" userId="549f97a1b1354368" providerId="LiveId" clId="{345DE009-E9C9-43A0-BA53-818EA1D45E00}" dt="2019-02-15T16:18:12.799" v="790" actId="26606"/>
          <ac:spMkLst>
            <pc:docMk/>
            <pc:sldMk cId="3277985377" sldId="264"/>
            <ac:spMk id="101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6:18:12.799" v="790" actId="26606"/>
          <ac:spMkLst>
            <pc:docMk/>
            <pc:sldMk cId="3277985377" sldId="264"/>
            <ac:spMk id="103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6:18:12.799" v="790" actId="26606"/>
          <ac:spMkLst>
            <pc:docMk/>
            <pc:sldMk cId="3277985377" sldId="264"/>
            <ac:spMk id="107" creationId="{2FDF0794-1B86-42B2-B8C7-F60123E638ED}"/>
          </ac:spMkLst>
        </pc:spChg>
        <pc:spChg chg="add del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114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116" creationId="{73ED6512-6858-4552-B699-9A97FE9A4EA2}"/>
          </ac:spMkLst>
        </pc:spChg>
        <pc:spChg chg="add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121" creationId="{8CD2B798-7994-4548-A2BE-4AEF9C1A5FAE}"/>
          </ac:spMkLst>
        </pc:spChg>
        <pc:spChg chg="add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123" creationId="{E6162320-3B67-42BB-AF9D-939326E6489E}"/>
          </ac:spMkLst>
        </pc:spChg>
        <pc:spChg chg="add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127" creationId="{2FDF0794-1B86-42B2-B8C7-F60123E638ED}"/>
          </ac:spMkLst>
        </pc:spChg>
        <pc:spChg chg="add">
          <ac:chgData name="Aidan Dearing" userId="549f97a1b1354368" providerId="LiveId" clId="{345DE009-E9C9-43A0-BA53-818EA1D45E00}" dt="2019-02-15T16:22:57.531" v="943" actId="26606"/>
          <ac:spMkLst>
            <pc:docMk/>
            <pc:sldMk cId="3277985377" sldId="264"/>
            <ac:spMk id="129" creationId="{C5373426-E26E-431D-959C-5DB96C0B6208}"/>
          </ac:spMkLst>
        </pc:spChg>
        <pc:picChg chg="mod ord">
          <ac:chgData name="Aidan Dearing" userId="549f97a1b1354368" providerId="LiveId" clId="{345DE009-E9C9-43A0-BA53-818EA1D45E00}" dt="2019-02-15T16:23:28.134" v="946" actId="14826"/>
          <ac:picMkLst>
            <pc:docMk/>
            <pc:sldMk cId="3277985377" sldId="264"/>
            <ac:picMk id="5" creationId="{6AB72B58-7092-427C-B4DA-BA6D4988CFB9}"/>
          </ac:picMkLst>
        </pc:picChg>
        <pc:cxnChg chg="add del">
          <ac:chgData name="Aidan Dearing" userId="549f97a1b1354368" providerId="LiveId" clId="{345DE009-E9C9-43A0-BA53-818EA1D45E00}" dt="2019-02-15T15:28:47.509" v="234" actId="26606"/>
          <ac:cxnSpMkLst>
            <pc:docMk/>
            <pc:sldMk cId="3277985377" sldId="264"/>
            <ac:cxnSpMk id="44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5:28:47.509" v="234" actId="26606"/>
          <ac:cxnSpMkLst>
            <pc:docMk/>
            <pc:sldMk cId="3277985377" sldId="264"/>
            <ac:cxnSpMk id="48" creationId="{2D041084-7D34-40AA-ACA7-1EFFC82122C9}"/>
          </ac:cxnSpMkLst>
        </pc:cxnChg>
        <pc:cxnChg chg="add del">
          <ac:chgData name="Aidan Dearing" userId="549f97a1b1354368" providerId="LiveId" clId="{345DE009-E9C9-43A0-BA53-818EA1D45E00}" dt="2019-02-15T15:28:48.341" v="236" actId="26606"/>
          <ac:cxnSpMkLst>
            <pc:docMk/>
            <pc:sldMk cId="3277985377" sldId="264"/>
            <ac:cxnSpMk id="52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5:28:48.341" v="236" actId="26606"/>
          <ac:cxnSpMkLst>
            <pc:docMk/>
            <pc:sldMk cId="3277985377" sldId="264"/>
            <ac:cxnSpMk id="54" creationId="{46E49661-E258-450C-8150-A91A6B30D1CD}"/>
          </ac:cxnSpMkLst>
        </pc:cxnChg>
        <pc:cxnChg chg="add del">
          <ac:chgData name="Aidan Dearing" userId="549f97a1b1354368" providerId="LiveId" clId="{345DE009-E9C9-43A0-BA53-818EA1D45E00}" dt="2019-02-15T15:29:04.579" v="241" actId="26606"/>
          <ac:cxnSpMkLst>
            <pc:docMk/>
            <pc:sldMk cId="3277985377" sldId="264"/>
            <ac:cxnSpMk id="58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5:29:04.579" v="241" actId="26606"/>
          <ac:cxnSpMkLst>
            <pc:docMk/>
            <pc:sldMk cId="3277985377" sldId="264"/>
            <ac:cxnSpMk id="61" creationId="{96D07482-83A3-4451-943C-B46961082957}"/>
          </ac:cxnSpMkLst>
        </pc:cxnChg>
        <pc:cxnChg chg="add del">
          <ac:chgData name="Aidan Dearing" userId="549f97a1b1354368" providerId="LiveId" clId="{345DE009-E9C9-43A0-BA53-818EA1D45E00}" dt="2019-02-15T15:29:04.499" v="240" actId="26606"/>
          <ac:cxnSpMkLst>
            <pc:docMk/>
            <pc:sldMk cId="3277985377" sldId="264"/>
            <ac:cxnSpMk id="68" creationId="{FBB7ADC3-53A0-44F2-914A-78CADAF33411}"/>
          </ac:cxnSpMkLst>
        </pc:cxnChg>
        <pc:cxnChg chg="add del">
          <ac:chgData name="Aidan Dearing" userId="549f97a1b1354368" providerId="LiveId" clId="{345DE009-E9C9-43A0-BA53-818EA1D45E00}" dt="2019-02-15T15:29:28.314" v="243" actId="26606"/>
          <ac:cxnSpMkLst>
            <pc:docMk/>
            <pc:sldMk cId="3277985377" sldId="264"/>
            <ac:cxnSpMk id="70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5:29:28.314" v="243" actId="26606"/>
          <ac:cxnSpMkLst>
            <pc:docMk/>
            <pc:sldMk cId="3277985377" sldId="264"/>
            <ac:cxnSpMk id="74" creationId="{46E49661-E258-450C-8150-A91A6B30D1CD}"/>
          </ac:cxnSpMkLst>
        </pc:cxnChg>
        <pc:cxnChg chg="add del">
          <ac:chgData name="Aidan Dearing" userId="549f97a1b1354368" providerId="LiveId" clId="{345DE009-E9C9-43A0-BA53-818EA1D45E00}" dt="2019-02-15T15:45:52.695" v="610" actId="26606"/>
          <ac:cxnSpMkLst>
            <pc:docMk/>
            <pc:sldMk cId="3277985377" sldId="264"/>
            <ac:cxnSpMk id="90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5:45:52.695" v="610" actId="26606"/>
          <ac:cxnSpMkLst>
            <pc:docMk/>
            <pc:sldMk cId="3277985377" sldId="264"/>
            <ac:cxnSpMk id="96" creationId="{96D07482-83A3-4451-943C-B46961082957}"/>
          </ac:cxnSpMkLst>
        </pc:cxnChg>
        <pc:cxnChg chg="add del">
          <ac:chgData name="Aidan Dearing" userId="549f97a1b1354368" providerId="LiveId" clId="{345DE009-E9C9-43A0-BA53-818EA1D45E00}" dt="2019-02-15T16:18:12.799" v="790" actId="26606"/>
          <ac:cxnSpMkLst>
            <pc:docMk/>
            <pc:sldMk cId="3277985377" sldId="264"/>
            <ac:cxnSpMk id="105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6:18:12.799" v="790" actId="26606"/>
          <ac:cxnSpMkLst>
            <pc:docMk/>
            <pc:sldMk cId="3277985377" sldId="264"/>
            <ac:cxnSpMk id="109" creationId="{96D07482-83A3-4451-943C-B46961082957}"/>
          </ac:cxnSpMkLst>
        </pc:cxnChg>
        <pc:cxnChg chg="add">
          <ac:chgData name="Aidan Dearing" userId="549f97a1b1354368" providerId="LiveId" clId="{345DE009-E9C9-43A0-BA53-818EA1D45E00}" dt="2019-02-15T16:22:57.531" v="943" actId="26606"/>
          <ac:cxnSpMkLst>
            <pc:docMk/>
            <pc:sldMk cId="3277985377" sldId="264"/>
            <ac:cxnSpMk id="125" creationId="{6722E143-84C1-4F95-937C-78B92D2811CF}"/>
          </ac:cxnSpMkLst>
        </pc:cxnChg>
        <pc:cxnChg chg="add">
          <ac:chgData name="Aidan Dearing" userId="549f97a1b1354368" providerId="LiveId" clId="{345DE009-E9C9-43A0-BA53-818EA1D45E00}" dt="2019-02-15T16:22:57.531" v="943" actId="26606"/>
          <ac:cxnSpMkLst>
            <pc:docMk/>
            <pc:sldMk cId="3277985377" sldId="264"/>
            <ac:cxnSpMk id="131" creationId="{96D07482-83A3-4451-943C-B46961082957}"/>
          </ac:cxnSpMkLst>
        </pc:cxnChg>
      </pc:sldChg>
      <pc:sldChg chg="addSp delSp modSp add del mod setBg setClrOvrMap">
        <pc:chgData name="Aidan Dearing" userId="549f97a1b1354368" providerId="LiveId" clId="{345DE009-E9C9-43A0-BA53-818EA1D45E00}" dt="2019-02-15T16:28:09.313" v="1474" actId="2696"/>
        <pc:sldMkLst>
          <pc:docMk/>
          <pc:sldMk cId="1309193389" sldId="265"/>
        </pc:sldMkLst>
        <pc:spChg chg="mod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2" creationId="{E0DF7F8C-16F4-4E78-8918-19C2834C33B0}"/>
          </ac:spMkLst>
        </pc:spChg>
        <pc:spChg chg="mod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3" creationId="{4DFEC913-0F6B-4474-BE8F-F11F05DED783}"/>
          </ac:spMkLst>
        </pc:spChg>
        <pc:spChg chg="add del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8" creationId="{1BFB7AEF-EBE4-4D09-8CB7-8EABCB3BE4E4}"/>
          </ac:spMkLst>
        </pc:spChg>
        <pc:spChg chg="add del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10" creationId="{9FAFEBEB-E7DF-4119-99EC-3C2C5F3C7AAF}"/>
          </ac:spMkLst>
        </pc:spChg>
        <pc:spChg chg="add del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12" creationId="{8E25F227-C9F5-44BC-8ECE-188763D8538E}"/>
          </ac:spMkLst>
        </pc:spChg>
        <pc:spChg chg="add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17" creationId="{B5068B1C-1A28-475A-A0E0-4C23200D8201}"/>
          </ac:spMkLst>
        </pc:spChg>
        <pc:spChg chg="add">
          <ac:chgData name="Aidan Dearing" userId="549f97a1b1354368" providerId="LiveId" clId="{345DE009-E9C9-43A0-BA53-818EA1D45E00}" dt="2019-02-15T15:44:54.128" v="607" actId="26606"/>
          <ac:spMkLst>
            <pc:docMk/>
            <pc:sldMk cId="1309193389" sldId="265"/>
            <ac:spMk id="19" creationId="{6D428773-F789-43B7-B5FD-AE49E5BD2E79}"/>
          </ac:spMkLst>
        </pc:spChg>
      </pc:sldChg>
      <pc:sldChg chg="addSp modSp add del mod setBg">
        <pc:chgData name="Aidan Dearing" userId="549f97a1b1354368" providerId="LiveId" clId="{345DE009-E9C9-43A0-BA53-818EA1D45E00}" dt="2019-02-15T16:30:19.788" v="1713" actId="2696"/>
        <pc:sldMkLst>
          <pc:docMk/>
          <pc:sldMk cId="1399423402" sldId="266"/>
        </pc:sldMkLst>
        <pc:spChg chg="mod">
          <ac:chgData name="Aidan Dearing" userId="549f97a1b1354368" providerId="LiveId" clId="{345DE009-E9C9-43A0-BA53-818EA1D45E00}" dt="2019-02-15T15:44:29.747" v="605" actId="26606"/>
          <ac:spMkLst>
            <pc:docMk/>
            <pc:sldMk cId="1399423402" sldId="266"/>
            <ac:spMk id="2" creationId="{0D07BDF2-A9FD-4114-A265-24C9DF102259}"/>
          </ac:spMkLst>
        </pc:spChg>
        <pc:spChg chg="mod">
          <ac:chgData name="Aidan Dearing" userId="549f97a1b1354368" providerId="LiveId" clId="{345DE009-E9C9-43A0-BA53-818EA1D45E00}" dt="2019-02-15T15:52:07.300" v="757" actId="20577"/>
          <ac:spMkLst>
            <pc:docMk/>
            <pc:sldMk cId="1399423402" sldId="266"/>
            <ac:spMk id="3" creationId="{4311ABEA-0D11-4EC4-AF1B-C67F4A5826F3}"/>
          </ac:spMkLst>
        </pc:spChg>
        <pc:spChg chg="add">
          <ac:chgData name="Aidan Dearing" userId="549f97a1b1354368" providerId="LiveId" clId="{345DE009-E9C9-43A0-BA53-818EA1D45E00}" dt="2019-02-15T15:44:29.747" v="605" actId="26606"/>
          <ac:spMkLst>
            <pc:docMk/>
            <pc:sldMk cId="1399423402" sldId="266"/>
            <ac:spMk id="8" creationId="{39E4C68A-A4A9-48A4-9FF2-D2896B1EA01F}"/>
          </ac:spMkLst>
        </pc:spChg>
        <pc:spChg chg="add">
          <ac:chgData name="Aidan Dearing" userId="549f97a1b1354368" providerId="LiveId" clId="{345DE009-E9C9-43A0-BA53-818EA1D45E00}" dt="2019-02-15T15:44:29.747" v="605" actId="26606"/>
          <ac:spMkLst>
            <pc:docMk/>
            <pc:sldMk cId="1399423402" sldId="266"/>
            <ac:spMk id="10" creationId="{E2B9AEA5-52CB-49A6-AF8A-33502F291B91}"/>
          </ac:spMkLst>
        </pc:spChg>
      </pc:sldChg>
      <pc:sldChg chg="addSp delSp modSp add del mod ord setClrOvrMap">
        <pc:chgData name="Aidan Dearing" userId="549f97a1b1354368" providerId="LiveId" clId="{345DE009-E9C9-43A0-BA53-818EA1D45E00}" dt="2019-02-15T16:24:33.999" v="988" actId="2696"/>
        <pc:sldMkLst>
          <pc:docMk/>
          <pc:sldMk cId="2210812938" sldId="267"/>
        </pc:sldMkLst>
        <pc:spChg chg="mod ord">
          <ac:chgData name="Aidan Dearing" userId="549f97a1b1354368" providerId="LiveId" clId="{345DE009-E9C9-43A0-BA53-818EA1D45E00}" dt="2019-02-15T16:23:07.326" v="944" actId="26606"/>
          <ac:spMkLst>
            <pc:docMk/>
            <pc:sldMk cId="2210812938" sldId="267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23:07.326" v="944" actId="26606"/>
          <ac:spMkLst>
            <pc:docMk/>
            <pc:sldMk cId="2210812938" sldId="267"/>
            <ac:spMk id="7" creationId="{36719571-AEB6-4E18-BEFF-DAB6B1996F57}"/>
          </ac:spMkLst>
        </pc:spChg>
        <pc:spChg chg="add">
          <ac:chgData name="Aidan Dearing" userId="549f97a1b1354368" providerId="LiveId" clId="{345DE009-E9C9-43A0-BA53-818EA1D45E00}" dt="2019-02-15T16:23:07.326" v="944" actId="26606"/>
          <ac:spMkLst>
            <pc:docMk/>
            <pc:sldMk cId="2210812938" sldId="267"/>
            <ac:spMk id="74" creationId="{4038CB10-1F5C-4D54-9DF7-12586DE5B007}"/>
          </ac:spMkLst>
        </pc:spChg>
        <pc:spChg chg="add">
          <ac:chgData name="Aidan Dearing" userId="549f97a1b1354368" providerId="LiveId" clId="{345DE009-E9C9-43A0-BA53-818EA1D45E00}" dt="2019-02-15T16:23:07.326" v="944" actId="26606"/>
          <ac:spMkLst>
            <pc:docMk/>
            <pc:sldMk cId="2210812938" sldId="267"/>
            <ac:spMk id="76" creationId="{73ED6512-6858-4552-B699-9A97FE9A4EA2}"/>
          </ac:spMkLst>
        </pc:spChg>
        <pc:spChg chg="del">
          <ac:chgData name="Aidan Dearing" userId="549f97a1b1354368" providerId="LiveId" clId="{345DE009-E9C9-43A0-BA53-818EA1D45E00}" dt="2019-02-15T16:17:22.904" v="779" actId="26606"/>
          <ac:spMkLst>
            <pc:docMk/>
            <pc:sldMk cId="2210812938" sldId="267"/>
            <ac:spMk id="101" creationId="{8CD2B798-7994-4548-A2BE-4AEF9C1A5FAE}"/>
          </ac:spMkLst>
        </pc:spChg>
        <pc:spChg chg="del">
          <ac:chgData name="Aidan Dearing" userId="549f97a1b1354368" providerId="LiveId" clId="{345DE009-E9C9-43A0-BA53-818EA1D45E00}" dt="2019-02-15T16:17:22.904" v="779" actId="26606"/>
          <ac:spMkLst>
            <pc:docMk/>
            <pc:sldMk cId="2210812938" sldId="267"/>
            <ac:spMk id="103" creationId="{E6162320-3B67-42BB-AF9D-939326E6489E}"/>
          </ac:spMkLst>
        </pc:spChg>
        <pc:spChg chg="del">
          <ac:chgData name="Aidan Dearing" userId="549f97a1b1354368" providerId="LiveId" clId="{345DE009-E9C9-43A0-BA53-818EA1D45E00}" dt="2019-02-15T16:17:22.904" v="779" actId="26606"/>
          <ac:spMkLst>
            <pc:docMk/>
            <pc:sldMk cId="2210812938" sldId="267"/>
            <ac:spMk id="107" creationId="{2FDF0794-1B86-42B2-B8C7-F60123E638ED}"/>
          </ac:spMkLst>
        </pc:spChg>
        <pc:spChg chg="add del">
          <ac:chgData name="Aidan Dearing" userId="549f97a1b1354368" providerId="LiveId" clId="{345DE009-E9C9-43A0-BA53-818EA1D45E00}" dt="2019-02-15T16:18:03.621" v="789" actId="26606"/>
          <ac:spMkLst>
            <pc:docMk/>
            <pc:sldMk cId="2210812938" sldId="267"/>
            <ac:spMk id="114" creationId="{B32DC26D-8B9B-4CC1-B3CC-D3EA0FB162CD}"/>
          </ac:spMkLst>
        </pc:spChg>
        <pc:spChg chg="add del">
          <ac:chgData name="Aidan Dearing" userId="549f97a1b1354368" providerId="LiveId" clId="{345DE009-E9C9-43A0-BA53-818EA1D45E00}" dt="2019-02-15T16:18:03.591" v="788" actId="26606"/>
          <ac:spMkLst>
            <pc:docMk/>
            <pc:sldMk cId="2210812938" sldId="267"/>
            <ac:spMk id="121" creationId="{27B7C6F6-4579-4D42-9857-ED1B2EE07B99}"/>
          </ac:spMkLst>
        </pc:spChg>
        <pc:spChg chg="add del">
          <ac:chgData name="Aidan Dearing" userId="549f97a1b1354368" providerId="LiveId" clId="{345DE009-E9C9-43A0-BA53-818EA1D45E00}" dt="2019-02-15T16:18:03.591" v="788" actId="26606"/>
          <ac:spMkLst>
            <pc:docMk/>
            <pc:sldMk cId="2210812938" sldId="267"/>
            <ac:spMk id="123" creationId="{7E6D8249-E901-4E71-B15A-A7F5D7F7B0E1}"/>
          </ac:spMkLst>
        </pc:spChg>
        <pc:spChg chg="add del">
          <ac:chgData name="Aidan Dearing" userId="549f97a1b1354368" providerId="LiveId" clId="{345DE009-E9C9-43A0-BA53-818EA1D45E00}" dt="2019-02-15T16:22:49.798" v="942" actId="26606"/>
          <ac:spMkLst>
            <pc:docMk/>
            <pc:sldMk cId="2210812938" sldId="267"/>
            <ac:spMk id="125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6:22:49.798" v="942" actId="26606"/>
          <ac:spMkLst>
            <pc:docMk/>
            <pc:sldMk cId="2210812938" sldId="267"/>
            <ac:spMk id="126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6:23:07.326" v="944" actId="26606"/>
          <ac:spMkLst>
            <pc:docMk/>
            <pc:sldMk cId="2210812938" sldId="267"/>
            <ac:spMk id="131" creationId="{57D175FC-84CC-4D12-A5E2-FA27D934E9CE}"/>
          </ac:spMkLst>
        </pc:spChg>
        <pc:picChg chg="mod ord modCrop">
          <ac:chgData name="Aidan Dearing" userId="549f97a1b1354368" providerId="LiveId" clId="{345DE009-E9C9-43A0-BA53-818EA1D45E00}" dt="2019-02-15T16:23:07.326" v="944" actId="26606"/>
          <ac:picMkLst>
            <pc:docMk/>
            <pc:sldMk cId="2210812938" sldId="267"/>
            <ac:picMk id="5" creationId="{6AB72B58-7092-427C-B4DA-BA6D4988CFB9}"/>
          </ac:picMkLst>
        </pc:picChg>
        <pc:cxnChg chg="del">
          <ac:chgData name="Aidan Dearing" userId="549f97a1b1354368" providerId="LiveId" clId="{345DE009-E9C9-43A0-BA53-818EA1D45E00}" dt="2019-02-15T16:17:22.904" v="779" actId="26606"/>
          <ac:cxnSpMkLst>
            <pc:docMk/>
            <pc:sldMk cId="2210812938" sldId="267"/>
            <ac:cxnSpMk id="105" creationId="{6722E143-84C1-4F95-937C-78B92D2811CF}"/>
          </ac:cxnSpMkLst>
        </pc:cxnChg>
        <pc:cxnChg chg="del">
          <ac:chgData name="Aidan Dearing" userId="549f97a1b1354368" providerId="LiveId" clId="{345DE009-E9C9-43A0-BA53-818EA1D45E00}" dt="2019-02-15T16:17:22.904" v="779" actId="26606"/>
          <ac:cxnSpMkLst>
            <pc:docMk/>
            <pc:sldMk cId="2210812938" sldId="267"/>
            <ac:cxnSpMk id="109" creationId="{96D07482-83A3-4451-943C-B46961082957}"/>
          </ac:cxnSpMkLst>
        </pc:cxnChg>
        <pc:cxnChg chg="add del">
          <ac:chgData name="Aidan Dearing" userId="549f97a1b1354368" providerId="LiveId" clId="{345DE009-E9C9-43A0-BA53-818EA1D45E00}" dt="2019-02-15T16:18:03.621" v="789" actId="26606"/>
          <ac:cxnSpMkLst>
            <pc:docMk/>
            <pc:sldMk cId="2210812938" sldId="267"/>
            <ac:cxnSpMk id="116" creationId="{FBB7ADC3-53A0-44F2-914A-78CADAF33411}"/>
          </ac:cxnSpMkLst>
        </pc:cxnChg>
        <pc:cxnChg chg="add del">
          <ac:chgData name="Aidan Dearing" userId="549f97a1b1354368" providerId="LiveId" clId="{345DE009-E9C9-43A0-BA53-818EA1D45E00}" dt="2019-02-15T16:23:07.326" v="944" actId="26606"/>
          <ac:cxnSpMkLst>
            <pc:docMk/>
            <pc:sldMk cId="2210812938" sldId="267"/>
            <ac:cxnSpMk id="133" creationId="{8AC38328-2D50-4DDB-BD20-28DE12E4996E}"/>
          </ac:cxnSpMkLst>
        </pc:cxnChg>
      </pc:sldChg>
      <pc:sldChg chg="addSp delSp modSp add del mod ord setClrOvrMap">
        <pc:chgData name="Aidan Dearing" userId="549f97a1b1354368" providerId="LiveId" clId="{345DE009-E9C9-43A0-BA53-818EA1D45E00}" dt="2019-02-15T16:30:33.780" v="1715" actId="2696"/>
        <pc:sldMkLst>
          <pc:docMk/>
          <pc:sldMk cId="2734550189" sldId="268"/>
        </pc:sldMkLst>
        <pc:spChg chg="mod ord">
          <ac:chgData name="Aidan Dearing" userId="549f97a1b1354368" providerId="LiveId" clId="{345DE009-E9C9-43A0-BA53-818EA1D45E00}" dt="2019-02-15T16:26:44.368" v="1250" actId="26606"/>
          <ac:spMkLst>
            <pc:docMk/>
            <pc:sldMk cId="2734550189" sldId="268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26:44.368" v="1250" actId="26606"/>
          <ac:spMkLst>
            <pc:docMk/>
            <pc:sldMk cId="2734550189" sldId="268"/>
            <ac:spMk id="7" creationId="{36719571-AEB6-4E18-BEFF-DAB6B1996F57}"/>
          </ac:spMkLst>
        </pc:spChg>
        <pc:spChg chg="add del">
          <ac:chgData name="Aidan Dearing" userId="549f97a1b1354368" providerId="LiveId" clId="{345DE009-E9C9-43A0-BA53-818EA1D45E00}" dt="2019-02-15T16:26:44.368" v="1250" actId="26606"/>
          <ac:spMkLst>
            <pc:docMk/>
            <pc:sldMk cId="2734550189" sldId="268"/>
            <ac:spMk id="89" creationId="{B32DC26D-8B9B-4CC1-B3CC-D3EA0FB162CD}"/>
          </ac:spMkLst>
        </pc:spChg>
        <pc:spChg chg="add">
          <ac:chgData name="Aidan Dearing" userId="549f97a1b1354368" providerId="LiveId" clId="{345DE009-E9C9-43A0-BA53-818EA1D45E00}" dt="2019-02-15T16:26:44.368" v="1250" actId="26606"/>
          <ac:spMkLst>
            <pc:docMk/>
            <pc:sldMk cId="2734550189" sldId="268"/>
            <ac:spMk id="96" creationId="{57D175FC-84CC-4D12-A5E2-FA27D934E9CE}"/>
          </ac:spMkLst>
        </pc:spChg>
        <pc:spChg chg="add del">
          <ac:chgData name="Aidan Dearing" userId="549f97a1b1354368" providerId="LiveId" clId="{345DE009-E9C9-43A0-BA53-818EA1D45E00}" dt="2019-02-15T16:18:55.051" v="807" actId="26606"/>
          <ac:spMkLst>
            <pc:docMk/>
            <pc:sldMk cId="2734550189" sldId="268"/>
            <ac:spMk id="114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6:18:55.051" v="807" actId="26606"/>
          <ac:spMkLst>
            <pc:docMk/>
            <pc:sldMk cId="2734550189" sldId="268"/>
            <ac:spMk id="116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6:18:48.895" v="798" actId="26606"/>
          <ac:spMkLst>
            <pc:docMk/>
            <pc:sldMk cId="2734550189" sldId="268"/>
            <ac:spMk id="121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6:18:48.895" v="798" actId="26606"/>
          <ac:spMkLst>
            <pc:docMk/>
            <pc:sldMk cId="2734550189" sldId="268"/>
            <ac:spMk id="123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6:18:49.494" v="800" actId="26606"/>
          <ac:spMkLst>
            <pc:docMk/>
            <pc:sldMk cId="2734550189" sldId="268"/>
            <ac:spMk id="126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6:18:49.494" v="800" actId="26606"/>
          <ac:spMkLst>
            <pc:docMk/>
            <pc:sldMk cId="2734550189" sldId="268"/>
            <ac:spMk id="127" creationId="{B8D726A5-7900-41B4-8D49-49B4A2010E7C}"/>
          </ac:spMkLst>
        </pc:spChg>
        <pc:spChg chg="add del">
          <ac:chgData name="Aidan Dearing" userId="549f97a1b1354368" providerId="LiveId" clId="{345DE009-E9C9-43A0-BA53-818EA1D45E00}" dt="2019-02-15T16:18:49.494" v="800" actId="26606"/>
          <ac:spMkLst>
            <pc:docMk/>
            <pc:sldMk cId="2734550189" sldId="268"/>
            <ac:spMk id="128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6:18:51.201" v="802" actId="26606"/>
          <ac:spMkLst>
            <pc:docMk/>
            <pc:sldMk cId="2734550189" sldId="268"/>
            <ac:spMk id="131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6:18:51.201" v="802" actId="26606"/>
          <ac:spMkLst>
            <pc:docMk/>
            <pc:sldMk cId="2734550189" sldId="268"/>
            <ac:spMk id="132" creationId="{73ED6512-6858-4552-B699-9A97FE9A4EA2}"/>
          </ac:spMkLst>
        </pc:spChg>
        <pc:spChg chg="add del">
          <ac:chgData name="Aidan Dearing" userId="549f97a1b1354368" providerId="LiveId" clId="{345DE009-E9C9-43A0-BA53-818EA1D45E00}" dt="2019-02-15T16:18:52.359" v="804" actId="26606"/>
          <ac:spMkLst>
            <pc:docMk/>
            <pc:sldMk cId="2734550189" sldId="268"/>
            <ac:spMk id="134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6:18:52.359" v="804" actId="26606"/>
          <ac:spMkLst>
            <pc:docMk/>
            <pc:sldMk cId="2734550189" sldId="268"/>
            <ac:spMk id="135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6:18:52.359" v="804" actId="26606"/>
          <ac:spMkLst>
            <pc:docMk/>
            <pc:sldMk cId="2734550189" sldId="268"/>
            <ac:spMk id="137" creationId="{B8D726A5-7900-41B4-8D49-49B4A2010E7C}"/>
          </ac:spMkLst>
        </pc:spChg>
        <pc:spChg chg="add del">
          <ac:chgData name="Aidan Dearing" userId="549f97a1b1354368" providerId="LiveId" clId="{345DE009-E9C9-43A0-BA53-818EA1D45E00}" dt="2019-02-15T16:18:55.041" v="806" actId="26606"/>
          <ac:spMkLst>
            <pc:docMk/>
            <pc:sldMk cId="2734550189" sldId="268"/>
            <ac:spMk id="140" creationId="{8CD2B798-7994-4548-A2BE-4AEF9C1A5FAE}"/>
          </ac:spMkLst>
        </pc:spChg>
        <pc:spChg chg="add del">
          <ac:chgData name="Aidan Dearing" userId="549f97a1b1354368" providerId="LiveId" clId="{345DE009-E9C9-43A0-BA53-818EA1D45E00}" dt="2019-02-15T16:18:55.041" v="806" actId="26606"/>
          <ac:spMkLst>
            <pc:docMk/>
            <pc:sldMk cId="2734550189" sldId="268"/>
            <ac:spMk id="141" creationId="{E6162320-3B67-42BB-AF9D-939326E6489E}"/>
          </ac:spMkLst>
        </pc:spChg>
        <pc:spChg chg="add del">
          <ac:chgData name="Aidan Dearing" userId="549f97a1b1354368" providerId="LiveId" clId="{345DE009-E9C9-43A0-BA53-818EA1D45E00}" dt="2019-02-15T16:18:55.041" v="806" actId="26606"/>
          <ac:spMkLst>
            <pc:docMk/>
            <pc:sldMk cId="2734550189" sldId="268"/>
            <ac:spMk id="143" creationId="{2FDF0794-1B86-42B2-B8C7-F60123E638ED}"/>
          </ac:spMkLst>
        </pc:spChg>
        <pc:spChg chg="add del">
          <ac:chgData name="Aidan Dearing" userId="549f97a1b1354368" providerId="LiveId" clId="{345DE009-E9C9-43A0-BA53-818EA1D45E00}" dt="2019-02-15T16:18:55.041" v="806" actId="26606"/>
          <ac:spMkLst>
            <pc:docMk/>
            <pc:sldMk cId="2734550189" sldId="268"/>
            <ac:spMk id="144" creationId="{C5373426-E26E-431D-959C-5DB96C0B6208}"/>
          </ac:spMkLst>
        </pc:spChg>
        <pc:spChg chg="add del">
          <ac:chgData name="Aidan Dearing" userId="549f97a1b1354368" providerId="LiveId" clId="{345DE009-E9C9-43A0-BA53-818EA1D45E00}" dt="2019-02-15T16:26:35.434" v="1249" actId="26606"/>
          <ac:spMkLst>
            <pc:docMk/>
            <pc:sldMk cId="2734550189" sldId="268"/>
            <ac:spMk id="147" creationId="{4038CB10-1F5C-4D54-9DF7-12586DE5B007}"/>
          </ac:spMkLst>
        </pc:spChg>
        <pc:spChg chg="add del">
          <ac:chgData name="Aidan Dearing" userId="549f97a1b1354368" providerId="LiveId" clId="{345DE009-E9C9-43A0-BA53-818EA1D45E00}" dt="2019-02-15T16:26:35.434" v="1249" actId="26606"/>
          <ac:spMkLst>
            <pc:docMk/>
            <pc:sldMk cId="2734550189" sldId="268"/>
            <ac:spMk id="148" creationId="{73ED6512-6858-4552-B699-9A97FE9A4EA2}"/>
          </ac:spMkLst>
        </pc:spChg>
        <pc:picChg chg="mod">
          <ac:chgData name="Aidan Dearing" userId="549f97a1b1354368" providerId="LiveId" clId="{345DE009-E9C9-43A0-BA53-818EA1D45E00}" dt="2019-02-15T16:26:47.770" v="1251" actId="27614"/>
          <ac:picMkLst>
            <pc:docMk/>
            <pc:sldMk cId="2734550189" sldId="268"/>
            <ac:picMk id="5" creationId="{6AB72B58-7092-427C-B4DA-BA6D4988CFB9}"/>
          </ac:picMkLst>
        </pc:picChg>
        <pc:cxnChg chg="add del">
          <ac:chgData name="Aidan Dearing" userId="549f97a1b1354368" providerId="LiveId" clId="{345DE009-E9C9-43A0-BA53-818EA1D45E00}" dt="2019-02-15T16:26:44.368" v="1250" actId="26606"/>
          <ac:cxnSpMkLst>
            <pc:docMk/>
            <pc:sldMk cId="2734550189" sldId="268"/>
            <ac:cxnSpMk id="91" creationId="{FBB7ADC3-53A0-44F2-914A-78CADAF33411}"/>
          </ac:cxnSpMkLst>
        </pc:cxnChg>
        <pc:cxnChg chg="add">
          <ac:chgData name="Aidan Dearing" userId="549f97a1b1354368" providerId="LiveId" clId="{345DE009-E9C9-43A0-BA53-818EA1D45E00}" dt="2019-02-15T16:26:44.368" v="1250" actId="26606"/>
          <ac:cxnSpMkLst>
            <pc:docMk/>
            <pc:sldMk cId="2734550189" sldId="268"/>
            <ac:cxnSpMk id="98" creationId="{8AC38328-2D50-4DDB-BD20-28DE12E4996E}"/>
          </ac:cxnSpMkLst>
        </pc:cxnChg>
        <pc:cxnChg chg="add del">
          <ac:chgData name="Aidan Dearing" userId="549f97a1b1354368" providerId="LiveId" clId="{345DE009-E9C9-43A0-BA53-818EA1D45E00}" dt="2019-02-15T16:18:49.494" v="800" actId="26606"/>
          <ac:cxnSpMkLst>
            <pc:docMk/>
            <pc:sldMk cId="2734550189" sldId="268"/>
            <ac:cxnSpMk id="125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6:18:49.494" v="800" actId="26606"/>
          <ac:cxnSpMkLst>
            <pc:docMk/>
            <pc:sldMk cId="2734550189" sldId="268"/>
            <ac:cxnSpMk id="129" creationId="{46E49661-E258-450C-8150-A91A6B30D1CD}"/>
          </ac:cxnSpMkLst>
        </pc:cxnChg>
        <pc:cxnChg chg="add del">
          <ac:chgData name="Aidan Dearing" userId="549f97a1b1354368" providerId="LiveId" clId="{345DE009-E9C9-43A0-BA53-818EA1D45E00}" dt="2019-02-15T16:18:52.359" v="804" actId="26606"/>
          <ac:cxnSpMkLst>
            <pc:docMk/>
            <pc:sldMk cId="2734550189" sldId="268"/>
            <ac:cxnSpMk id="136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6:18:52.359" v="804" actId="26606"/>
          <ac:cxnSpMkLst>
            <pc:docMk/>
            <pc:sldMk cId="2734550189" sldId="268"/>
            <ac:cxnSpMk id="138" creationId="{46E49661-E258-450C-8150-A91A6B30D1CD}"/>
          </ac:cxnSpMkLst>
        </pc:cxnChg>
        <pc:cxnChg chg="add del">
          <ac:chgData name="Aidan Dearing" userId="549f97a1b1354368" providerId="LiveId" clId="{345DE009-E9C9-43A0-BA53-818EA1D45E00}" dt="2019-02-15T16:18:55.041" v="806" actId="26606"/>
          <ac:cxnSpMkLst>
            <pc:docMk/>
            <pc:sldMk cId="2734550189" sldId="268"/>
            <ac:cxnSpMk id="142" creationId="{6722E143-84C1-4F95-937C-78B92D2811CF}"/>
          </ac:cxnSpMkLst>
        </pc:cxnChg>
        <pc:cxnChg chg="add del">
          <ac:chgData name="Aidan Dearing" userId="549f97a1b1354368" providerId="LiveId" clId="{345DE009-E9C9-43A0-BA53-818EA1D45E00}" dt="2019-02-15T16:18:55.041" v="806" actId="26606"/>
          <ac:cxnSpMkLst>
            <pc:docMk/>
            <pc:sldMk cId="2734550189" sldId="268"/>
            <ac:cxnSpMk id="145" creationId="{96D07482-83A3-4451-943C-B46961082957}"/>
          </ac:cxnSpMkLst>
        </pc:cxnChg>
      </pc:sldChg>
      <pc:sldChg chg="add del">
        <pc:chgData name="Aidan Dearing" userId="549f97a1b1354368" providerId="LiveId" clId="{345DE009-E9C9-43A0-BA53-818EA1D45E00}" dt="2019-02-15T16:18:33.783" v="793" actId="2696"/>
        <pc:sldMkLst>
          <pc:docMk/>
          <pc:sldMk cId="3562748492" sldId="268"/>
        </pc:sldMkLst>
      </pc:sldChg>
      <pc:sldChg chg="modSp add del setBg">
        <pc:chgData name="Aidan Dearing" userId="549f97a1b1354368" providerId="LiveId" clId="{345DE009-E9C9-43A0-BA53-818EA1D45E00}" dt="2019-02-15T16:18:23.518" v="791" actId="2696"/>
        <pc:sldMkLst>
          <pc:docMk/>
          <pc:sldMk cId="3887171311" sldId="268"/>
        </pc:sldMkLst>
        <pc:spChg chg="mod">
          <ac:chgData name="Aidan Dearing" userId="549f97a1b1354368" providerId="LiveId" clId="{345DE009-E9C9-43A0-BA53-818EA1D45E00}" dt="2019-02-15T16:04:39.829" v="777" actId="20577"/>
          <ac:spMkLst>
            <pc:docMk/>
            <pc:sldMk cId="3887171311" sldId="268"/>
            <ac:spMk id="2" creationId="{C20990D2-B8EE-41ED-AE75-65AC94AE3D47}"/>
          </ac:spMkLst>
        </pc:spChg>
      </pc:sldChg>
      <pc:sldChg chg="modSp add ord">
        <pc:chgData name="Aidan Dearing" userId="549f97a1b1354368" providerId="LiveId" clId="{345DE009-E9C9-43A0-BA53-818EA1D45E00}" dt="2019-02-15T16:24:25.727" v="987"/>
        <pc:sldMkLst>
          <pc:docMk/>
          <pc:sldMk cId="3370507467" sldId="269"/>
        </pc:sldMkLst>
        <pc:spChg chg="mod">
          <ac:chgData name="Aidan Dearing" userId="549f97a1b1354368" providerId="LiveId" clId="{345DE009-E9C9-43A0-BA53-818EA1D45E00}" dt="2019-02-15T16:24:25.727" v="987"/>
          <ac:spMkLst>
            <pc:docMk/>
            <pc:sldMk cId="3370507467" sldId="269"/>
            <ac:spMk id="7" creationId="{36719571-AEB6-4E18-BEFF-DAB6B1996F57}"/>
          </ac:spMkLst>
        </pc:spChg>
        <pc:picChg chg="mod">
          <ac:chgData name="Aidan Dearing" userId="549f97a1b1354368" providerId="LiveId" clId="{345DE009-E9C9-43A0-BA53-818EA1D45E00}" dt="2019-02-15T16:23:43.939" v="949" actId="14826"/>
          <ac:picMkLst>
            <pc:docMk/>
            <pc:sldMk cId="3370507467" sldId="269"/>
            <ac:picMk id="5" creationId="{6AB72B58-7092-427C-B4DA-BA6D4988CFB9}"/>
          </ac:picMkLst>
        </pc:picChg>
      </pc:sldChg>
      <pc:sldChg chg="modSp add ord">
        <pc:chgData name="Aidan Dearing" userId="549f97a1b1354368" providerId="LiveId" clId="{345DE009-E9C9-43A0-BA53-818EA1D45E00}" dt="2019-02-15T16:31:15.746" v="1735" actId="403"/>
        <pc:sldMkLst>
          <pc:docMk/>
          <pc:sldMk cId="2210730853" sldId="270"/>
        </pc:sldMkLst>
        <pc:spChg chg="mod">
          <ac:chgData name="Aidan Dearing" userId="549f97a1b1354368" providerId="LiveId" clId="{345DE009-E9C9-43A0-BA53-818EA1D45E00}" dt="2019-02-15T16:27:01.053" v="1266" actId="20577"/>
          <ac:spMkLst>
            <pc:docMk/>
            <pc:sldMk cId="2210730853" sldId="270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31:15.746" v="1735" actId="403"/>
          <ac:spMkLst>
            <pc:docMk/>
            <pc:sldMk cId="2210730853" sldId="270"/>
            <ac:spMk id="7" creationId="{36719571-AEB6-4E18-BEFF-DAB6B1996F57}"/>
          </ac:spMkLst>
        </pc:spChg>
        <pc:picChg chg="mod">
          <ac:chgData name="Aidan Dearing" userId="549f97a1b1354368" providerId="LiveId" clId="{345DE009-E9C9-43A0-BA53-818EA1D45E00}" dt="2019-02-15T16:27:59.399" v="1472" actId="14826"/>
          <ac:picMkLst>
            <pc:docMk/>
            <pc:sldMk cId="2210730853" sldId="270"/>
            <ac:picMk id="5" creationId="{6AB72B58-7092-427C-B4DA-BA6D4988CFB9}"/>
          </ac:picMkLst>
        </pc:picChg>
      </pc:sldChg>
      <pc:sldChg chg="modSp add">
        <pc:chgData name="Aidan Dearing" userId="549f97a1b1354368" providerId="LiveId" clId="{345DE009-E9C9-43A0-BA53-818EA1D45E00}" dt="2019-02-15T16:33:18.963" v="1937" actId="20577"/>
        <pc:sldMkLst>
          <pc:docMk/>
          <pc:sldMk cId="1901405052" sldId="271"/>
        </pc:sldMkLst>
        <pc:spChg chg="mod">
          <ac:chgData name="Aidan Dearing" userId="549f97a1b1354368" providerId="LiveId" clId="{345DE009-E9C9-43A0-BA53-818EA1D45E00}" dt="2019-02-15T16:28:23.192" v="1483" actId="20577"/>
          <ac:spMkLst>
            <pc:docMk/>
            <pc:sldMk cId="1901405052" sldId="271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33:18.963" v="1937" actId="20577"/>
          <ac:spMkLst>
            <pc:docMk/>
            <pc:sldMk cId="1901405052" sldId="271"/>
            <ac:spMk id="7" creationId="{36719571-AEB6-4E18-BEFF-DAB6B1996F57}"/>
          </ac:spMkLst>
        </pc:spChg>
        <pc:picChg chg="mod">
          <ac:chgData name="Aidan Dearing" userId="549f97a1b1354368" providerId="LiveId" clId="{345DE009-E9C9-43A0-BA53-818EA1D45E00}" dt="2019-02-15T16:30:08.792" v="1711" actId="14826"/>
          <ac:picMkLst>
            <pc:docMk/>
            <pc:sldMk cId="1901405052" sldId="271"/>
            <ac:picMk id="5" creationId="{6AB72B58-7092-427C-B4DA-BA6D4988CFB9}"/>
          </ac:picMkLst>
        </pc:picChg>
      </pc:sldChg>
      <pc:sldChg chg="modSp add">
        <pc:chgData name="Aidan Dearing" userId="549f97a1b1354368" providerId="LiveId" clId="{345DE009-E9C9-43A0-BA53-818EA1D45E00}" dt="2019-02-15T16:33:38.418" v="1945" actId="20577"/>
        <pc:sldMkLst>
          <pc:docMk/>
          <pc:sldMk cId="874801126" sldId="272"/>
        </pc:sldMkLst>
        <pc:spChg chg="mod">
          <ac:chgData name="Aidan Dearing" userId="549f97a1b1354368" providerId="LiveId" clId="{345DE009-E9C9-43A0-BA53-818EA1D45E00}" dt="2019-02-15T16:32:22.354" v="1867" actId="20577"/>
          <ac:spMkLst>
            <pc:docMk/>
            <pc:sldMk cId="874801126" sldId="272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33:38.418" v="1945" actId="20577"/>
          <ac:spMkLst>
            <pc:docMk/>
            <pc:sldMk cId="874801126" sldId="272"/>
            <ac:spMk id="7" creationId="{36719571-AEB6-4E18-BEFF-DAB6B1996F57}"/>
          </ac:spMkLst>
        </pc:spChg>
        <pc:picChg chg="mod">
          <ac:chgData name="Aidan Dearing" userId="549f97a1b1354368" providerId="LiveId" clId="{345DE009-E9C9-43A0-BA53-818EA1D45E00}" dt="2019-02-15T16:30:40.090" v="1716" actId="14826"/>
          <ac:picMkLst>
            <pc:docMk/>
            <pc:sldMk cId="874801126" sldId="272"/>
            <ac:picMk id="5" creationId="{6AB72B58-7092-427C-B4DA-BA6D4988CFB9}"/>
          </ac:picMkLst>
        </pc:picChg>
      </pc:sldChg>
      <pc:sldChg chg="modSp add">
        <pc:chgData name="Aidan Dearing" userId="549f97a1b1354368" providerId="LiveId" clId="{345DE009-E9C9-43A0-BA53-818EA1D45E00}" dt="2019-02-15T16:44:45.231" v="2102" actId="20577"/>
        <pc:sldMkLst>
          <pc:docMk/>
          <pc:sldMk cId="966307374" sldId="273"/>
        </pc:sldMkLst>
        <pc:spChg chg="mod">
          <ac:chgData name="Aidan Dearing" userId="549f97a1b1354368" providerId="LiveId" clId="{345DE009-E9C9-43A0-BA53-818EA1D45E00}" dt="2019-02-15T16:43:51.885" v="1955" actId="20577"/>
          <ac:spMkLst>
            <pc:docMk/>
            <pc:sldMk cId="966307374" sldId="273"/>
            <ac:spMk id="6" creationId="{7AB50EB3-2518-4E0C-9A8F-6168E355B1E7}"/>
          </ac:spMkLst>
        </pc:spChg>
        <pc:spChg chg="mod">
          <ac:chgData name="Aidan Dearing" userId="549f97a1b1354368" providerId="LiveId" clId="{345DE009-E9C9-43A0-BA53-818EA1D45E00}" dt="2019-02-15T16:44:45.231" v="2102" actId="20577"/>
          <ac:spMkLst>
            <pc:docMk/>
            <pc:sldMk cId="966307374" sldId="273"/>
            <ac:spMk id="7" creationId="{36719571-AEB6-4E18-BEFF-DAB6B1996F57}"/>
          </ac:spMkLst>
        </pc:spChg>
        <pc:picChg chg="mod">
          <ac:chgData name="Aidan Dearing" userId="549f97a1b1354368" providerId="LiveId" clId="{345DE009-E9C9-43A0-BA53-818EA1D45E00}" dt="2019-02-15T16:43:59.429" v="1957" actId="14826"/>
          <ac:picMkLst>
            <pc:docMk/>
            <pc:sldMk cId="966307374" sldId="273"/>
            <ac:picMk id="5" creationId="{6AB72B58-7092-427C-B4DA-BA6D4988CFB9}"/>
          </ac:picMkLst>
        </pc:picChg>
      </pc:sldChg>
      <pc:sldChg chg="add del">
        <pc:chgData name="Aidan Dearing" userId="549f97a1b1354368" providerId="LiveId" clId="{345DE009-E9C9-43A0-BA53-818EA1D45E00}" dt="2019-02-15T16:43:44.007" v="1947" actId="2696"/>
        <pc:sldMkLst>
          <pc:docMk/>
          <pc:sldMk cId="2163479920" sldId="273"/>
        </pc:sldMkLst>
      </pc:sldChg>
      <pc:sldChg chg="addSp delSp modSp add mod setBg setClrOvrMap">
        <pc:chgData name="Aidan Dearing" userId="549f97a1b1354368" providerId="LiveId" clId="{345DE009-E9C9-43A0-BA53-818EA1D45E00}" dt="2019-02-15T16:48:47.854" v="2312" actId="20577"/>
        <pc:sldMkLst>
          <pc:docMk/>
          <pc:sldMk cId="3078026903" sldId="274"/>
        </pc:sldMkLst>
        <pc:spChg chg="mod">
          <ac:chgData name="Aidan Dearing" userId="549f97a1b1354368" providerId="LiveId" clId="{345DE009-E9C9-43A0-BA53-818EA1D45E00}" dt="2019-02-15T16:48:42.633" v="2308" actId="26606"/>
          <ac:spMkLst>
            <pc:docMk/>
            <pc:sldMk cId="3078026903" sldId="274"/>
            <ac:spMk id="2" creationId="{CA7CB46D-1371-4C00-8721-37C42911E152}"/>
          </ac:spMkLst>
        </pc:spChg>
        <pc:spChg chg="mod">
          <ac:chgData name="Aidan Dearing" userId="549f97a1b1354368" providerId="LiveId" clId="{345DE009-E9C9-43A0-BA53-818EA1D45E00}" dt="2019-02-15T16:48:47.854" v="2312" actId="20577"/>
          <ac:spMkLst>
            <pc:docMk/>
            <pc:sldMk cId="3078026903" sldId="274"/>
            <ac:spMk id="3" creationId="{D1152A80-82C7-4240-8CEC-6EDFD9F4E853}"/>
          </ac:spMkLst>
        </pc:spChg>
        <pc:spChg chg="add del">
          <ac:chgData name="Aidan Dearing" userId="549f97a1b1354368" providerId="LiveId" clId="{345DE009-E9C9-43A0-BA53-818EA1D45E00}" dt="2019-02-15T16:48:39.107" v="2303" actId="26606"/>
          <ac:spMkLst>
            <pc:docMk/>
            <pc:sldMk cId="3078026903" sldId="274"/>
            <ac:spMk id="8" creationId="{B5068B1C-1A28-475A-A0E0-4C23200D8201}"/>
          </ac:spMkLst>
        </pc:spChg>
        <pc:spChg chg="add del">
          <ac:chgData name="Aidan Dearing" userId="549f97a1b1354368" providerId="LiveId" clId="{345DE009-E9C9-43A0-BA53-818EA1D45E00}" dt="2019-02-15T16:48:39.107" v="2303" actId="26606"/>
          <ac:spMkLst>
            <pc:docMk/>
            <pc:sldMk cId="3078026903" sldId="274"/>
            <ac:spMk id="10" creationId="{6D428773-F789-43B7-B5FD-AE49E5BD2E79}"/>
          </ac:spMkLst>
        </pc:spChg>
        <pc:spChg chg="add del">
          <ac:chgData name="Aidan Dearing" userId="549f97a1b1354368" providerId="LiveId" clId="{345DE009-E9C9-43A0-BA53-818EA1D45E00}" dt="2019-02-15T16:48:39.991" v="2305" actId="26606"/>
          <ac:spMkLst>
            <pc:docMk/>
            <pc:sldMk cId="3078026903" sldId="274"/>
            <ac:spMk id="12" creationId="{81AEB8A9-B768-4E30-BA55-D919E6687343}"/>
          </ac:spMkLst>
        </pc:spChg>
        <pc:spChg chg="add del">
          <ac:chgData name="Aidan Dearing" userId="549f97a1b1354368" providerId="LiveId" clId="{345DE009-E9C9-43A0-BA53-818EA1D45E00}" dt="2019-02-15T16:48:42.623" v="2307" actId="26606"/>
          <ac:spMkLst>
            <pc:docMk/>
            <pc:sldMk cId="3078026903" sldId="274"/>
            <ac:spMk id="14" creationId="{B0890400-BB8B-4A44-AB63-65C7CA223EBA}"/>
          </ac:spMkLst>
        </pc:spChg>
        <pc:spChg chg="add">
          <ac:chgData name="Aidan Dearing" userId="549f97a1b1354368" providerId="LiveId" clId="{345DE009-E9C9-43A0-BA53-818EA1D45E00}" dt="2019-02-15T16:48:42.633" v="2308" actId="26606"/>
          <ac:spMkLst>
            <pc:docMk/>
            <pc:sldMk cId="3078026903" sldId="274"/>
            <ac:spMk id="17" creationId="{39E4C68A-A4A9-48A4-9FF2-D2896B1EA01F}"/>
          </ac:spMkLst>
        </pc:spChg>
        <pc:spChg chg="add">
          <ac:chgData name="Aidan Dearing" userId="549f97a1b1354368" providerId="LiveId" clId="{345DE009-E9C9-43A0-BA53-818EA1D45E00}" dt="2019-02-15T16:48:42.633" v="2308" actId="26606"/>
          <ac:spMkLst>
            <pc:docMk/>
            <pc:sldMk cId="3078026903" sldId="274"/>
            <ac:spMk id="18" creationId="{E2B9AEA5-52CB-49A6-AF8A-33502F291B91}"/>
          </ac:spMkLst>
        </pc:spChg>
        <pc:picChg chg="add del">
          <ac:chgData name="Aidan Dearing" userId="549f97a1b1354368" providerId="LiveId" clId="{345DE009-E9C9-43A0-BA53-818EA1D45E00}" dt="2019-02-15T16:48:39.991" v="2305" actId="26606"/>
          <ac:picMkLst>
            <pc:docMk/>
            <pc:sldMk cId="3078026903" sldId="274"/>
            <ac:picMk id="7" creationId="{E3811942-8FF3-4DE3-AFE3-2ADC55A0CC93}"/>
          </ac:picMkLst>
        </pc:picChg>
        <pc:cxnChg chg="add del">
          <ac:chgData name="Aidan Dearing" userId="549f97a1b1354368" providerId="LiveId" clId="{345DE009-E9C9-43A0-BA53-818EA1D45E00}" dt="2019-02-15T16:48:42.623" v="2307" actId="26606"/>
          <ac:cxnSpMkLst>
            <pc:docMk/>
            <pc:sldMk cId="3078026903" sldId="274"/>
            <ac:cxnSpMk id="15" creationId="{4D39B797-CDC6-4529-8A36-9CBFC9816337}"/>
          </ac:cxnSpMkLst>
        </pc:cxnChg>
      </pc:sldChg>
      <pc:sldChg chg="addSp modSp add mod setBg">
        <pc:chgData name="Aidan Dearing" userId="549f97a1b1354368" providerId="LiveId" clId="{345DE009-E9C9-43A0-BA53-818EA1D45E00}" dt="2019-02-15T16:50:53.953" v="2349" actId="26606"/>
        <pc:sldMkLst>
          <pc:docMk/>
          <pc:sldMk cId="701179775" sldId="275"/>
        </pc:sldMkLst>
        <pc:spChg chg="mod">
          <ac:chgData name="Aidan Dearing" userId="549f97a1b1354368" providerId="LiveId" clId="{345DE009-E9C9-43A0-BA53-818EA1D45E00}" dt="2019-02-15T16:50:53.953" v="2349" actId="26606"/>
          <ac:spMkLst>
            <pc:docMk/>
            <pc:sldMk cId="701179775" sldId="275"/>
            <ac:spMk id="2" creationId="{41DF0108-B80E-40D5-99F9-8CFC1E1127D6}"/>
          </ac:spMkLst>
        </pc:spChg>
        <pc:spChg chg="mod">
          <ac:chgData name="Aidan Dearing" userId="549f97a1b1354368" providerId="LiveId" clId="{345DE009-E9C9-43A0-BA53-818EA1D45E00}" dt="2019-02-15T16:50:53.953" v="2349" actId="26606"/>
          <ac:spMkLst>
            <pc:docMk/>
            <pc:sldMk cId="701179775" sldId="275"/>
            <ac:spMk id="3" creationId="{82D97148-03CE-4AE9-A6E1-01A538E92CAF}"/>
          </ac:spMkLst>
        </pc:spChg>
        <pc:spChg chg="add">
          <ac:chgData name="Aidan Dearing" userId="549f97a1b1354368" providerId="LiveId" clId="{345DE009-E9C9-43A0-BA53-818EA1D45E00}" dt="2019-02-15T16:50:53.953" v="2349" actId="26606"/>
          <ac:spMkLst>
            <pc:docMk/>
            <pc:sldMk cId="701179775" sldId="275"/>
            <ac:spMk id="8" creationId="{BE194971-2F2D-44B0-8AE6-FF2DCCEE0A96}"/>
          </ac:spMkLst>
        </pc:spChg>
        <pc:spChg chg="add">
          <ac:chgData name="Aidan Dearing" userId="549f97a1b1354368" providerId="LiveId" clId="{345DE009-E9C9-43A0-BA53-818EA1D45E00}" dt="2019-02-15T16:50:53.953" v="2349" actId="26606"/>
          <ac:spMkLst>
            <pc:docMk/>
            <pc:sldMk cId="701179775" sldId="275"/>
            <ac:spMk id="10" creationId="{1FF9A61E-EB11-4C46-82E1-3E00A3B4B4D6}"/>
          </ac:spMkLst>
        </pc:spChg>
        <pc:spChg chg="add">
          <ac:chgData name="Aidan Dearing" userId="549f97a1b1354368" providerId="LiveId" clId="{345DE009-E9C9-43A0-BA53-818EA1D45E00}" dt="2019-02-15T16:50:53.953" v="2349" actId="26606"/>
          <ac:spMkLst>
            <pc:docMk/>
            <pc:sldMk cId="701179775" sldId="275"/>
            <ac:spMk id="14" creationId="{0BA28970-3E8F-46CD-A302-42EE83668B0A}"/>
          </ac:spMkLst>
        </pc:spChg>
        <pc:cxnChg chg="add">
          <ac:chgData name="Aidan Dearing" userId="549f97a1b1354368" providerId="LiveId" clId="{345DE009-E9C9-43A0-BA53-818EA1D45E00}" dt="2019-02-15T16:50:53.953" v="2349" actId="26606"/>
          <ac:cxnSpMkLst>
            <pc:docMk/>
            <pc:sldMk cId="701179775" sldId="275"/>
            <ac:cxnSpMk id="12" creationId="{5E564EB3-35F2-4EFF-87DC-642DC020526D}"/>
          </ac:cxnSpMkLst>
        </pc:cxnChg>
        <pc:cxnChg chg="add">
          <ac:chgData name="Aidan Dearing" userId="549f97a1b1354368" providerId="LiveId" clId="{345DE009-E9C9-43A0-BA53-818EA1D45E00}" dt="2019-02-15T16:50:53.953" v="2349" actId="26606"/>
          <ac:cxnSpMkLst>
            <pc:docMk/>
            <pc:sldMk cId="701179775" sldId="275"/>
            <ac:cxnSpMk id="16" creationId="{47AE7893-212D-45CB-A5B0-AE377389AB3F}"/>
          </ac:cxnSpMkLst>
        </pc:cxnChg>
      </pc:sldChg>
      <pc:sldChg chg="addSp delSp modSp add mod setBg setClrOvrMap delDesignElem">
        <pc:chgData name="Aidan Dearing" userId="549f97a1b1354368" providerId="LiveId" clId="{345DE009-E9C9-43A0-BA53-818EA1D45E00}" dt="2019-02-15T16:51:22.734" v="2361" actId="26606"/>
        <pc:sldMkLst>
          <pc:docMk/>
          <pc:sldMk cId="2291787998" sldId="276"/>
        </pc:sldMkLst>
        <pc:spChg chg="mod">
          <ac:chgData name="Aidan Dearing" userId="549f97a1b1354368" providerId="LiveId" clId="{345DE009-E9C9-43A0-BA53-818EA1D45E00}" dt="2019-02-15T16:51:22.734" v="2361" actId="26606"/>
          <ac:spMkLst>
            <pc:docMk/>
            <pc:sldMk cId="2291787998" sldId="276"/>
            <ac:spMk id="2" creationId="{47A84EA5-24AF-4C97-BEDC-E5A8EB3BF76A}"/>
          </ac:spMkLst>
        </pc:spChg>
        <pc:spChg chg="del mod">
          <ac:chgData name="Aidan Dearing" userId="549f97a1b1354368" providerId="LiveId" clId="{345DE009-E9C9-43A0-BA53-818EA1D45E00}" dt="2019-02-15T16:51:17.467" v="2360"/>
          <ac:spMkLst>
            <pc:docMk/>
            <pc:sldMk cId="2291787998" sldId="276"/>
            <ac:spMk id="3" creationId="{9D3E49BA-F354-4689-8CE5-682034A69F6E}"/>
          </ac:spMkLst>
        </pc:spChg>
        <pc:spChg chg="add mod">
          <ac:chgData name="Aidan Dearing" userId="549f97a1b1354368" providerId="LiveId" clId="{345DE009-E9C9-43A0-BA53-818EA1D45E00}" dt="2019-02-15T16:51:22.734" v="2361" actId="26606"/>
          <ac:spMkLst>
            <pc:docMk/>
            <pc:sldMk cId="2291787998" sldId="276"/>
            <ac:spMk id="4" creationId="{45B37EBB-F2C4-4F9A-93F0-EBFEAE7FB004}"/>
          </ac:spMkLst>
        </pc:spChg>
        <pc:spChg chg="add del">
          <ac:chgData name="Aidan Dearing" userId="549f97a1b1354368" providerId="LiveId" clId="{345DE009-E9C9-43A0-BA53-818EA1D45E00}" dt="2019-02-15T16:51:17.467" v="2360"/>
          <ac:spMkLst>
            <pc:docMk/>
            <pc:sldMk cId="2291787998" sldId="276"/>
            <ac:spMk id="8" creationId="{B5068B1C-1A28-475A-A0E0-4C23200D8201}"/>
          </ac:spMkLst>
        </pc:spChg>
        <pc:spChg chg="add">
          <ac:chgData name="Aidan Dearing" userId="549f97a1b1354368" providerId="LiveId" clId="{345DE009-E9C9-43A0-BA53-818EA1D45E00}" dt="2019-02-15T16:51:22.734" v="2361" actId="26606"/>
          <ac:spMkLst>
            <pc:docMk/>
            <pc:sldMk cId="2291787998" sldId="276"/>
            <ac:spMk id="9" creationId="{9ABC736F-FD1E-4980-876D-E5C38773936B}"/>
          </ac:spMkLst>
        </pc:spChg>
        <pc:spChg chg="add del">
          <ac:chgData name="Aidan Dearing" userId="549f97a1b1354368" providerId="LiveId" clId="{345DE009-E9C9-43A0-BA53-818EA1D45E00}" dt="2019-02-15T16:51:17.467" v="2360"/>
          <ac:spMkLst>
            <pc:docMk/>
            <pc:sldMk cId="2291787998" sldId="276"/>
            <ac:spMk id="10" creationId="{6D428773-F789-43B7-B5FD-AE49E5BD2E79}"/>
          </ac:spMkLst>
        </pc:spChg>
        <pc:spChg chg="add">
          <ac:chgData name="Aidan Dearing" userId="549f97a1b1354368" providerId="LiveId" clId="{345DE009-E9C9-43A0-BA53-818EA1D45E00}" dt="2019-02-15T16:51:22.734" v="2361" actId="26606"/>
          <ac:spMkLst>
            <pc:docMk/>
            <pc:sldMk cId="2291787998" sldId="276"/>
            <ac:spMk id="11" creationId="{8D98EE46-797C-45B8-8337-491B94E0583F}"/>
          </ac:spMkLst>
        </pc:spChg>
        <pc:spChg chg="add">
          <ac:chgData name="Aidan Dearing" userId="549f97a1b1354368" providerId="LiveId" clId="{345DE009-E9C9-43A0-BA53-818EA1D45E00}" dt="2019-02-15T16:51:22.734" v="2361" actId="26606"/>
          <ac:spMkLst>
            <pc:docMk/>
            <pc:sldMk cId="2291787998" sldId="276"/>
            <ac:spMk id="15" creationId="{3915B512-930A-40F0-82A6-4895B71A9566}"/>
          </ac:spMkLst>
        </pc:spChg>
        <pc:cxnChg chg="add">
          <ac:chgData name="Aidan Dearing" userId="549f97a1b1354368" providerId="LiveId" clId="{345DE009-E9C9-43A0-BA53-818EA1D45E00}" dt="2019-02-15T16:51:22.734" v="2361" actId="26606"/>
          <ac:cxnSpMkLst>
            <pc:docMk/>
            <pc:sldMk cId="2291787998" sldId="276"/>
            <ac:cxnSpMk id="13" creationId="{4E4CA735-62CB-4665-AA7D-4A259E3F7CE6}"/>
          </ac:cxnSpMkLst>
        </pc:cxn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54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89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90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85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2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82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4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23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36636D-D922-432D-A958-524484B5923D}" type="datetimeFigureOut">
              <a:rPr lang="en-US" smtClean="0"/>
              <a:pPr/>
              <a:t>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77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0">
            <a:extLst>
              <a:ext uri="{FF2B5EF4-FFF2-40B4-BE49-F238E27FC236}">
                <a16:creationId xmlns:a16="http://schemas.microsoft.com/office/drawing/2014/main" id="{9ABC736F-FD1E-4980-876D-E5C38773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2">
            <a:extLst>
              <a:ext uri="{FF2B5EF4-FFF2-40B4-BE49-F238E27FC236}">
                <a16:creationId xmlns:a16="http://schemas.microsoft.com/office/drawing/2014/main" id="{8D98EE46-797C-45B8-8337-491B94E0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B44FE-D7FC-470A-B48E-4A418625D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501" y="640080"/>
            <a:ext cx="4019429" cy="3339348"/>
          </a:xfrm>
        </p:spPr>
        <p:txBody>
          <a:bodyPr anchor="b">
            <a:normAutofit/>
          </a:bodyPr>
          <a:lstStyle/>
          <a:p>
            <a:r>
              <a:rPr lang="en-CA" sz="4400">
                <a:solidFill>
                  <a:srgbClr val="FFFFFF"/>
                </a:solidFill>
              </a:rPr>
              <a:t>GJK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1F560-2D8D-4AD2-A251-2FD3B53C2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921" y="4315017"/>
            <a:ext cx="4015009" cy="1893939"/>
          </a:xfrm>
        </p:spPr>
        <p:txBody>
          <a:bodyPr anchor="t">
            <a:normAutofit/>
          </a:bodyPr>
          <a:lstStyle/>
          <a:p>
            <a:pPr algn="r"/>
            <a:r>
              <a:rPr lang="en-CA" sz="1600">
                <a:solidFill>
                  <a:srgbClr val="FFFFFF"/>
                </a:solidFill>
              </a:rPr>
              <a:t>Game 256</a:t>
            </a:r>
          </a:p>
        </p:txBody>
      </p:sp>
      <p:cxnSp>
        <p:nvCxnSpPr>
          <p:cNvPr id="35" name="Straight Connector 24">
            <a:extLst>
              <a:ext uri="{FF2B5EF4-FFF2-40B4-BE49-F238E27FC236}">
                <a16:creationId xmlns:a16="http://schemas.microsoft.com/office/drawing/2014/main" id="{4E4CA735-62CB-4665-AA7D-4A259E3F7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130" y="4156010"/>
            <a:ext cx="35661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26">
            <a:extLst>
              <a:ext uri="{FF2B5EF4-FFF2-40B4-BE49-F238E27FC236}">
                <a16:creationId xmlns:a16="http://schemas.microsoft.com/office/drawing/2014/main" id="{3915B512-930A-40F0-82A6-4895B71A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396" y="0"/>
            <a:ext cx="6909991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6350" ty="-10160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63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F6FE6-303E-4188-B00C-79747D79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/>
              <a:t>GJK</a:t>
            </a: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17218-664F-4B16-9B3B-829312FB3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CA"/>
              <a:t>Gilbert-Johnson-Keerthi distance algorithm</a:t>
            </a:r>
          </a:p>
          <a:p>
            <a:r>
              <a:rPr lang="en-CA"/>
              <a:t>Determines minimum distance between two convex shapes</a:t>
            </a:r>
          </a:p>
        </p:txBody>
      </p:sp>
    </p:spTree>
    <p:extLst>
      <p:ext uri="{BB962C8B-B14F-4D97-AF65-F5344CB8AC3E}">
        <p14:creationId xmlns:p14="http://schemas.microsoft.com/office/powerpoint/2010/main" val="345458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986807-3192-431D-BF55-4407EB82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GJK Pseudocode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7B894E00-BB3E-44F9-8201-9E0285850BF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342893"/>
              </p:ext>
            </p:extLst>
          </p:nvPr>
        </p:nvGraphicFramePr>
        <p:xfrm>
          <a:off x="4954588" y="1327150"/>
          <a:ext cx="6249987" cy="416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8124840" imgH="5418000" progId="Word.OpenDocumentText.12">
                  <p:embed/>
                </p:oleObj>
              </mc:Choice>
              <mc:Fallback>
                <p:oleObj name="Document" r:id="rId3" imgW="8124840" imgH="5418000" progId="Word.OpenDocumentText.12">
                  <p:embed/>
                  <p:pic>
                    <p:nvPicPr>
                      <p:cNvPr id="8" name="Content Placeholder 3">
                        <a:extLst>
                          <a:ext uri="{FF2B5EF4-FFF2-40B4-BE49-F238E27FC236}">
                            <a16:creationId xmlns:a16="http://schemas.microsoft.com/office/drawing/2014/main" id="{7B894E00-BB3E-44F9-8201-9E0285850B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4588" y="1327150"/>
                        <a:ext cx="6249987" cy="416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971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06CC7D-1F2D-497B-A72F-A89EB9AF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/>
              <a:t>Elements of GJK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D98A-3E48-4915-A736-B5A0316BF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CA" dirty="0" err="1"/>
              <a:t>Minkowski</a:t>
            </a:r>
            <a:r>
              <a:rPr lang="en-CA" dirty="0"/>
              <a:t> Sum</a:t>
            </a:r>
          </a:p>
          <a:p>
            <a:r>
              <a:rPr lang="en-CA" dirty="0"/>
              <a:t>Support Function</a:t>
            </a:r>
          </a:p>
          <a:p>
            <a:r>
              <a:rPr lang="en-CA" dirty="0"/>
              <a:t>Simplices</a:t>
            </a:r>
          </a:p>
        </p:txBody>
      </p:sp>
    </p:spTree>
    <p:extLst>
      <p:ext uri="{BB962C8B-B14F-4D97-AF65-F5344CB8AC3E}">
        <p14:creationId xmlns:p14="http://schemas.microsoft.com/office/powerpoint/2010/main" val="30944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B58-7092-427C-B4DA-BA6D4988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" y="1773"/>
            <a:ext cx="12191980" cy="6856404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50EB3-2518-4E0C-9A8F-6168E35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Minkowski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719571-AEB6-4E18-BEFF-DAB6B1996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3440" y="4608576"/>
                <a:ext cx="3205640" cy="77418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CA" sz="1600" dirty="0">
                    <a:solidFill>
                      <a:srgbClr val="FFFFFF"/>
                    </a:solidFill>
                  </a:rPr>
                  <a:t>The </a:t>
                </a:r>
                <a:r>
                  <a:rPr lang="en-CA" sz="1600" dirty="0" err="1">
                    <a:solidFill>
                      <a:srgbClr val="FFFFFF"/>
                    </a:solidFill>
                  </a:rPr>
                  <a:t>Minkowski</a:t>
                </a:r>
                <a:r>
                  <a:rPr lang="en-CA" sz="1600" dirty="0">
                    <a:solidFill>
                      <a:srgbClr val="FFFFFF"/>
                    </a:solidFill>
                  </a:rPr>
                  <a:t> Sum is defined as:</a:t>
                </a:r>
              </a:p>
              <a:p>
                <a14:m>
                  <m:oMath xmlns:m="http://schemas.openxmlformats.org/officeDocument/2006/math">
                    <m:r>
                      <a:rPr lang="en-CA" sz="1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sz="1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16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CA" sz="16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719571-AEB6-4E18-BEFF-DAB6B1996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440" y="4608576"/>
                <a:ext cx="3205640" cy="774186"/>
              </a:xfrm>
              <a:blipFill>
                <a:blip r:embed="rId3"/>
                <a:stretch>
                  <a:fillRect l="-951" t="-5512" b="-78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5829" y="4508519"/>
            <a:ext cx="2926080" cy="0"/>
          </a:xfrm>
          <a:prstGeom prst="line">
            <a:avLst/>
          </a:prstGeom>
          <a:ln w="19050">
            <a:solidFill>
              <a:srgbClr val="D1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50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B58-7092-427C-B4DA-BA6D4988CF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50EB3-2518-4E0C-9A8F-6168E35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Minkowski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719571-AEB6-4E18-BEFF-DAB6B1996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3440" y="4608576"/>
                <a:ext cx="3205640" cy="774186"/>
              </a:xfrm>
            </p:spPr>
            <p:txBody>
              <a:bodyPr vert="horz" lIns="91440" tIns="45720" rIns="91440" bIns="45720" rtlCol="0" anchor="t">
                <a:normAutofit fontScale="92500"/>
              </a:bodyPr>
              <a:lstStyle/>
              <a:p>
                <a:pPr marL="0" indent="0" algn="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GJK uses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+(−</m:t>
                    </m:r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instead of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.</a:t>
                </a:r>
                <a:endParaRPr lang="en-US" sz="1600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  <a:p>
                <a:pPr marL="0" indent="0" algn="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+(−</m:t>
                    </m:r>
                    <m:r>
                      <a:rPr lang="en-US" sz="160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for the previous cubes: 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719571-AEB6-4E18-BEFF-DAB6B1996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440" y="4608576"/>
                <a:ext cx="3205640" cy="774186"/>
              </a:xfrm>
              <a:blipFill>
                <a:blip r:embed="rId3"/>
                <a:stretch>
                  <a:fillRect t="-787" r="-22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5829" y="4508519"/>
            <a:ext cx="2926080" cy="0"/>
          </a:xfrm>
          <a:prstGeom prst="line">
            <a:avLst/>
          </a:prstGeom>
          <a:ln w="19050">
            <a:solidFill>
              <a:srgbClr val="D1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98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B58-7092-427C-B4DA-BA6D4988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" y="1773"/>
            <a:ext cx="12191980" cy="6856404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50EB3-2518-4E0C-9A8F-6168E35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Support Point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719571-AEB6-4E18-BEFF-DAB6B199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4608576"/>
            <a:ext cx="3205640" cy="77418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b="0" dirty="0">
                <a:solidFill>
                  <a:srgbClr val="FFFFFF"/>
                </a:solidFill>
              </a:rPr>
              <a:t>Support Points exist on the </a:t>
            </a:r>
            <a:r>
              <a:rPr lang="en-CA" sz="1600" b="0" dirty="0" err="1">
                <a:solidFill>
                  <a:srgbClr val="FFFFFF"/>
                </a:solidFill>
              </a:rPr>
              <a:t>Minkowski</a:t>
            </a:r>
            <a:r>
              <a:rPr lang="en-CA" sz="1600" b="0" dirty="0">
                <a:solidFill>
                  <a:srgbClr val="FFFFFF"/>
                </a:solidFill>
              </a:rPr>
              <a:t> Sum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They are used to generate simplices.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5829" y="4508519"/>
            <a:ext cx="2926080" cy="0"/>
          </a:xfrm>
          <a:prstGeom prst="line">
            <a:avLst/>
          </a:prstGeom>
          <a:ln w="19050">
            <a:solidFill>
              <a:srgbClr val="D1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7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B58-7092-427C-B4DA-BA6D4988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" y="1773"/>
            <a:ext cx="12191979" cy="6856404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50EB3-2518-4E0C-9A8F-6168E35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Support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719571-AEB6-4E18-BEFF-DAB6B1996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3440" y="4608576"/>
                <a:ext cx="3205640" cy="774186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0" indent="0" algn="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The Support Function finds the correct point on the </a:t>
                </a:r>
                <a:r>
                  <a:rPr lang="en-US" sz="1600" dirty="0" err="1">
                    <a:solidFill>
                      <a:srgbClr val="FFFFFF"/>
                    </a:solidFill>
                  </a:rPr>
                  <a:t>Minkowski</a:t>
                </a:r>
                <a:r>
                  <a:rPr lang="en-US" sz="1600" dirty="0">
                    <a:solidFill>
                      <a:srgbClr val="FFFFFF"/>
                    </a:solidFill>
                  </a:rPr>
                  <a:t> sum, given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, and a direction.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719571-AEB6-4E18-BEFF-DAB6B1996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3440" y="4608576"/>
                <a:ext cx="3205640" cy="774186"/>
              </a:xfrm>
              <a:blipFill>
                <a:blip r:embed="rId3"/>
                <a:stretch>
                  <a:fillRect l="-951" t="-5512" r="-2852" b="-78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5829" y="4508519"/>
            <a:ext cx="2926080" cy="0"/>
          </a:xfrm>
          <a:prstGeom prst="line">
            <a:avLst/>
          </a:prstGeom>
          <a:ln w="19050">
            <a:solidFill>
              <a:srgbClr val="D1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405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B58-7092-427C-B4DA-BA6D4988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" y="1773"/>
            <a:ext cx="12191979" cy="6856403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50EB3-2518-4E0C-9A8F-6168E35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Support Point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719571-AEB6-4E18-BEFF-DAB6B199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4608576"/>
            <a:ext cx="3205640" cy="7741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FFFFFF"/>
                </a:solidFill>
              </a:rPr>
              <a:t>A.FurthestPoint</a:t>
            </a:r>
            <a:r>
              <a:rPr lang="en-US" sz="1600" dirty="0">
                <a:solidFill>
                  <a:srgbClr val="FFFFFF"/>
                </a:solidFill>
              </a:rPr>
              <a:t>(direction) + 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(-</a:t>
            </a:r>
            <a:r>
              <a:rPr lang="en-US" sz="1600" dirty="0" err="1">
                <a:solidFill>
                  <a:srgbClr val="FFFFFF"/>
                </a:solidFill>
              </a:rPr>
              <a:t>B.FurthestPoint</a:t>
            </a:r>
            <a:r>
              <a:rPr lang="en-US" sz="1600" dirty="0">
                <a:solidFill>
                  <a:srgbClr val="FFFFFF"/>
                </a:solidFill>
              </a:rPr>
              <a:t>(direction))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5829" y="4508519"/>
            <a:ext cx="2926080" cy="0"/>
          </a:xfrm>
          <a:prstGeom prst="line">
            <a:avLst/>
          </a:prstGeom>
          <a:ln w="19050">
            <a:solidFill>
              <a:srgbClr val="D1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80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B58-7092-427C-B4DA-BA6D4988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" y="1773"/>
            <a:ext cx="12191977" cy="6856403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1238442"/>
            <a:ext cx="3635926" cy="4355751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50EB3-2518-4E0C-9A8F-6168E355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39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Simplex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719571-AEB6-4E18-BEFF-DAB6B199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4608576"/>
            <a:ext cx="3205640" cy="77418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A simplex is a simple geometric shape.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We test for origin containment, in GJK.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5829" y="4508519"/>
            <a:ext cx="2926080" cy="0"/>
          </a:xfrm>
          <a:prstGeom prst="line">
            <a:avLst/>
          </a:prstGeom>
          <a:ln w="19050">
            <a:solidFill>
              <a:srgbClr val="D1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307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CB46D-1371-4C00-8721-37C42911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Recap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52A80-82C7-4240-8CEC-6EDFD9F4E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 b="0" dirty="0"/>
                  <a:t>Modified </a:t>
                </a:r>
                <a:r>
                  <a:rPr lang="en-CA" b="0" dirty="0" err="1"/>
                  <a:t>Minkowski</a:t>
                </a:r>
                <a:r>
                  <a:rPr lang="en-CA" b="0" dirty="0"/>
                  <a:t> Sum: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CA" b="0" dirty="0"/>
              </a:p>
              <a:p>
                <a:r>
                  <a:rPr lang="en-CA" dirty="0"/>
                  <a:t>Support Point: Support(shape A, shape B, direction d)</a:t>
                </a:r>
              </a:p>
              <a:p>
                <a:pPr marL="128016" lvl="1" indent="0">
                  <a:buNone/>
                </a:pPr>
                <a:r>
                  <a:rPr lang="en-CA" dirty="0"/>
                  <a:t>		return </a:t>
                </a:r>
                <a:r>
                  <a:rPr lang="en-CA" dirty="0" err="1"/>
                  <a:t>A.FurthestPoint</a:t>
                </a:r>
                <a:r>
                  <a:rPr lang="en-CA" dirty="0"/>
                  <a:t>(d) + (-</a:t>
                </a:r>
                <a:r>
                  <a:rPr lang="en-CA" dirty="0" err="1"/>
                  <a:t>B.FurthestPoint</a:t>
                </a:r>
                <a:r>
                  <a:rPr lang="en-CA" dirty="0"/>
                  <a:t>(-d))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152A80-82C7-4240-8CEC-6EDFD9F4E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19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02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F0108-B80E-40D5-99F9-8CFC1E11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Up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97148-03CE-4AE9-A6E1-01A538E92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608" y="643467"/>
            <a:ext cx="3096926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Simplex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179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BC736F-FD1E-4980-876D-E5C38773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8EE46-797C-45B8-8337-491B94E0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84EA5-24AF-4C97-BEDC-E5A8EB3BF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501" y="640080"/>
            <a:ext cx="4019429" cy="3339348"/>
          </a:xfrm>
        </p:spPr>
        <p:txBody>
          <a:bodyPr anchor="b">
            <a:normAutofit/>
          </a:bodyPr>
          <a:lstStyle/>
          <a:p>
            <a:r>
              <a:rPr lang="en-CA" sz="4400">
                <a:solidFill>
                  <a:srgbClr val="FFFFFF"/>
                </a:solidFill>
              </a:rPr>
              <a:t>Fin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5B37EBB-F2C4-4F9A-93F0-EBFEAE7FB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921" y="4315017"/>
            <a:ext cx="4015009" cy="1893939"/>
          </a:xfrm>
        </p:spPr>
        <p:txBody>
          <a:bodyPr anchor="t">
            <a:normAutofit/>
          </a:bodyPr>
          <a:lstStyle/>
          <a:p>
            <a:pPr algn="r"/>
            <a:endParaRPr lang="en-CA" sz="16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4CA735-62CB-4665-AA7D-4A259E3F7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130" y="4156010"/>
            <a:ext cx="35661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5B512-930A-40F0-82A6-4895B71A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396" y="0"/>
            <a:ext cx="6909991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6350" ty="-10160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787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Cambria Math</vt:lpstr>
      <vt:lpstr>Tw Cen MT</vt:lpstr>
      <vt:lpstr>Tw Cen MT Condensed</vt:lpstr>
      <vt:lpstr>Wingdings 3</vt:lpstr>
      <vt:lpstr>Integral</vt:lpstr>
      <vt:lpstr>OpenDocument Text</vt:lpstr>
      <vt:lpstr>GJK</vt:lpstr>
      <vt:lpstr>GJK</vt:lpstr>
      <vt:lpstr>GJK Pseudocode</vt:lpstr>
      <vt:lpstr>Elements of GJK</vt:lpstr>
      <vt:lpstr>Minkowski Sum</vt:lpstr>
      <vt:lpstr>Minkowski Sum</vt:lpstr>
      <vt:lpstr>Support Point</vt:lpstr>
      <vt:lpstr>Support Function</vt:lpstr>
      <vt:lpstr>Support Point</vt:lpstr>
      <vt:lpstr>Simplex</vt:lpstr>
      <vt:lpstr>Recap</vt:lpstr>
      <vt:lpstr>Up Next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GJK</dc:title>
  <dc:creator>Aidan Dearing</dc:creator>
  <cp:lastModifiedBy>Aidan Dearing</cp:lastModifiedBy>
  <cp:revision>1</cp:revision>
  <dcterms:created xsi:type="dcterms:W3CDTF">2019-02-15T16:51:12Z</dcterms:created>
  <dcterms:modified xsi:type="dcterms:W3CDTF">2019-02-15T16:52:52Z</dcterms:modified>
</cp:coreProperties>
</file>