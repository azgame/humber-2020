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DEEDB-1969-48DF-B5D7-397415CF2F58}" v="411" dt="2019-01-31T20:55:38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Dearing" userId="549f97a1b1354368" providerId="LiveId" clId="{9AFDEEDB-1969-48DF-B5D7-397415CF2F58}"/>
    <pc:docChg chg="undo custSel mod addSld modSld">
      <pc:chgData name="Aidan Dearing" userId="549f97a1b1354368" providerId="LiveId" clId="{9AFDEEDB-1969-48DF-B5D7-397415CF2F58}" dt="2019-01-31T20:55:38.994" v="693"/>
      <pc:docMkLst>
        <pc:docMk/>
      </pc:docMkLst>
      <pc:sldChg chg="modTransition">
        <pc:chgData name="Aidan Dearing" userId="549f97a1b1354368" providerId="LiveId" clId="{9AFDEEDB-1969-48DF-B5D7-397415CF2F58}" dt="2019-01-31T20:54:34.959" v="687"/>
        <pc:sldMkLst>
          <pc:docMk/>
          <pc:sldMk cId="3824216998" sldId="257"/>
        </pc:sldMkLst>
      </pc:sldChg>
      <pc:sldChg chg="modTransition">
        <pc:chgData name="Aidan Dearing" userId="549f97a1b1354368" providerId="LiveId" clId="{9AFDEEDB-1969-48DF-B5D7-397415CF2F58}" dt="2019-01-31T20:54:34.959" v="687"/>
        <pc:sldMkLst>
          <pc:docMk/>
          <pc:sldMk cId="1186689329" sldId="258"/>
        </pc:sldMkLst>
      </pc:sldChg>
      <pc:sldChg chg="modTransition">
        <pc:chgData name="Aidan Dearing" userId="549f97a1b1354368" providerId="LiveId" clId="{9AFDEEDB-1969-48DF-B5D7-397415CF2F58}" dt="2019-01-31T20:54:34.959" v="687"/>
        <pc:sldMkLst>
          <pc:docMk/>
          <pc:sldMk cId="2366554443" sldId="259"/>
        </pc:sldMkLst>
      </pc:sldChg>
      <pc:sldChg chg="modTransition">
        <pc:chgData name="Aidan Dearing" userId="549f97a1b1354368" providerId="LiveId" clId="{9AFDEEDB-1969-48DF-B5D7-397415CF2F58}" dt="2019-01-31T20:54:34.959" v="687"/>
        <pc:sldMkLst>
          <pc:docMk/>
          <pc:sldMk cId="1840508078" sldId="260"/>
        </pc:sldMkLst>
      </pc:sldChg>
      <pc:sldChg chg="modTransition">
        <pc:chgData name="Aidan Dearing" userId="549f97a1b1354368" providerId="LiveId" clId="{9AFDEEDB-1969-48DF-B5D7-397415CF2F58}" dt="2019-01-31T20:55:12.614" v="688"/>
        <pc:sldMkLst>
          <pc:docMk/>
          <pc:sldMk cId="2830583423" sldId="261"/>
        </pc:sldMkLst>
      </pc:sldChg>
      <pc:sldChg chg="modTransition">
        <pc:chgData name="Aidan Dearing" userId="549f97a1b1354368" providerId="LiveId" clId="{9AFDEEDB-1969-48DF-B5D7-397415CF2F58}" dt="2019-01-31T20:55:12.614" v="688"/>
        <pc:sldMkLst>
          <pc:docMk/>
          <pc:sldMk cId="399662444" sldId="262"/>
        </pc:sldMkLst>
      </pc:sldChg>
      <pc:sldChg chg="modTransition">
        <pc:chgData name="Aidan Dearing" userId="549f97a1b1354368" providerId="LiveId" clId="{9AFDEEDB-1969-48DF-B5D7-397415CF2F58}" dt="2019-01-31T20:55:12.614" v="688"/>
        <pc:sldMkLst>
          <pc:docMk/>
          <pc:sldMk cId="1172407685" sldId="263"/>
        </pc:sldMkLst>
      </pc:sldChg>
      <pc:sldChg chg="modTransition">
        <pc:chgData name="Aidan Dearing" userId="549f97a1b1354368" providerId="LiveId" clId="{9AFDEEDB-1969-48DF-B5D7-397415CF2F58}" dt="2019-01-31T20:55:12.614" v="688"/>
        <pc:sldMkLst>
          <pc:docMk/>
          <pc:sldMk cId="2758170863" sldId="265"/>
        </pc:sldMkLst>
      </pc:sldChg>
      <pc:sldChg chg="addSp delSp modSp mod modTransition setBg delDesignElem">
        <pc:chgData name="Aidan Dearing" userId="549f97a1b1354368" providerId="LiveId" clId="{9AFDEEDB-1969-48DF-B5D7-397415CF2F58}" dt="2019-01-31T20:54:34.959" v="687"/>
        <pc:sldMkLst>
          <pc:docMk/>
          <pc:sldMk cId="1851214747" sldId="266"/>
        </pc:sldMkLst>
        <pc:spChg chg="mod ord">
          <ac:chgData name="Aidan Dearing" userId="549f97a1b1354368" providerId="LiveId" clId="{9AFDEEDB-1969-48DF-B5D7-397415CF2F58}" dt="2019-01-31T20:32:15.016" v="85" actId="26606"/>
          <ac:spMkLst>
            <pc:docMk/>
            <pc:sldMk cId="1851214747" sldId="266"/>
            <ac:spMk id="2" creationId="{FDBB0074-B462-41F9-93DF-8457AEF25A90}"/>
          </ac:spMkLst>
        </pc:spChg>
        <pc:spChg chg="add del">
          <ac:chgData name="Aidan Dearing" userId="549f97a1b1354368" providerId="LiveId" clId="{9AFDEEDB-1969-48DF-B5D7-397415CF2F58}" dt="2019-01-31T20:28:57.454" v="71"/>
          <ac:spMkLst>
            <pc:docMk/>
            <pc:sldMk cId="1851214747" sldId="266"/>
            <ac:spMk id="19" creationId="{4E866FF9-A729-45F0-A163-10E89E871602}"/>
          </ac:spMkLst>
        </pc:spChg>
        <pc:spChg chg="add del">
          <ac:chgData name="Aidan Dearing" userId="549f97a1b1354368" providerId="LiveId" clId="{9AFDEEDB-1969-48DF-B5D7-397415CF2F58}" dt="2019-01-31T20:28:57.454" v="71"/>
          <ac:spMkLst>
            <pc:docMk/>
            <pc:sldMk cId="1851214747" sldId="266"/>
            <ac:spMk id="21" creationId="{A804366F-2366-4688-98E7-B101C7BC6146}"/>
          </ac:spMkLst>
        </pc:spChg>
        <pc:spChg chg="add del mod">
          <ac:chgData name="Aidan Dearing" userId="549f97a1b1354368" providerId="LiveId" clId="{9AFDEEDB-1969-48DF-B5D7-397415CF2F58}" dt="2019-01-31T20:28:57.454" v="71"/>
          <ac:spMkLst>
            <pc:docMk/>
            <pc:sldMk cId="1851214747" sldId="266"/>
            <ac:spMk id="22" creationId="{351DE9D1-AB32-4BB0-B15B-A1E145B85D9D}"/>
          </ac:spMkLst>
        </pc:spChg>
        <pc:spChg chg="add del mod">
          <ac:chgData name="Aidan Dearing" userId="549f97a1b1354368" providerId="LiveId" clId="{9AFDEEDB-1969-48DF-B5D7-397415CF2F58}" dt="2019-01-31T20:30:52.692" v="72" actId="931"/>
          <ac:spMkLst>
            <pc:docMk/>
            <pc:sldMk cId="1851214747" sldId="266"/>
            <ac:spMk id="23" creationId="{BA2831CD-7910-49A9-90AE-18F45A69B1AF}"/>
          </ac:spMkLst>
        </pc:spChg>
        <pc:spChg chg="add del">
          <ac:chgData name="Aidan Dearing" userId="549f97a1b1354368" providerId="LiveId" clId="{9AFDEEDB-1969-48DF-B5D7-397415CF2F58}" dt="2019-01-31T20:31:27.969" v="78" actId="26606"/>
          <ac:spMkLst>
            <pc:docMk/>
            <pc:sldMk cId="1851214747" sldId="266"/>
            <ac:spMk id="30" creationId="{5FA21C72-692C-49FD-9EB4-DDDDDEBD4BD6}"/>
          </ac:spMkLst>
        </pc:spChg>
        <pc:spChg chg="add del">
          <ac:chgData name="Aidan Dearing" userId="549f97a1b1354368" providerId="LiveId" clId="{9AFDEEDB-1969-48DF-B5D7-397415CF2F58}" dt="2019-01-31T20:31:27.969" v="78" actId="26606"/>
          <ac:spMkLst>
            <pc:docMk/>
            <pc:sldMk cId="1851214747" sldId="266"/>
            <ac:spMk id="32" creationId="{FBAF941A-6830-47A3-B63C-7C7B66AEA73B}"/>
          </ac:spMkLst>
        </pc:spChg>
        <pc:spChg chg="add">
          <ac:chgData name="Aidan Dearing" userId="549f97a1b1354368" providerId="LiveId" clId="{9AFDEEDB-1969-48DF-B5D7-397415CF2F58}" dt="2019-01-31T20:32:15.016" v="85" actId="26606"/>
          <ac:spMkLst>
            <pc:docMk/>
            <pc:sldMk cId="1851214747" sldId="266"/>
            <ac:spMk id="94" creationId="{1660E788-AFA9-4A1B-9991-6AA74632A15B}"/>
          </ac:spMkLst>
        </pc:spChg>
        <pc:spChg chg="add">
          <ac:chgData name="Aidan Dearing" userId="549f97a1b1354368" providerId="LiveId" clId="{9AFDEEDB-1969-48DF-B5D7-397415CF2F58}" dt="2019-01-31T20:32:15.016" v="85" actId="26606"/>
          <ac:spMkLst>
            <pc:docMk/>
            <pc:sldMk cId="1851214747" sldId="266"/>
            <ac:spMk id="96" creationId="{867D4867-5BA7-4462-B2F6-A23F4A622AA7}"/>
          </ac:spMkLst>
        </pc:spChg>
        <pc:spChg chg="add del">
          <ac:chgData name="Aidan Dearing" userId="549f97a1b1354368" providerId="LiveId" clId="{9AFDEEDB-1969-48DF-B5D7-397415CF2F58}" dt="2019-01-31T20:31:38.036" v="80" actId="26606"/>
          <ac:spMkLst>
            <pc:docMk/>
            <pc:sldMk cId="1851214747" sldId="266"/>
            <ac:spMk id="1044" creationId="{3ED03601-4724-4293-A32A-3A0879C5D491}"/>
          </ac:spMkLst>
        </pc:spChg>
        <pc:spChg chg="add del">
          <ac:chgData name="Aidan Dearing" userId="549f97a1b1354368" providerId="LiveId" clId="{9AFDEEDB-1969-48DF-B5D7-397415CF2F58}" dt="2019-01-31T20:31:38.036" v="80" actId="26606"/>
          <ac:spMkLst>
            <pc:docMk/>
            <pc:sldMk cId="1851214747" sldId="266"/>
            <ac:spMk id="1045" creationId="{5E433AC3-E189-483B-9E8C-DFD5D2A18641}"/>
          </ac:spMkLst>
        </pc:spChg>
        <pc:spChg chg="add del">
          <ac:chgData name="Aidan Dearing" userId="549f97a1b1354368" providerId="LiveId" clId="{9AFDEEDB-1969-48DF-B5D7-397415CF2F58}" dt="2019-01-31T20:32:15.016" v="85" actId="26606"/>
          <ac:spMkLst>
            <pc:docMk/>
            <pc:sldMk cId="1851214747" sldId="266"/>
            <ac:spMk id="1046" creationId="{3ED03601-4724-4293-A32A-3A0879C5D491}"/>
          </ac:spMkLst>
        </pc:spChg>
        <pc:spChg chg="add del">
          <ac:chgData name="Aidan Dearing" userId="549f97a1b1354368" providerId="LiveId" clId="{9AFDEEDB-1969-48DF-B5D7-397415CF2F58}" dt="2019-01-31T20:32:15.016" v="85" actId="26606"/>
          <ac:spMkLst>
            <pc:docMk/>
            <pc:sldMk cId="1851214747" sldId="266"/>
            <ac:spMk id="1047" creationId="{5E433AC3-E189-483B-9E8C-DFD5D2A18641}"/>
          </ac:spMkLst>
        </pc:spChg>
        <pc:spChg chg="add mod">
          <ac:chgData name="Aidan Dearing" userId="549f97a1b1354368" providerId="LiveId" clId="{9AFDEEDB-1969-48DF-B5D7-397415CF2F58}" dt="2019-01-31T20:33:04.605" v="104" actId="403"/>
          <ac:spMkLst>
            <pc:docMk/>
            <pc:sldMk cId="1851214747" sldId="266"/>
            <ac:spMk id="1052" creationId="{A75942CF-1B8B-482A-89F5-A8DD89C62B45}"/>
          </ac:spMkLst>
        </pc:spChg>
        <pc:graphicFrameChg chg="del mod modGraphic">
          <ac:chgData name="Aidan Dearing" userId="549f97a1b1354368" providerId="LiveId" clId="{9AFDEEDB-1969-48DF-B5D7-397415CF2F58}" dt="2019-01-31T20:28:52.898" v="69" actId="478"/>
          <ac:graphicFrameMkLst>
            <pc:docMk/>
            <pc:sldMk cId="1851214747" sldId="266"/>
            <ac:graphicFrameMk id="14" creationId="{4D5AE022-3368-400D-A18F-B95ACDA3FEE4}"/>
          </ac:graphicFrameMkLst>
        </pc:graphicFrameChg>
        <pc:picChg chg="add del mod">
          <ac:chgData name="Aidan Dearing" userId="549f97a1b1354368" providerId="LiveId" clId="{9AFDEEDB-1969-48DF-B5D7-397415CF2F58}" dt="2019-01-31T20:24:58.520" v="5" actId="478"/>
          <ac:picMkLst>
            <pc:docMk/>
            <pc:sldMk cId="1851214747" sldId="266"/>
            <ac:picMk id="16" creationId="{35A3A480-43DF-4012-9012-4FFB774FCD14}"/>
          </ac:picMkLst>
        </pc:picChg>
        <pc:picChg chg="add del mod">
          <ac:chgData name="Aidan Dearing" userId="549f97a1b1354368" providerId="LiveId" clId="{9AFDEEDB-1969-48DF-B5D7-397415CF2F58}" dt="2019-01-31T20:26:29.507" v="9" actId="478"/>
          <ac:picMkLst>
            <pc:docMk/>
            <pc:sldMk cId="1851214747" sldId="266"/>
            <ac:picMk id="18" creationId="{991CA691-8B15-42CB-8055-DAE6C53B6614}"/>
          </ac:picMkLst>
        </pc:picChg>
        <pc:picChg chg="add del mod ord">
          <ac:chgData name="Aidan Dearing" userId="549f97a1b1354368" providerId="LiveId" clId="{9AFDEEDB-1969-48DF-B5D7-397415CF2F58}" dt="2019-01-31T20:32:15.016" v="85" actId="26606"/>
          <ac:picMkLst>
            <pc:docMk/>
            <pc:sldMk cId="1851214747" sldId="266"/>
            <ac:picMk id="25" creationId="{CC2D0B50-8249-4274-BE5E-CC2B35DE85D6}"/>
          </ac:picMkLst>
        </pc:picChg>
        <pc:picChg chg="add mod">
          <ac:chgData name="Aidan Dearing" userId="549f97a1b1354368" providerId="LiveId" clId="{9AFDEEDB-1969-48DF-B5D7-397415CF2F58}" dt="2019-01-31T20:33:28.159" v="106" actId="14100"/>
          <ac:picMkLst>
            <pc:docMk/>
            <pc:sldMk cId="1851214747" sldId="266"/>
            <ac:picMk id="1050" creationId="{CC2D0B50-8249-4274-BE5E-CC2B35DE85D6}"/>
          </ac:picMkLst>
        </pc:picChg>
      </pc:sldChg>
      <pc:sldChg chg="modSp add modTransition">
        <pc:chgData name="Aidan Dearing" userId="549f97a1b1354368" providerId="LiveId" clId="{9AFDEEDB-1969-48DF-B5D7-397415CF2F58}" dt="2019-01-31T20:55:24.407" v="689"/>
        <pc:sldMkLst>
          <pc:docMk/>
          <pc:sldMk cId="832144587" sldId="267"/>
        </pc:sldMkLst>
        <pc:picChg chg="mod">
          <ac:chgData name="Aidan Dearing" userId="549f97a1b1354368" providerId="LiveId" clId="{9AFDEEDB-1969-48DF-B5D7-397415CF2F58}" dt="2019-01-31T20:34:51.068" v="109" actId="14100"/>
          <ac:picMkLst>
            <pc:docMk/>
            <pc:sldMk cId="832144587" sldId="267"/>
            <ac:picMk id="1050" creationId="{CC2D0B50-8249-4274-BE5E-CC2B35DE85D6}"/>
          </ac:picMkLst>
        </pc:picChg>
      </pc:sldChg>
      <pc:sldChg chg="addSp modSp add mod modTransition setBg setClrOvrMap">
        <pc:chgData name="Aidan Dearing" userId="549f97a1b1354368" providerId="LiveId" clId="{9AFDEEDB-1969-48DF-B5D7-397415CF2F58}" dt="2019-01-31T20:54:34.959" v="687"/>
        <pc:sldMkLst>
          <pc:docMk/>
          <pc:sldMk cId="453154171" sldId="268"/>
        </pc:sldMkLst>
        <pc:spChg chg="mod ord">
          <ac:chgData name="Aidan Dearing" userId="549f97a1b1354368" providerId="LiveId" clId="{9AFDEEDB-1969-48DF-B5D7-397415CF2F58}" dt="2019-01-31T20:39:37.688" v="294" actId="26606"/>
          <ac:spMkLst>
            <pc:docMk/>
            <pc:sldMk cId="453154171" sldId="268"/>
            <ac:spMk id="2" creationId="{C718FEAD-2EEF-448D-A773-1C96592CC2D5}"/>
          </ac:spMkLst>
        </pc:spChg>
        <pc:spChg chg="mod">
          <ac:chgData name="Aidan Dearing" userId="549f97a1b1354368" providerId="LiveId" clId="{9AFDEEDB-1969-48DF-B5D7-397415CF2F58}" dt="2019-01-31T20:39:37.688" v="294" actId="26606"/>
          <ac:spMkLst>
            <pc:docMk/>
            <pc:sldMk cId="453154171" sldId="268"/>
            <ac:spMk id="3" creationId="{748BC108-25C7-4A13-8F33-BA8BCE45D3C1}"/>
          </ac:spMkLst>
        </pc:spChg>
        <pc:spChg chg="add">
          <ac:chgData name="Aidan Dearing" userId="549f97a1b1354368" providerId="LiveId" clId="{9AFDEEDB-1969-48DF-B5D7-397415CF2F58}" dt="2019-01-31T20:39:37.688" v="294" actId="26606"/>
          <ac:spMkLst>
            <pc:docMk/>
            <pc:sldMk cId="453154171" sldId="268"/>
            <ac:spMk id="8" creationId="{0908BAF3-E5E9-4D9A-9CA6-CBD0A6447CAF}"/>
          </ac:spMkLst>
        </pc:spChg>
        <pc:spChg chg="add">
          <ac:chgData name="Aidan Dearing" userId="549f97a1b1354368" providerId="LiveId" clId="{9AFDEEDB-1969-48DF-B5D7-397415CF2F58}" dt="2019-01-31T20:39:37.688" v="294" actId="26606"/>
          <ac:spMkLst>
            <pc:docMk/>
            <pc:sldMk cId="453154171" sldId="268"/>
            <ac:spMk id="10" creationId="{88BE1630-2DA4-4597-927C-4EAAFEE0D74C}"/>
          </ac:spMkLst>
        </pc:spChg>
        <pc:spChg chg="add">
          <ac:chgData name="Aidan Dearing" userId="549f97a1b1354368" providerId="LiveId" clId="{9AFDEEDB-1969-48DF-B5D7-397415CF2F58}" dt="2019-01-31T20:39:37.688" v="294" actId="26606"/>
          <ac:spMkLst>
            <pc:docMk/>
            <pc:sldMk cId="453154171" sldId="268"/>
            <ac:spMk id="12" creationId="{11D4A801-B08B-4DED-B983-8DC144138121}"/>
          </ac:spMkLst>
        </pc:spChg>
      </pc:sldChg>
      <pc:sldChg chg="addSp delSp modSp add mod modTransition setBg setClrOvrMap">
        <pc:chgData name="Aidan Dearing" userId="549f97a1b1354368" providerId="LiveId" clId="{9AFDEEDB-1969-48DF-B5D7-397415CF2F58}" dt="2019-01-31T20:55:31.750" v="690"/>
        <pc:sldMkLst>
          <pc:docMk/>
          <pc:sldMk cId="2010471198" sldId="269"/>
        </pc:sldMkLst>
        <pc:spChg chg="mod ord">
          <ac:chgData name="Aidan Dearing" userId="549f97a1b1354368" providerId="LiveId" clId="{9AFDEEDB-1969-48DF-B5D7-397415CF2F58}" dt="2019-01-31T20:45:07.438" v="564" actId="26606"/>
          <ac:spMkLst>
            <pc:docMk/>
            <pc:sldMk cId="2010471198" sldId="269"/>
            <ac:spMk id="2" creationId="{886041F4-FEC6-4E7F-B739-4C8FF9CB511A}"/>
          </ac:spMkLst>
        </pc:spChg>
        <pc:spChg chg="mod">
          <ac:chgData name="Aidan Dearing" userId="549f97a1b1354368" providerId="LiveId" clId="{9AFDEEDB-1969-48DF-B5D7-397415CF2F58}" dt="2019-01-31T20:45:07.438" v="564" actId="26606"/>
          <ac:spMkLst>
            <pc:docMk/>
            <pc:sldMk cId="2010471198" sldId="269"/>
            <ac:spMk id="3" creationId="{5588534D-BAC1-4CE7-919A-83D1F10DF7E5}"/>
          </ac:spMkLst>
        </pc:spChg>
        <pc:spChg chg="add del">
          <ac:chgData name="Aidan Dearing" userId="549f97a1b1354368" providerId="LiveId" clId="{9AFDEEDB-1969-48DF-B5D7-397415CF2F58}" dt="2019-01-31T20:45:07.438" v="564" actId="26606"/>
          <ac:spMkLst>
            <pc:docMk/>
            <pc:sldMk cId="2010471198" sldId="269"/>
            <ac:spMk id="8" creationId="{6AD85578-1E4B-4014-9D52-E76894750300}"/>
          </ac:spMkLst>
        </pc:spChg>
        <pc:spChg chg="add del">
          <ac:chgData name="Aidan Dearing" userId="549f97a1b1354368" providerId="LiveId" clId="{9AFDEEDB-1969-48DF-B5D7-397415CF2F58}" dt="2019-01-31T20:45:07.438" v="564" actId="26606"/>
          <ac:spMkLst>
            <pc:docMk/>
            <pc:sldMk cId="2010471198" sldId="269"/>
            <ac:spMk id="10" creationId="{48550B3F-9390-4CA1-B3C8-91529289DCED}"/>
          </ac:spMkLst>
        </pc:spChg>
        <pc:spChg chg="add del">
          <ac:chgData name="Aidan Dearing" userId="549f97a1b1354368" providerId="LiveId" clId="{9AFDEEDB-1969-48DF-B5D7-397415CF2F58}" dt="2019-01-31T20:45:07.407" v="563" actId="26606"/>
          <ac:spMkLst>
            <pc:docMk/>
            <pc:sldMk cId="2010471198" sldId="269"/>
            <ac:spMk id="15" creationId="{AEE70035-2E4E-4F9F-A4A6-77B0B9FBD8DC}"/>
          </ac:spMkLst>
        </pc:spChg>
        <pc:spChg chg="add del">
          <ac:chgData name="Aidan Dearing" userId="549f97a1b1354368" providerId="LiveId" clId="{9AFDEEDB-1969-48DF-B5D7-397415CF2F58}" dt="2019-01-31T20:45:07.407" v="563" actId="26606"/>
          <ac:spMkLst>
            <pc:docMk/>
            <pc:sldMk cId="2010471198" sldId="269"/>
            <ac:spMk id="17" creationId="{48FDCBF5-07B8-49C5-BD1E-0DD5E1DB29DF}"/>
          </ac:spMkLst>
        </pc:spChg>
        <pc:spChg chg="add del">
          <ac:chgData name="Aidan Dearing" userId="549f97a1b1354368" providerId="LiveId" clId="{9AFDEEDB-1969-48DF-B5D7-397415CF2F58}" dt="2019-01-31T20:45:07.407" v="563" actId="26606"/>
          <ac:spMkLst>
            <pc:docMk/>
            <pc:sldMk cId="2010471198" sldId="269"/>
            <ac:spMk id="19" creationId="{4EFB64A5-5FD5-4748-BC76-137C0DEB6A09}"/>
          </ac:spMkLst>
        </pc:spChg>
        <pc:spChg chg="add">
          <ac:chgData name="Aidan Dearing" userId="549f97a1b1354368" providerId="LiveId" clId="{9AFDEEDB-1969-48DF-B5D7-397415CF2F58}" dt="2019-01-31T20:45:07.438" v="564" actId="26606"/>
          <ac:spMkLst>
            <pc:docMk/>
            <pc:sldMk cId="2010471198" sldId="269"/>
            <ac:spMk id="21" creationId="{0908BAF3-E5E9-4D9A-9CA6-CBD0A6447CAF}"/>
          </ac:spMkLst>
        </pc:spChg>
        <pc:spChg chg="add">
          <ac:chgData name="Aidan Dearing" userId="549f97a1b1354368" providerId="LiveId" clId="{9AFDEEDB-1969-48DF-B5D7-397415CF2F58}" dt="2019-01-31T20:45:07.438" v="564" actId="26606"/>
          <ac:spMkLst>
            <pc:docMk/>
            <pc:sldMk cId="2010471198" sldId="269"/>
            <ac:spMk id="22" creationId="{88BE1630-2DA4-4597-927C-4EAAFEE0D74C}"/>
          </ac:spMkLst>
        </pc:spChg>
        <pc:spChg chg="add">
          <ac:chgData name="Aidan Dearing" userId="549f97a1b1354368" providerId="LiveId" clId="{9AFDEEDB-1969-48DF-B5D7-397415CF2F58}" dt="2019-01-31T20:45:07.438" v="564" actId="26606"/>
          <ac:spMkLst>
            <pc:docMk/>
            <pc:sldMk cId="2010471198" sldId="269"/>
            <ac:spMk id="23" creationId="{11D4A801-B08B-4DED-B983-8DC144138121}"/>
          </ac:spMkLst>
        </pc:spChg>
      </pc:sldChg>
      <pc:sldChg chg="addSp delSp modSp add mod modTransition setBg setClrOvrMap">
        <pc:chgData name="Aidan Dearing" userId="549f97a1b1354368" providerId="LiveId" clId="{9AFDEEDB-1969-48DF-B5D7-397415CF2F58}" dt="2019-01-31T20:55:33.505" v="691"/>
        <pc:sldMkLst>
          <pc:docMk/>
          <pc:sldMk cId="314918780" sldId="270"/>
        </pc:sldMkLst>
        <pc:spChg chg="mod ord">
          <ac:chgData name="Aidan Dearing" userId="549f97a1b1354368" providerId="LiveId" clId="{9AFDEEDB-1969-48DF-B5D7-397415CF2F58}" dt="2019-01-31T20:45:10.532" v="565" actId="26606"/>
          <ac:spMkLst>
            <pc:docMk/>
            <pc:sldMk cId="314918780" sldId="270"/>
            <ac:spMk id="2" creationId="{3ADFDB90-0990-4662-9C91-638CD7C485B3}"/>
          </ac:spMkLst>
        </pc:spChg>
        <pc:spChg chg="mod">
          <ac:chgData name="Aidan Dearing" userId="549f97a1b1354368" providerId="LiveId" clId="{9AFDEEDB-1969-48DF-B5D7-397415CF2F58}" dt="2019-01-31T20:45:10.532" v="565" actId="26606"/>
          <ac:spMkLst>
            <pc:docMk/>
            <pc:sldMk cId="314918780" sldId="270"/>
            <ac:spMk id="3" creationId="{6060708D-CC23-4202-94E6-B93C98CC3276}"/>
          </ac:spMkLst>
        </pc:spChg>
        <pc:spChg chg="add del">
          <ac:chgData name="Aidan Dearing" userId="549f97a1b1354368" providerId="LiveId" clId="{9AFDEEDB-1969-48DF-B5D7-397415CF2F58}" dt="2019-01-31T20:45:10.532" v="565" actId="26606"/>
          <ac:spMkLst>
            <pc:docMk/>
            <pc:sldMk cId="314918780" sldId="270"/>
            <ac:spMk id="8" creationId="{AEE70035-2E4E-4F9F-A4A6-77B0B9FBD8DC}"/>
          </ac:spMkLst>
        </pc:spChg>
        <pc:spChg chg="add del">
          <ac:chgData name="Aidan Dearing" userId="549f97a1b1354368" providerId="LiveId" clId="{9AFDEEDB-1969-48DF-B5D7-397415CF2F58}" dt="2019-01-31T20:45:10.532" v="565" actId="26606"/>
          <ac:spMkLst>
            <pc:docMk/>
            <pc:sldMk cId="314918780" sldId="270"/>
            <ac:spMk id="10" creationId="{48FDCBF5-07B8-49C5-BD1E-0DD5E1DB29DF}"/>
          </ac:spMkLst>
        </pc:spChg>
        <pc:spChg chg="add del">
          <ac:chgData name="Aidan Dearing" userId="549f97a1b1354368" providerId="LiveId" clId="{9AFDEEDB-1969-48DF-B5D7-397415CF2F58}" dt="2019-01-31T20:45:10.532" v="565" actId="26606"/>
          <ac:spMkLst>
            <pc:docMk/>
            <pc:sldMk cId="314918780" sldId="270"/>
            <ac:spMk id="12" creationId="{4EFB64A5-5FD5-4748-BC76-137C0DEB6A09}"/>
          </ac:spMkLst>
        </pc:spChg>
        <pc:spChg chg="add">
          <ac:chgData name="Aidan Dearing" userId="549f97a1b1354368" providerId="LiveId" clId="{9AFDEEDB-1969-48DF-B5D7-397415CF2F58}" dt="2019-01-31T20:45:10.532" v="565" actId="26606"/>
          <ac:spMkLst>
            <pc:docMk/>
            <pc:sldMk cId="314918780" sldId="270"/>
            <ac:spMk id="17" creationId="{0908BAF3-E5E9-4D9A-9CA6-CBD0A6447CAF}"/>
          </ac:spMkLst>
        </pc:spChg>
        <pc:spChg chg="add">
          <ac:chgData name="Aidan Dearing" userId="549f97a1b1354368" providerId="LiveId" clId="{9AFDEEDB-1969-48DF-B5D7-397415CF2F58}" dt="2019-01-31T20:45:10.532" v="565" actId="26606"/>
          <ac:spMkLst>
            <pc:docMk/>
            <pc:sldMk cId="314918780" sldId="270"/>
            <ac:spMk id="19" creationId="{88BE1630-2DA4-4597-927C-4EAAFEE0D74C}"/>
          </ac:spMkLst>
        </pc:spChg>
        <pc:spChg chg="add">
          <ac:chgData name="Aidan Dearing" userId="549f97a1b1354368" providerId="LiveId" clId="{9AFDEEDB-1969-48DF-B5D7-397415CF2F58}" dt="2019-01-31T20:45:10.532" v="565" actId="26606"/>
          <ac:spMkLst>
            <pc:docMk/>
            <pc:sldMk cId="314918780" sldId="270"/>
            <ac:spMk id="21" creationId="{11D4A801-B08B-4DED-B983-8DC144138121}"/>
          </ac:spMkLst>
        </pc:spChg>
      </pc:sldChg>
      <pc:sldChg chg="addSp modSp add mod modTransition setBg setClrOvrMap">
        <pc:chgData name="Aidan Dearing" userId="549f97a1b1354368" providerId="LiveId" clId="{9AFDEEDB-1969-48DF-B5D7-397415CF2F58}" dt="2019-01-31T20:54:34.959" v="687"/>
        <pc:sldMkLst>
          <pc:docMk/>
          <pc:sldMk cId="2323267178" sldId="271"/>
        </pc:sldMkLst>
        <pc:spChg chg="mod">
          <ac:chgData name="Aidan Dearing" userId="549f97a1b1354368" providerId="LiveId" clId="{9AFDEEDB-1969-48DF-B5D7-397415CF2F58}" dt="2019-01-31T20:49:44.885" v="663" actId="26606"/>
          <ac:spMkLst>
            <pc:docMk/>
            <pc:sldMk cId="2323267178" sldId="271"/>
            <ac:spMk id="2" creationId="{6C246B4E-EC43-49C3-B30C-756B632E91E2}"/>
          </ac:spMkLst>
        </pc:spChg>
        <pc:spChg chg="mod">
          <ac:chgData name="Aidan Dearing" userId="549f97a1b1354368" providerId="LiveId" clId="{9AFDEEDB-1969-48DF-B5D7-397415CF2F58}" dt="2019-01-31T20:49:44.885" v="663" actId="26606"/>
          <ac:spMkLst>
            <pc:docMk/>
            <pc:sldMk cId="2323267178" sldId="271"/>
            <ac:spMk id="3" creationId="{3E0152BA-518B-486D-92BE-D19A1404934B}"/>
          </ac:spMkLst>
        </pc:spChg>
        <pc:spChg chg="add">
          <ac:chgData name="Aidan Dearing" userId="549f97a1b1354368" providerId="LiveId" clId="{9AFDEEDB-1969-48DF-B5D7-397415CF2F58}" dt="2019-01-31T20:49:44.885" v="663" actId="26606"/>
          <ac:spMkLst>
            <pc:docMk/>
            <pc:sldMk cId="2323267178" sldId="271"/>
            <ac:spMk id="8" creationId="{FB403EBD-907E-4D59-98D4-A72CD1063C62}"/>
          </ac:spMkLst>
        </pc:spChg>
      </pc:sldChg>
      <pc:sldChg chg="modSp add modTransition">
        <pc:chgData name="Aidan Dearing" userId="549f97a1b1354368" providerId="LiveId" clId="{9AFDEEDB-1969-48DF-B5D7-397415CF2F58}" dt="2019-01-31T20:55:37.302" v="692"/>
        <pc:sldMkLst>
          <pc:docMk/>
          <pc:sldMk cId="3963802003" sldId="272"/>
        </pc:sldMkLst>
        <pc:spChg chg="mod">
          <ac:chgData name="Aidan Dearing" userId="549f97a1b1354368" providerId="LiveId" clId="{9AFDEEDB-1969-48DF-B5D7-397415CF2F58}" dt="2019-01-31T20:49:51.618" v="665" actId="20577"/>
          <ac:spMkLst>
            <pc:docMk/>
            <pc:sldMk cId="3963802003" sldId="272"/>
            <ac:spMk id="2" creationId="{6C246B4E-EC43-49C3-B30C-756B632E91E2}"/>
          </ac:spMkLst>
        </pc:spChg>
        <pc:spChg chg="mod">
          <ac:chgData name="Aidan Dearing" userId="549f97a1b1354368" providerId="LiveId" clId="{9AFDEEDB-1969-48DF-B5D7-397415CF2F58}" dt="2019-01-31T20:50:24.500" v="674"/>
          <ac:spMkLst>
            <pc:docMk/>
            <pc:sldMk cId="3963802003" sldId="272"/>
            <ac:spMk id="3" creationId="{3E0152BA-518B-486D-92BE-D19A1404934B}"/>
          </ac:spMkLst>
        </pc:spChg>
      </pc:sldChg>
      <pc:sldChg chg="modSp add modTransition">
        <pc:chgData name="Aidan Dearing" userId="549f97a1b1354368" providerId="LiveId" clId="{9AFDEEDB-1969-48DF-B5D7-397415CF2F58}" dt="2019-01-31T20:55:38.994" v="693"/>
        <pc:sldMkLst>
          <pc:docMk/>
          <pc:sldMk cId="1515394796" sldId="273"/>
        </pc:sldMkLst>
        <pc:spChg chg="mod">
          <ac:chgData name="Aidan Dearing" userId="549f97a1b1354368" providerId="LiveId" clId="{9AFDEEDB-1969-48DF-B5D7-397415CF2F58}" dt="2019-01-31T20:50:38.825" v="676" actId="20577"/>
          <ac:spMkLst>
            <pc:docMk/>
            <pc:sldMk cId="1515394796" sldId="273"/>
            <ac:spMk id="2" creationId="{6C246B4E-EC43-49C3-B30C-756B632E91E2}"/>
          </ac:spMkLst>
        </pc:spChg>
        <pc:spChg chg="mod">
          <ac:chgData name="Aidan Dearing" userId="549f97a1b1354368" providerId="LiveId" clId="{9AFDEEDB-1969-48DF-B5D7-397415CF2F58}" dt="2019-01-31T20:51:11.939" v="685"/>
          <ac:spMkLst>
            <pc:docMk/>
            <pc:sldMk cId="1515394796" sldId="273"/>
            <ac:spMk id="3" creationId="{3E0152BA-518B-486D-92BE-D19A1404934B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57A0A1-9AC8-4FA7-B9D0-5CCD02FB7500}" type="doc">
      <dgm:prSet loTypeId="urn:microsoft.com/office/officeart/2018/2/layout/IconVerticalSolid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FDA4D4-620C-4CA5-9389-AB4485A23116}">
      <dgm:prSet/>
      <dgm:spPr/>
      <dgm:t>
        <a:bodyPr/>
        <a:lstStyle/>
        <a:p>
          <a:r>
            <a:rPr lang="en-CA"/>
            <a:t>Mass measures resistance to a change in linear velocity.</a:t>
          </a:r>
          <a:endParaRPr lang="en-US"/>
        </a:p>
      </dgm:t>
    </dgm:pt>
    <dgm:pt modelId="{2BA949FE-1373-40E4-870F-A78599E9E403}" type="parTrans" cxnId="{89FB5587-2155-442D-BB73-CC48C5DD558A}">
      <dgm:prSet/>
      <dgm:spPr/>
      <dgm:t>
        <a:bodyPr/>
        <a:lstStyle/>
        <a:p>
          <a:endParaRPr lang="en-US"/>
        </a:p>
      </dgm:t>
    </dgm:pt>
    <dgm:pt modelId="{620DB4A8-0DD5-4C75-AA79-B21B2342AF86}" type="sibTrans" cxnId="{89FB5587-2155-442D-BB73-CC48C5DD558A}">
      <dgm:prSet/>
      <dgm:spPr/>
      <dgm:t>
        <a:bodyPr/>
        <a:lstStyle/>
        <a:p>
          <a:endParaRPr lang="en-US"/>
        </a:p>
      </dgm:t>
    </dgm:pt>
    <dgm:pt modelId="{FB09C797-2804-4DED-8742-6EAB934CB90E}">
      <dgm:prSet/>
      <dgm:spPr/>
      <dgm:t>
        <a:bodyPr/>
        <a:lstStyle/>
        <a:p>
          <a:r>
            <a:rPr lang="en-CA" b="1"/>
            <a:t>Rotational Inertia measures resistance to a change in angular velocity.</a:t>
          </a:r>
          <a:endParaRPr lang="en-US"/>
        </a:p>
      </dgm:t>
    </dgm:pt>
    <dgm:pt modelId="{E94D688F-C126-4168-AE90-1DCBC6DED88A}" type="parTrans" cxnId="{3F433A8C-3B44-4BE6-8A1E-2B85ED0EFBD3}">
      <dgm:prSet/>
      <dgm:spPr/>
      <dgm:t>
        <a:bodyPr/>
        <a:lstStyle/>
        <a:p>
          <a:endParaRPr lang="en-US"/>
        </a:p>
      </dgm:t>
    </dgm:pt>
    <dgm:pt modelId="{77534D9C-5E10-4C32-8911-6E731FEFD9CE}" type="sibTrans" cxnId="{3F433A8C-3B44-4BE6-8A1E-2B85ED0EFBD3}">
      <dgm:prSet/>
      <dgm:spPr/>
      <dgm:t>
        <a:bodyPr/>
        <a:lstStyle/>
        <a:p>
          <a:endParaRPr lang="en-US"/>
        </a:p>
      </dgm:t>
    </dgm:pt>
    <dgm:pt modelId="{787F5910-4BF5-4391-978B-7C0F213AC857}" type="pres">
      <dgm:prSet presAssocID="{0457A0A1-9AC8-4FA7-B9D0-5CCD02FB7500}" presName="root" presStyleCnt="0">
        <dgm:presLayoutVars>
          <dgm:dir/>
          <dgm:resizeHandles val="exact"/>
        </dgm:presLayoutVars>
      </dgm:prSet>
      <dgm:spPr/>
    </dgm:pt>
    <dgm:pt modelId="{ED237C99-620E-4AAC-8ACD-2B33D33D596C}" type="pres">
      <dgm:prSet presAssocID="{5DFDA4D4-620C-4CA5-9389-AB4485A23116}" presName="compNode" presStyleCnt="0"/>
      <dgm:spPr/>
    </dgm:pt>
    <dgm:pt modelId="{28381F03-A142-4F71-9DBF-C581DDE0707A}" type="pres">
      <dgm:prSet presAssocID="{5DFDA4D4-620C-4CA5-9389-AB4485A23116}" presName="bgRect" presStyleLbl="bgShp" presStyleIdx="0" presStyleCnt="2"/>
      <dgm:spPr/>
    </dgm:pt>
    <dgm:pt modelId="{B3894CCC-B6C8-4B51-9D00-298C74F6D6B7}" type="pres">
      <dgm:prSet presAssocID="{5DFDA4D4-620C-4CA5-9389-AB4485A231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8C6CACCB-028C-4823-9F7F-DC1D1D1F9C4E}" type="pres">
      <dgm:prSet presAssocID="{5DFDA4D4-620C-4CA5-9389-AB4485A23116}" presName="spaceRect" presStyleCnt="0"/>
      <dgm:spPr/>
    </dgm:pt>
    <dgm:pt modelId="{A3760F19-C2BF-401F-A507-4B395AF543A1}" type="pres">
      <dgm:prSet presAssocID="{5DFDA4D4-620C-4CA5-9389-AB4485A23116}" presName="parTx" presStyleLbl="revTx" presStyleIdx="0" presStyleCnt="2">
        <dgm:presLayoutVars>
          <dgm:chMax val="0"/>
          <dgm:chPref val="0"/>
        </dgm:presLayoutVars>
      </dgm:prSet>
      <dgm:spPr/>
    </dgm:pt>
    <dgm:pt modelId="{9588631D-AF77-4EC6-B3EF-E609389D2666}" type="pres">
      <dgm:prSet presAssocID="{620DB4A8-0DD5-4C75-AA79-B21B2342AF86}" presName="sibTrans" presStyleCnt="0"/>
      <dgm:spPr/>
    </dgm:pt>
    <dgm:pt modelId="{D4A17C94-9A88-494E-BF47-975C73398A36}" type="pres">
      <dgm:prSet presAssocID="{FB09C797-2804-4DED-8742-6EAB934CB90E}" presName="compNode" presStyleCnt="0"/>
      <dgm:spPr/>
    </dgm:pt>
    <dgm:pt modelId="{A3072BC4-9010-4881-8947-A6DD44436E61}" type="pres">
      <dgm:prSet presAssocID="{FB09C797-2804-4DED-8742-6EAB934CB90E}" presName="bgRect" presStyleLbl="bgShp" presStyleIdx="1" presStyleCnt="2"/>
      <dgm:spPr/>
    </dgm:pt>
    <dgm:pt modelId="{6AD5AB6B-75F2-4CF8-863D-4594D4DC1052}" type="pres">
      <dgm:prSet presAssocID="{FB09C797-2804-4DED-8742-6EAB934CB90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F94B04A-6E71-4558-A96E-7FD56E992516}" type="pres">
      <dgm:prSet presAssocID="{FB09C797-2804-4DED-8742-6EAB934CB90E}" presName="spaceRect" presStyleCnt="0"/>
      <dgm:spPr/>
    </dgm:pt>
    <dgm:pt modelId="{C55F97EE-3185-4D2F-ADD4-99578641701E}" type="pres">
      <dgm:prSet presAssocID="{FB09C797-2804-4DED-8742-6EAB934CB90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6A43D31-3A82-4CDB-969E-F932F31AFD1F}" type="presOf" srcId="{FB09C797-2804-4DED-8742-6EAB934CB90E}" destId="{C55F97EE-3185-4D2F-ADD4-99578641701E}" srcOrd="0" destOrd="0" presId="urn:microsoft.com/office/officeart/2018/2/layout/IconVerticalSolidList"/>
    <dgm:cxn modelId="{89FB5587-2155-442D-BB73-CC48C5DD558A}" srcId="{0457A0A1-9AC8-4FA7-B9D0-5CCD02FB7500}" destId="{5DFDA4D4-620C-4CA5-9389-AB4485A23116}" srcOrd="0" destOrd="0" parTransId="{2BA949FE-1373-40E4-870F-A78599E9E403}" sibTransId="{620DB4A8-0DD5-4C75-AA79-B21B2342AF86}"/>
    <dgm:cxn modelId="{3F433A8C-3B44-4BE6-8A1E-2B85ED0EFBD3}" srcId="{0457A0A1-9AC8-4FA7-B9D0-5CCD02FB7500}" destId="{FB09C797-2804-4DED-8742-6EAB934CB90E}" srcOrd="1" destOrd="0" parTransId="{E94D688F-C126-4168-AE90-1DCBC6DED88A}" sibTransId="{77534D9C-5E10-4C32-8911-6E731FEFD9CE}"/>
    <dgm:cxn modelId="{D8C697C5-2F62-4BC9-8A4B-8CAC3959CCA3}" type="presOf" srcId="{0457A0A1-9AC8-4FA7-B9D0-5CCD02FB7500}" destId="{787F5910-4BF5-4391-978B-7C0F213AC857}" srcOrd="0" destOrd="0" presId="urn:microsoft.com/office/officeart/2018/2/layout/IconVerticalSolidList"/>
    <dgm:cxn modelId="{BF5A00D0-A3A0-444B-AB05-E887079092A1}" type="presOf" srcId="{5DFDA4D4-620C-4CA5-9389-AB4485A23116}" destId="{A3760F19-C2BF-401F-A507-4B395AF543A1}" srcOrd="0" destOrd="0" presId="urn:microsoft.com/office/officeart/2018/2/layout/IconVerticalSolidList"/>
    <dgm:cxn modelId="{D16B816E-4073-4335-B680-D75041D9159C}" type="presParOf" srcId="{787F5910-4BF5-4391-978B-7C0F213AC857}" destId="{ED237C99-620E-4AAC-8ACD-2B33D33D596C}" srcOrd="0" destOrd="0" presId="urn:microsoft.com/office/officeart/2018/2/layout/IconVerticalSolidList"/>
    <dgm:cxn modelId="{4F21C3AE-361E-4406-AC2D-5A6C1BD7708A}" type="presParOf" srcId="{ED237C99-620E-4AAC-8ACD-2B33D33D596C}" destId="{28381F03-A142-4F71-9DBF-C581DDE0707A}" srcOrd="0" destOrd="0" presId="urn:microsoft.com/office/officeart/2018/2/layout/IconVerticalSolidList"/>
    <dgm:cxn modelId="{DF141DE1-8423-4DA2-9A97-00C12D6C79CE}" type="presParOf" srcId="{ED237C99-620E-4AAC-8ACD-2B33D33D596C}" destId="{B3894CCC-B6C8-4B51-9D00-298C74F6D6B7}" srcOrd="1" destOrd="0" presId="urn:microsoft.com/office/officeart/2018/2/layout/IconVerticalSolidList"/>
    <dgm:cxn modelId="{51C05A69-B324-40F3-8F65-3239DC04C9E8}" type="presParOf" srcId="{ED237C99-620E-4AAC-8ACD-2B33D33D596C}" destId="{8C6CACCB-028C-4823-9F7F-DC1D1D1F9C4E}" srcOrd="2" destOrd="0" presId="urn:microsoft.com/office/officeart/2018/2/layout/IconVerticalSolidList"/>
    <dgm:cxn modelId="{BA31F3BE-1D4C-4967-8EA7-9BA877E96033}" type="presParOf" srcId="{ED237C99-620E-4AAC-8ACD-2B33D33D596C}" destId="{A3760F19-C2BF-401F-A507-4B395AF543A1}" srcOrd="3" destOrd="0" presId="urn:microsoft.com/office/officeart/2018/2/layout/IconVerticalSolidList"/>
    <dgm:cxn modelId="{F55AB283-C2C2-4BDB-ADF6-F3A52DE167A3}" type="presParOf" srcId="{787F5910-4BF5-4391-978B-7C0F213AC857}" destId="{9588631D-AF77-4EC6-B3EF-E609389D2666}" srcOrd="1" destOrd="0" presId="urn:microsoft.com/office/officeart/2018/2/layout/IconVerticalSolidList"/>
    <dgm:cxn modelId="{D51A2108-EA27-4E71-A3FC-FDAE538099EA}" type="presParOf" srcId="{787F5910-4BF5-4391-978B-7C0F213AC857}" destId="{D4A17C94-9A88-494E-BF47-975C73398A36}" srcOrd="2" destOrd="0" presId="urn:microsoft.com/office/officeart/2018/2/layout/IconVerticalSolidList"/>
    <dgm:cxn modelId="{39230921-F61A-4ADD-ACEA-860A727CF7ED}" type="presParOf" srcId="{D4A17C94-9A88-494E-BF47-975C73398A36}" destId="{A3072BC4-9010-4881-8947-A6DD44436E61}" srcOrd="0" destOrd="0" presId="urn:microsoft.com/office/officeart/2018/2/layout/IconVerticalSolidList"/>
    <dgm:cxn modelId="{0FE7469B-E2A3-4E3F-A0CB-E0F88CCFFDD6}" type="presParOf" srcId="{D4A17C94-9A88-494E-BF47-975C73398A36}" destId="{6AD5AB6B-75F2-4CF8-863D-4594D4DC1052}" srcOrd="1" destOrd="0" presId="urn:microsoft.com/office/officeart/2018/2/layout/IconVerticalSolidList"/>
    <dgm:cxn modelId="{1BEB612C-FA3E-4514-B4AF-1881EACD60D7}" type="presParOf" srcId="{D4A17C94-9A88-494E-BF47-975C73398A36}" destId="{1F94B04A-6E71-4558-A96E-7FD56E992516}" srcOrd="2" destOrd="0" presId="urn:microsoft.com/office/officeart/2018/2/layout/IconVerticalSolidList"/>
    <dgm:cxn modelId="{0C8DFDCC-84B5-4868-85AD-51585696A34E}" type="presParOf" srcId="{D4A17C94-9A88-494E-BF47-975C73398A36}" destId="{C55F97EE-3185-4D2F-ADD4-9957864170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381F03-A142-4F71-9DBF-C581DDE0707A}">
      <dsp:nvSpPr>
        <dsp:cNvPr id="0" name=""/>
        <dsp:cNvSpPr/>
      </dsp:nvSpPr>
      <dsp:spPr>
        <a:xfrm>
          <a:off x="0" y="800734"/>
          <a:ext cx="5607050" cy="1478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3894CCC-B6C8-4B51-9D00-298C74F6D6B7}">
      <dsp:nvSpPr>
        <dsp:cNvPr id="0" name=""/>
        <dsp:cNvSpPr/>
      </dsp:nvSpPr>
      <dsp:spPr>
        <a:xfrm>
          <a:off x="447179" y="1133347"/>
          <a:ext cx="813054" cy="8130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3760F19-C2BF-401F-A507-4B395AF543A1}">
      <dsp:nvSpPr>
        <dsp:cNvPr id="0" name=""/>
        <dsp:cNvSpPr/>
      </dsp:nvSpPr>
      <dsp:spPr>
        <a:xfrm>
          <a:off x="1707413" y="800734"/>
          <a:ext cx="3899636" cy="1478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51" tIns="156451" rIns="156451" bIns="15645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kern="1200"/>
            <a:t>Mass measures resistance to a change in linear velocity.</a:t>
          </a:r>
          <a:endParaRPr lang="en-US" sz="2300" kern="1200"/>
        </a:p>
      </dsp:txBody>
      <dsp:txXfrm>
        <a:off x="1707413" y="800734"/>
        <a:ext cx="3899636" cy="1478280"/>
      </dsp:txXfrm>
    </dsp:sp>
    <dsp:sp modelId="{A3072BC4-9010-4881-8947-A6DD44436E61}">
      <dsp:nvSpPr>
        <dsp:cNvPr id="0" name=""/>
        <dsp:cNvSpPr/>
      </dsp:nvSpPr>
      <dsp:spPr>
        <a:xfrm>
          <a:off x="0" y="2648585"/>
          <a:ext cx="5607050" cy="1478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AD5AB6B-75F2-4CF8-863D-4594D4DC1052}">
      <dsp:nvSpPr>
        <dsp:cNvPr id="0" name=""/>
        <dsp:cNvSpPr/>
      </dsp:nvSpPr>
      <dsp:spPr>
        <a:xfrm>
          <a:off x="447179" y="2981198"/>
          <a:ext cx="813054" cy="8130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5F97EE-3185-4D2F-ADD4-99578641701E}">
      <dsp:nvSpPr>
        <dsp:cNvPr id="0" name=""/>
        <dsp:cNvSpPr/>
      </dsp:nvSpPr>
      <dsp:spPr>
        <a:xfrm>
          <a:off x="1707413" y="2648585"/>
          <a:ext cx="3899636" cy="1478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51" tIns="156451" rIns="156451" bIns="15645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300" b="1" kern="1200"/>
            <a:t>Rotational Inertia measures resistance to a change in angular velocity.</a:t>
          </a:r>
          <a:endParaRPr lang="en-US" sz="2300" kern="1200"/>
        </a:p>
      </dsp:txBody>
      <dsp:txXfrm>
        <a:off x="1707413" y="2648585"/>
        <a:ext cx="3899636" cy="1478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8115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24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91496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3282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06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8184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684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CA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7787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CA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8431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663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7066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F53BA36-3631-4283-B846-10355922F76B}" type="datetimeFigureOut">
              <a:rPr lang="en-CA" smtClean="0"/>
              <a:t>2019-01-31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C2057B2-F3E0-4821-9B97-B5C16B103DF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2243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en.wikipedia.org/wiki/List_of_moments_of_inertia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List_of_moments_of_inertia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8D508C-A317-451C-AB61-8A699E35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1406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2C3A2-674B-4443-8A1B-C0FEC7EDD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567226"/>
            <a:ext cx="8991600" cy="1723549"/>
          </a:xfrm>
        </p:spPr>
        <p:txBody>
          <a:bodyPr>
            <a:normAutofit/>
          </a:bodyPr>
          <a:lstStyle/>
          <a:p>
            <a:r>
              <a:rPr lang="en-CA" sz="4000" dirty="0"/>
              <a:t>Rotational </a:t>
            </a:r>
            <a:r>
              <a:rPr lang="en-CA" sz="4000"/>
              <a:t>InertiA</a:t>
            </a:r>
            <a:endParaRPr lang="en-CA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528E1C-6AF1-43BD-825A-579961598D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9219" y="5583044"/>
            <a:ext cx="3995955" cy="653164"/>
          </a:xfrm>
        </p:spPr>
        <p:txBody>
          <a:bodyPr>
            <a:normAutofit/>
          </a:bodyPr>
          <a:lstStyle/>
          <a:p>
            <a:pPr algn="r"/>
            <a:r>
              <a:rPr lang="en-CA">
                <a:solidFill>
                  <a:srgbClr val="FFFFFF"/>
                </a:solidFill>
              </a:rPr>
              <a:t>GAME 256</a:t>
            </a:r>
          </a:p>
        </p:txBody>
      </p:sp>
    </p:spTree>
    <p:extLst>
      <p:ext uri="{BB962C8B-B14F-4D97-AF65-F5344CB8AC3E}">
        <p14:creationId xmlns:p14="http://schemas.microsoft.com/office/powerpoint/2010/main" val="2976012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9B4A5-8698-4920-9DAE-D2C11D541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CA">
                <a:solidFill>
                  <a:schemeClr val="bg1"/>
                </a:solidFill>
              </a:rPr>
              <a:t>Rotational Inertia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8B662B-E300-407E-89AD-B41C134E32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207783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4216998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C85E-1AB3-4B0C-8F5F-5D5859AE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669557"/>
            <a:ext cx="8991600" cy="1080296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800"/>
              <a:t>Review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5D5D54-E8F5-40F7-82D0-7522E9EBBF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95194" y="4840224"/>
                <a:ext cx="6801612" cy="1239894"/>
              </a:xfrm>
            </p:spPr>
            <p:txBody>
              <a:bodyPr vert="horz" lIns="91440" tIns="45720" rIns="91440" bIns="45720" rtlCol="0"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CA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000" b="1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i="1" dirty="0">
                    <a:solidFill>
                      <a:schemeClr val="tx1"/>
                    </a:solidFill>
                  </a:rPr>
                  <a:t>= </a:t>
                </a:r>
                <a:r>
                  <a:rPr lang="en-US" sz="2000" dirty="0">
                    <a:solidFill>
                      <a:schemeClr val="tx1"/>
                    </a:solidFill>
                  </a:rPr>
                  <a:t>rotational inertia</a:t>
                </a:r>
                <a:endParaRPr lang="en-US" sz="2000" b="1" dirty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We used rotational inertia </a:t>
                </a:r>
                <a14:m>
                  <m:oMath xmlns:m="http://schemas.openxmlformats.org/officeDocument/2006/math">
                    <m:r>
                      <a:rPr lang="en-CA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in 2D last year.</a:t>
                </a: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chemeClr val="tx1"/>
                    </a:solidFill>
                  </a:rPr>
                  <a:t>It was represented as a vector.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5D5D54-E8F5-40F7-82D0-7522E9EBBF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95194" y="4840224"/>
                <a:ext cx="6801612" cy="1239894"/>
              </a:xfrm>
              <a:blipFill>
                <a:blip r:embed="rId2"/>
                <a:stretch>
                  <a:fillRect t="-4926" b="-344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6689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08BAF3-E5E9-4D9A-9CA6-CBD0A6447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BE1630-2DA4-4597-927C-4EAAFEE0D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E0CA99-DC12-4752-9F9E-94F565EE3C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21256" y="652347"/>
                <a:ext cx="3701710" cy="5553307"/>
              </a:xfrm>
            </p:spPr>
            <p:txBody>
              <a:bodyPr anchor="ctr">
                <a:normAutofit/>
              </a:bodyPr>
              <a:lstStyle/>
              <a:p>
                <a:r>
                  <a:rPr lang="en-CA" dirty="0">
                    <a:solidFill>
                      <a:schemeClr val="tx1"/>
                    </a:solidFill>
                  </a:rPr>
                  <a:t>1D: </a:t>
                </a:r>
                <a14:m>
                  <m:oMath xmlns:m="http://schemas.openxmlformats.org/officeDocument/2006/math"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is a scalar.</a:t>
                </a:r>
              </a:p>
              <a:p>
                <a:r>
                  <a:rPr lang="en-CA" dirty="0">
                    <a:solidFill>
                      <a:schemeClr val="tx1"/>
                    </a:solidFill>
                  </a:rPr>
                  <a:t>2D: </a:t>
                </a:r>
                <a14:m>
                  <m:oMath xmlns:m="http://schemas.openxmlformats.org/officeDocument/2006/math"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is a vector.</a:t>
                </a:r>
              </a:p>
              <a:p>
                <a:r>
                  <a:rPr lang="en-CA" dirty="0">
                    <a:solidFill>
                      <a:schemeClr val="tx1"/>
                    </a:solidFill>
                  </a:rPr>
                  <a:t>3D: </a:t>
                </a:r>
                <a14:m>
                  <m:oMath xmlns:m="http://schemas.openxmlformats.org/officeDocument/2006/math">
                    <m:r>
                      <a:rPr lang="en-CA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is a 3x3 matrix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E0CA99-DC12-4752-9F9E-94F565EE3C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21256" y="652347"/>
                <a:ext cx="3701710" cy="5553307"/>
              </a:xfrm>
              <a:blipFill>
                <a:blip r:embed="rId2"/>
                <a:stretch>
                  <a:fillRect l="-98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11D4A801-B08B-4DED-B983-8DC144138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432" y="0"/>
            <a:ext cx="609956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D58DD-8A57-4094-B326-126B72A3C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092" y="2625704"/>
            <a:ext cx="3701710" cy="1606594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CA" sz="3200">
                <a:solidFill>
                  <a:srgbClr val="404040"/>
                </a:solidFill>
              </a:rPr>
              <a:t>Inertia Tensor</a:t>
            </a:r>
          </a:p>
        </p:txBody>
      </p:sp>
    </p:spTree>
    <p:extLst>
      <p:ext uri="{BB962C8B-B14F-4D97-AF65-F5344CB8AC3E}">
        <p14:creationId xmlns:p14="http://schemas.microsoft.com/office/powerpoint/2010/main" val="236655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780C-3D7E-42C7-8B5A-1B88000AE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CA" sz="2400">
                <a:solidFill>
                  <a:schemeClr val="tx1"/>
                </a:solidFill>
              </a:rPr>
              <a:t>Deriving Inertia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327AB-2F89-420E-A867-7D872DD08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</p:spPr>
            <p:txBody>
              <a:bodyPr anchor="ctr">
                <a:norm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To derive inertia we need to go back. </a:t>
                </a:r>
                <a:r>
                  <a:rPr lang="en-CA" dirty="0">
                    <a:solidFill>
                      <a:schemeClr val="tx1">
                        <a:lumMod val="75000"/>
                      </a:schemeClr>
                    </a:solidFill>
                  </a:rPr>
                  <a:t>to the future</a:t>
                </a:r>
              </a:p>
              <a:p>
                <a:pPr/>
                <a:r>
                  <a:rPr lang="en-CA" b="0" dirty="0">
                    <a:solidFill>
                      <a:schemeClr val="bg1"/>
                    </a:solidFill>
                  </a:rPr>
                  <a:t>Angular Momentum: </a:t>
                </a:r>
                <a14:m>
                  <m:oMath xmlns:m="http://schemas.openxmlformats.org/officeDocument/2006/math"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CA" i="1" dirty="0">
                  <a:solidFill>
                    <a:schemeClr val="bg1"/>
                  </a:solidFill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</a:rPr>
                  <a:t>Formally: </a:t>
                </a:r>
                <a14:m>
                  <m:oMath xmlns:m="http://schemas.openxmlformats.org/officeDocument/2006/math"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</a:rPr>
                  <a:t>Where: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is the distance to the axis of rotation</a:t>
                </a:r>
              </a:p>
              <a:p>
                <a:r>
                  <a:rPr lang="en-CA" dirty="0">
                    <a:solidFill>
                      <a:schemeClr val="bg1"/>
                    </a:solidFill>
                  </a:rPr>
                  <a:t>And: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𝑚𝑣</m:t>
                    </m:r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is the linear momentum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3327AB-2F89-420E-A867-7D872DD08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  <a:blipFill>
                <a:blip r:embed="rId2"/>
                <a:stretch>
                  <a:fillRect l="-6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508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29C1D-E61C-4145-B199-F4408D65A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CA" sz="2400">
                <a:solidFill>
                  <a:schemeClr val="tx1"/>
                </a:solidFill>
              </a:rPr>
              <a:t>Deriving Inertia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452E20-629A-4E54-AAE6-521AEC1B63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</p:spPr>
            <p:txBody>
              <a:bodyPr anchor="ctr">
                <a:norm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𝑣𝑑𝑚</m:t>
                        </m:r>
                      </m:e>
                    </m:nary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r>
                  <a:rPr lang="en-CA" b="0" dirty="0">
                    <a:solidFill>
                      <a:schemeClr val="bg1"/>
                    </a:solidFill>
                  </a:rPr>
                  <a:t>Now use: </a:t>
                </a:r>
                <a14:m>
                  <m:oMath xmlns:m="http://schemas.openxmlformats.org/officeDocument/2006/math"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</a:rPr>
                  <a:t>To find: </a:t>
                </a:r>
                <a14:m>
                  <m:oMath xmlns:m="http://schemas.openxmlformats.org/officeDocument/2006/math"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=∫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</a:rPr>
                  <a:t>Consider: </a:t>
                </a:r>
                <a14:m>
                  <m:oMath xmlns:m="http://schemas.openxmlformats.org/officeDocument/2006/math"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And: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CA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CA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CA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CA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452E20-629A-4E54-AAE6-521AEC1B6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  <a:blipFill>
                <a:blip r:embed="rId2"/>
                <a:stretch>
                  <a:fillRect l="-6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583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4315-A7D1-4FDC-ADA0-E7F704C82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CA" sz="2400">
                <a:solidFill>
                  <a:schemeClr val="tx1"/>
                </a:solidFill>
              </a:rPr>
              <a:t>Deriving Inertia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42F4D3-1299-493E-8516-D18088292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</p:spPr>
            <p:txBody>
              <a:bodyPr anchor="ctr">
                <a:norm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=∫</m:t>
                    </m:r>
                    <m:d>
                      <m:dPr>
                        <m:begChr m:val="["/>
                        <m:endChr m:val="]"/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CA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d>
                                          <m:dPr>
                                            <m:ctrlP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𝑧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CA" b="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CA" b="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𝑥𝑦</m:t>
                                        </m:r>
                                        <m:sSub>
                                          <m:sSubPr>
                                            <m:ctrlP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CA" b="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CA" b="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𝑥𝑧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CA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CA" b="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CA" b="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𝑦𝑥</m:t>
                                        </m:r>
                                        <m:sSub>
                                          <m:sSubPr>
                                            <m:ctrlP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d>
                                          <m:dPr>
                                            <m:ctrlP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𝑧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CA" b="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CA" b="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𝑦𝑧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b="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CA" b="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𝑧𝑥</m:t>
                                            </m:r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CA" b="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CA" b="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𝑧𝑦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d>
                                          <m:dPr>
                                            <m:ctrlP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</a:rPr>
                  <a:t>Simplify with: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𝑧𝑧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𝑥𝑧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𝑥𝑧</m:t>
                        </m:r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𝑦𝑧</m:t>
                        </m:r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42F4D3-1299-493E-8516-D18088292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  <a:blipFill>
                <a:blip r:embed="rId2"/>
                <a:stretch>
                  <a:fillRect l="-6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662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F214-0DAA-4185-A1F1-8F0A90A15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CA" sz="2400">
                <a:solidFill>
                  <a:schemeClr val="tx1"/>
                </a:solidFill>
              </a:rPr>
              <a:t>Deriving Inertia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D7EFE-D6CE-4B90-9E6B-3DB7F5677F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</p:spPr>
            <p:txBody>
              <a:bodyPr anchor="ctr">
                <a:norm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CA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=∫</m:t>
                    </m:r>
                    <m:d>
                      <m:dPr>
                        <m:begChr m:val="["/>
                        <m:endChr m:val="]"/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CA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𝑥𝑥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CA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CA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CA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CA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𝑦𝑦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CA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𝑦𝑧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e>
                          </m:mr>
                          <m:m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3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CA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CA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CA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𝐼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CA" b="0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𝑧</m:t>
                                                </m:r>
                                                <m:r>
                                                  <a:rPr lang="en-CA" i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r>
                                          <a:rPr lang="en-CA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𝑧𝑦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CA" b="0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𝑧𝑧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CA" i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</a:rPr>
                  <a:t>Now introduce the Inertia Tensor: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CA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CA" b="0" i="1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𝑥𝑥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CA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𝑥𝑦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CA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𝑥𝑧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CA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𝑥𝑦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𝑦𝑦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CA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𝑦𝑧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CA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3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CA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𝑥𝑧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CA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𝑦𝑧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CA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CA" b="0" i="1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𝑧𝑧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</a:rPr>
                  <a:t>Which yields:</a:t>
                </a:r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CA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CA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endParaRPr lang="en-CA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D7EFE-D6CE-4B90-9E6B-3DB7F5677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  <a:blipFill>
                <a:blip r:embed="rId2"/>
                <a:stretch>
                  <a:fillRect l="-6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24076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04315-A7D1-4FDC-ADA0-E7F704C82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CA" sz="2400">
                <a:solidFill>
                  <a:schemeClr val="tx1"/>
                </a:solidFill>
              </a:rPr>
              <a:t>Deriving Inertia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42F4D3-1299-493E-8516-D180882926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𝑧𝑧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CA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𝑥𝑦</m:t>
                        </m:r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𝑥𝑧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𝑥𝑧</m:t>
                        </m:r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𝑦𝑧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∫</m:t>
                    </m:r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𝑦𝑧</m:t>
                        </m:r>
                      </m:e>
                    </m:d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𝑑𝑚</m:t>
                    </m:r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𝑧𝑧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are the rotational inertia terms about the three axis.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CA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𝑥𝑧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chemeClr val="bg1"/>
                    </a:solidFill>
                  </a:rPr>
                  <a:t> are the products of inertia, and are usually zero for simple shapes.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42F4D3-1299-493E-8516-D180882926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  <a:blipFill>
                <a:blip r:embed="rId2"/>
                <a:stretch>
                  <a:fillRect l="-676" r="-180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81708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B0074-B462-41F9-93DF-8457AEF25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274320" tIns="182880" rIns="274320" bIns="182880" rtlCol="0" anchorCtr="1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Moment of Inertia Tensors</a:t>
            </a:r>
          </a:p>
        </p:txBody>
      </p:sp>
      <p:sp>
        <p:nvSpPr>
          <p:cNvPr id="1052" name="Content Placeholder 1051">
            <a:extLst>
              <a:ext uri="{FF2B5EF4-FFF2-40B4-BE49-F238E27FC236}">
                <a16:creationId xmlns:a16="http://schemas.microsoft.com/office/drawing/2014/main" id="{A75942CF-1B8B-482A-89F5-A8DD89C62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https://en.wikipedia.org/wiki/List_of_moments_of_inertia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50" name="Content Placeholder 2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CC2D0B50-8249-4274-BE5E-CC2B35DE8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489" y="1390650"/>
            <a:ext cx="7319318" cy="391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1474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BB0074-B462-41F9-93DF-8457AEF25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274320" tIns="182880" rIns="274320" bIns="182880" rtlCol="0" anchorCtr="1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Moment of Inertia Tensors</a:t>
            </a:r>
          </a:p>
        </p:txBody>
      </p:sp>
      <p:sp>
        <p:nvSpPr>
          <p:cNvPr id="1052" name="Content Placeholder 1051">
            <a:extLst>
              <a:ext uri="{FF2B5EF4-FFF2-40B4-BE49-F238E27FC236}">
                <a16:creationId xmlns:a16="http://schemas.microsoft.com/office/drawing/2014/main" id="{A75942CF-1B8B-482A-89F5-A8DD89C62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Source: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https://en.wikipedia.org/wiki/List_of_moments_of_inertia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50" name="Content Placeholder 24">
            <a:extLst>
              <a:ext uri="{FF2B5EF4-FFF2-40B4-BE49-F238E27FC236}">
                <a16:creationId xmlns:a16="http://schemas.microsoft.com/office/drawing/2014/main" id="{CC2D0B50-8249-4274-BE5E-CC2B35DE8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90" y="952500"/>
            <a:ext cx="7266716" cy="479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4458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08BAF3-E5E9-4D9A-9CA6-CBD0A6447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BE1630-2DA4-4597-927C-4EAAFEE0D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BC108-25C7-4A13-8F33-BA8BCE45D3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21256" y="652347"/>
                <a:ext cx="3701710" cy="5553307"/>
              </a:xfrm>
            </p:spPr>
            <p:txBody>
              <a:bodyPr anchor="ctr">
                <a:normAutofit/>
              </a:bodyPr>
              <a:lstStyle/>
              <a:p>
                <a:r>
                  <a:rPr lang="en-CA" dirty="0">
                    <a:solidFill>
                      <a:schemeClr val="tx1"/>
                    </a:solidFill>
                  </a:rPr>
                  <a:t>To update rotational velocity use: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CA" dirty="0">
                  <a:solidFill>
                    <a:schemeClr val="tx1"/>
                  </a:solidFill>
                </a:endParaRPr>
              </a:p>
              <a:p>
                <a:r>
                  <a:rPr lang="en-CA" dirty="0">
                    <a:solidFill>
                      <a:schemeClr val="tx1"/>
                    </a:solidFill>
                  </a:rPr>
                  <a:t>Where: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is rotational acceleration</a:t>
                </a:r>
              </a:p>
              <a:p>
                <a:r>
                  <a:rPr lang="en-CA" dirty="0">
                    <a:solidFill>
                      <a:schemeClr val="tx1"/>
                    </a:solidFill>
                  </a:rPr>
                  <a:t>And: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is the timestep</a:t>
                </a:r>
              </a:p>
              <a:p>
                <a:r>
                  <a:rPr lang="en-CA" dirty="0">
                    <a:solidFill>
                      <a:schemeClr val="tx1"/>
                    </a:solidFill>
                  </a:rPr>
                  <a:t>Find </a:t>
                </a:r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using torque: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endParaRPr lang="en-CA" dirty="0">
                  <a:solidFill>
                    <a:schemeClr val="tx1"/>
                  </a:solidFill>
                </a:endParaRPr>
              </a:p>
              <a:p>
                <a:r>
                  <a:rPr lang="en-CA" dirty="0">
                    <a:solidFill>
                      <a:schemeClr val="tx1"/>
                    </a:solidFill>
                  </a:rPr>
                  <a:t>Therefore:</a:t>
                </a: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endParaRPr lang="en-CA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8BC108-25C7-4A13-8F33-BA8BCE45D3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21256" y="652347"/>
                <a:ext cx="3701710" cy="5553307"/>
              </a:xfrm>
              <a:blipFill>
                <a:blip r:embed="rId2"/>
                <a:stretch>
                  <a:fillRect l="-988" r="-65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11D4A801-B08B-4DED-B983-8DC144138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432" y="0"/>
            <a:ext cx="609956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18FEAD-2EEF-448D-A773-1C96592CC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092" y="2625704"/>
            <a:ext cx="3701710" cy="1606594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CA" sz="3200">
                <a:solidFill>
                  <a:srgbClr val="404040"/>
                </a:solidFill>
              </a:rPr>
              <a:t>Rotation</a:t>
            </a:r>
          </a:p>
        </p:txBody>
      </p:sp>
    </p:spTree>
    <p:extLst>
      <p:ext uri="{BB962C8B-B14F-4D97-AF65-F5344CB8AC3E}">
        <p14:creationId xmlns:p14="http://schemas.microsoft.com/office/powerpoint/2010/main" val="453154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4">
            <a:extLst>
              <a:ext uri="{FF2B5EF4-FFF2-40B4-BE49-F238E27FC236}">
                <a16:creationId xmlns:a16="http://schemas.microsoft.com/office/drawing/2014/main" id="{0908BAF3-E5E9-4D9A-9CA6-CBD0A6447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16">
            <a:extLst>
              <a:ext uri="{FF2B5EF4-FFF2-40B4-BE49-F238E27FC236}">
                <a16:creationId xmlns:a16="http://schemas.microsoft.com/office/drawing/2014/main" id="{88BE1630-2DA4-4597-927C-4EAAFEE0D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88534D-BAC1-4CE7-919A-83D1F10DF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21256" y="652347"/>
                <a:ext cx="3701710" cy="5553307"/>
              </a:xfrm>
            </p:spPr>
            <p:txBody>
              <a:bodyPr anchor="ctr"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CA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>
                    <a:solidFill>
                      <a:schemeClr val="tx1"/>
                    </a:solidFill>
                  </a:rPr>
                  <a:t> requires the inertia tensor be in world space.</a:t>
                </a:r>
              </a:p>
              <a:p>
                <a:r>
                  <a:rPr lang="en-CA">
                    <a:solidFill>
                      <a:schemeClr val="tx1"/>
                    </a:solidFill>
                  </a:rPr>
                  <a:t>The inertia tensor we have made is in object space.</a:t>
                </a:r>
              </a:p>
              <a:p>
                <a:pPr marL="0" indent="0">
                  <a:buNone/>
                </a:pPr>
                <a:endParaRPr lang="en-CA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88534D-BAC1-4CE7-919A-83D1F10DF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21256" y="652347"/>
                <a:ext cx="3701710" cy="5553307"/>
              </a:xfrm>
              <a:blipFill>
                <a:blip r:embed="rId2"/>
                <a:stretch>
                  <a:fillRect l="-988" r="-230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18">
            <a:extLst>
              <a:ext uri="{FF2B5EF4-FFF2-40B4-BE49-F238E27FC236}">
                <a16:creationId xmlns:a16="http://schemas.microsoft.com/office/drawing/2014/main" id="{11D4A801-B08B-4DED-B983-8DC144138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432" y="0"/>
            <a:ext cx="609956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6041F4-FEC6-4E7F-B739-4C8FF9CB5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092" y="2625704"/>
            <a:ext cx="3701710" cy="1606594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CA" sz="3200">
                <a:solidFill>
                  <a:srgbClr val="404040"/>
                </a:solidFill>
              </a:rPr>
              <a:t>BUT…</a:t>
            </a:r>
          </a:p>
        </p:txBody>
      </p:sp>
    </p:spTree>
    <p:extLst>
      <p:ext uri="{BB962C8B-B14F-4D97-AF65-F5344CB8AC3E}">
        <p14:creationId xmlns:p14="http://schemas.microsoft.com/office/powerpoint/2010/main" val="20104711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08BAF3-E5E9-4D9A-9CA6-CBD0A6447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8BE1630-2DA4-4597-927C-4EAAFEE0D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0708D-CC23-4202-94E6-B93C98CC3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21256" y="652347"/>
                <a:ext cx="3701710" cy="5553307"/>
              </a:xfrm>
            </p:spPr>
            <p:txBody>
              <a:bodyPr anchor="ctr">
                <a:norm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p>
                      <m:sSupPr>
                        <m:ctrlP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CA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CA" b="0" dirty="0">
                  <a:solidFill>
                    <a:schemeClr val="tx1"/>
                  </a:solidFill>
                </a:endParaRPr>
              </a:p>
              <a:p>
                <a:r>
                  <a:rPr lang="en-CA" dirty="0">
                    <a:solidFill>
                      <a:schemeClr val="tx1"/>
                    </a:solidFill>
                  </a:rPr>
                  <a:t>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is the inertia in world space.</a:t>
                </a:r>
              </a:p>
              <a:p>
                <a:r>
                  <a:rPr lang="en-CA" dirty="0">
                    <a:solidFill>
                      <a:schemeClr val="tx1"/>
                    </a:solidFill>
                  </a:rPr>
                  <a:t>And: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CA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is the inertia in object space.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0708D-CC23-4202-94E6-B93C98CC3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21256" y="652347"/>
                <a:ext cx="3701710" cy="5553307"/>
              </a:xfrm>
              <a:blipFill>
                <a:blip r:embed="rId2"/>
                <a:stretch>
                  <a:fillRect l="-98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11D4A801-B08B-4DED-B983-8DC144138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432" y="0"/>
            <a:ext cx="609956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FDB90-0990-4662-9C91-638CD7C48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0092" y="2625704"/>
            <a:ext cx="3701710" cy="1606594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>
            <a:normAutofit/>
          </a:bodyPr>
          <a:lstStyle/>
          <a:p>
            <a:r>
              <a:rPr lang="en-CA" sz="3000">
                <a:solidFill>
                  <a:srgbClr val="404040"/>
                </a:solidFill>
              </a:rPr>
              <a:t>Object To World Tensor</a:t>
            </a:r>
          </a:p>
        </p:txBody>
      </p:sp>
    </p:spTree>
    <p:extLst>
      <p:ext uri="{BB962C8B-B14F-4D97-AF65-F5344CB8AC3E}">
        <p14:creationId xmlns:p14="http://schemas.microsoft.com/office/powerpoint/2010/main" val="314918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6B4E-EC43-49C3-B30C-756B632E9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CA" sz="2400">
                <a:solidFill>
                  <a:schemeClr val="tx1"/>
                </a:solidFill>
              </a:rPr>
              <a:t>Rotating Around 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152BA-518B-486D-92BE-D19A140493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</p:spPr>
            <p:txBody>
              <a:bodyPr anchor="ctr">
                <a:normAutofit/>
              </a:bodyPr>
              <a:lstStyle/>
              <a:p>
                <a:r>
                  <a:rPr lang="en-CA">
                    <a:solidFill>
                      <a:schemeClr val="bg1"/>
                    </a:solidFill>
                  </a:rPr>
                  <a:t>2D: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>
                  <a:solidFill>
                    <a:schemeClr val="bg1"/>
                  </a:solidFill>
                </a:endParaRPr>
              </a:p>
              <a:p>
                <a:r>
                  <a:rPr lang="en-CA">
                    <a:solidFill>
                      <a:schemeClr val="bg1"/>
                    </a:solidFill>
                  </a:rPr>
                  <a:t>3D: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152BA-518B-486D-92BE-D19A140493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  <a:blipFill>
                <a:blip r:embed="rId2"/>
                <a:stretch>
                  <a:fillRect l="-6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3267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6B4E-EC43-49C3-B30C-756B632E9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tx1"/>
                </a:solidFill>
              </a:rPr>
              <a:t>Rotating Around 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152BA-518B-486D-92BE-D19A140493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</p:spPr>
            <p:txBody>
              <a:bodyPr anchor="ctr">
                <a:norm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2D: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</a:rPr>
                  <a:t>3D: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152BA-518B-486D-92BE-D19A140493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  <a:blipFill>
                <a:blip r:embed="rId2"/>
                <a:stretch>
                  <a:fillRect l="-6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3802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6B4E-EC43-49C3-B30C-756B632E9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tx1"/>
                </a:solidFill>
              </a:rPr>
              <a:t>Rotating Around 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152BA-518B-486D-92BE-D19A140493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</p:spPr>
            <p:txBody>
              <a:bodyPr anchor="ctr">
                <a:normAutofit/>
              </a:bodyPr>
              <a:lstStyle/>
              <a:p>
                <a:r>
                  <a:rPr lang="en-CA" dirty="0">
                    <a:solidFill>
                      <a:schemeClr val="bg1"/>
                    </a:solidFill>
                  </a:rPr>
                  <a:t>2D: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  <a:p>
                <a:r>
                  <a:rPr lang="en-CA" dirty="0">
                    <a:solidFill>
                      <a:schemeClr val="bg1"/>
                    </a:solidFill>
                  </a:rPr>
                  <a:t>3D: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CA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lang="en-CA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CA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CA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152BA-518B-486D-92BE-D19A140493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9182" y="802638"/>
                <a:ext cx="5408696" cy="5252722"/>
              </a:xfrm>
              <a:blipFill>
                <a:blip r:embed="rId2"/>
                <a:stretch>
                  <a:fillRect l="-676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394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471</Words>
  <Application>Microsoft Office PowerPoint</Application>
  <PresentationFormat>Widescreen</PresentationFormat>
  <Paragraphs>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Gill Sans MT</vt:lpstr>
      <vt:lpstr>Parcel</vt:lpstr>
      <vt:lpstr>Rotational InertiA</vt:lpstr>
      <vt:lpstr>Rotational Inertia</vt:lpstr>
      <vt:lpstr>Review</vt:lpstr>
      <vt:lpstr>Inertia Tensor</vt:lpstr>
      <vt:lpstr>Deriving Inertia</vt:lpstr>
      <vt:lpstr>Deriving Inertia</vt:lpstr>
      <vt:lpstr>Deriving Inertia</vt:lpstr>
      <vt:lpstr>Deriving Inertia</vt:lpstr>
      <vt:lpstr>Deriving Inertia</vt:lpstr>
      <vt:lpstr>Moment of Inertia Tensors</vt:lpstr>
      <vt:lpstr>Moment of Inertia Tensors</vt:lpstr>
      <vt:lpstr>Rotation</vt:lpstr>
      <vt:lpstr>BUT…</vt:lpstr>
      <vt:lpstr>Object To World Tensor</vt:lpstr>
      <vt:lpstr>Rotating Around X</vt:lpstr>
      <vt:lpstr>Rotating Around Y</vt:lpstr>
      <vt:lpstr>Rotating Around 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Rotational InertiA</dc:title>
  <dc:creator>Aidan Dearing</dc:creator>
  <cp:lastModifiedBy>Aidan Dearing</cp:lastModifiedBy>
  <cp:revision>1</cp:revision>
  <dcterms:created xsi:type="dcterms:W3CDTF">2019-01-31T20:45:10Z</dcterms:created>
  <dcterms:modified xsi:type="dcterms:W3CDTF">2019-01-31T20:55:45Z</dcterms:modified>
</cp:coreProperties>
</file>