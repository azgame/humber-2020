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dan Dearing" userId="549f97a1b1354368" providerId="LiveId" clId="{41DED1B3-58AE-4217-B52B-F7BC236576B1}"/>
    <pc:docChg chg="modSld">
      <pc:chgData name="Aidan Dearing" userId="549f97a1b1354368" providerId="LiveId" clId="{41DED1B3-58AE-4217-B52B-F7BC236576B1}" dt="2020-04-03T17:44:38.946" v="0" actId="20577"/>
      <pc:docMkLst>
        <pc:docMk/>
      </pc:docMkLst>
      <pc:sldChg chg="modSp">
        <pc:chgData name="Aidan Dearing" userId="549f97a1b1354368" providerId="LiveId" clId="{41DED1B3-58AE-4217-B52B-F7BC236576B1}" dt="2020-04-03T17:44:38.946" v="0" actId="20577"/>
        <pc:sldMkLst>
          <pc:docMk/>
          <pc:sldMk cId="3879671478" sldId="282"/>
        </pc:sldMkLst>
        <pc:spChg chg="mod">
          <ac:chgData name="Aidan Dearing" userId="549f97a1b1354368" providerId="LiveId" clId="{41DED1B3-58AE-4217-B52B-F7BC236576B1}" dt="2020-04-03T17:44:38.946" v="0" actId="20577"/>
          <ac:spMkLst>
            <pc:docMk/>
            <pc:sldMk cId="3879671478" sldId="282"/>
            <ac:spMk id="3" creationId="{ED691A21-81C4-4957-9FC3-8A1932669E74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1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2" Type="http://schemas.openxmlformats.org/officeDocument/2006/relationships/image" Target="../media/image36.svg"/><Relationship Id="rId1" Type="http://schemas.openxmlformats.org/officeDocument/2006/relationships/image" Target="../media/image3.png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svg"/><Relationship Id="rId1" Type="http://schemas.openxmlformats.org/officeDocument/2006/relationships/image" Target="../media/image61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1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2" Type="http://schemas.openxmlformats.org/officeDocument/2006/relationships/image" Target="../media/image36.svg"/><Relationship Id="rId1" Type="http://schemas.openxmlformats.org/officeDocument/2006/relationships/image" Target="../media/image3.png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svg"/><Relationship Id="rId1" Type="http://schemas.openxmlformats.org/officeDocument/2006/relationships/image" Target="../media/image61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080476-1EAE-42AE-8523-1F63BFC0EE3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49E21A1-7A4B-494D-BC5E-D181584D45E6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Returns every member of the container once</a:t>
          </a:r>
          <a:endParaRPr lang="en-US"/>
        </a:p>
      </dgm:t>
    </dgm:pt>
    <dgm:pt modelId="{0091C099-FDB8-4BCB-BD4C-56CAE4DD9424}" type="parTrans" cxnId="{9212D8FF-EA83-4021-8A21-FF15CC6E3752}">
      <dgm:prSet/>
      <dgm:spPr/>
      <dgm:t>
        <a:bodyPr/>
        <a:lstStyle/>
        <a:p>
          <a:endParaRPr lang="en-US"/>
        </a:p>
      </dgm:t>
    </dgm:pt>
    <dgm:pt modelId="{9D59A199-C90C-4F21-BBFC-5F0E48F3C997}" type="sibTrans" cxnId="{9212D8FF-EA83-4021-8A21-FF15CC6E375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A5016DE-8C58-4F8C-BD5C-F5D84554B26E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Has knowledge of the end of the container</a:t>
          </a:r>
          <a:endParaRPr lang="en-US"/>
        </a:p>
      </dgm:t>
    </dgm:pt>
    <dgm:pt modelId="{04B85941-8C1C-4833-814B-DC38DC0D5D2D}" type="parTrans" cxnId="{384C97C7-59B9-4A43-BC37-AFDCEFBC3315}">
      <dgm:prSet/>
      <dgm:spPr/>
      <dgm:t>
        <a:bodyPr/>
        <a:lstStyle/>
        <a:p>
          <a:endParaRPr lang="en-US"/>
        </a:p>
      </dgm:t>
    </dgm:pt>
    <dgm:pt modelId="{B4E93F74-E16D-4998-92A9-9F1593378F02}" type="sibTrans" cxnId="{384C97C7-59B9-4A43-BC37-AFDCEFBC331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3A79EC1-C591-4E01-8D40-D996883336C1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Visits members in a pre-defined order*</a:t>
          </a:r>
          <a:endParaRPr lang="en-US"/>
        </a:p>
      </dgm:t>
    </dgm:pt>
    <dgm:pt modelId="{08C0F29A-AC13-40ED-9061-F76A7DDF1CC3}" type="parTrans" cxnId="{E36A09FE-2D2A-4E76-88FB-8159A51315BE}">
      <dgm:prSet/>
      <dgm:spPr/>
      <dgm:t>
        <a:bodyPr/>
        <a:lstStyle/>
        <a:p>
          <a:endParaRPr lang="en-US"/>
        </a:p>
      </dgm:t>
    </dgm:pt>
    <dgm:pt modelId="{105A0383-6847-4450-9A02-3F07C219DEDA}" type="sibTrans" cxnId="{E36A09FE-2D2A-4E76-88FB-8159A51315B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5CC67B8-558C-4DD0-99DC-07F58C92D97D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Provides methodology for moving from one member to the next</a:t>
          </a:r>
          <a:endParaRPr lang="en-US"/>
        </a:p>
      </dgm:t>
    </dgm:pt>
    <dgm:pt modelId="{B528C9C4-DDB2-4F4B-BFE4-CE180DADF7EB}" type="parTrans" cxnId="{8C1C0179-9D85-46E9-855A-483C2342DFA5}">
      <dgm:prSet/>
      <dgm:spPr/>
      <dgm:t>
        <a:bodyPr/>
        <a:lstStyle/>
        <a:p>
          <a:endParaRPr lang="en-US"/>
        </a:p>
      </dgm:t>
    </dgm:pt>
    <dgm:pt modelId="{043A68B5-2978-4D31-A36E-A583070E143E}" type="sibTrans" cxnId="{8C1C0179-9D85-46E9-855A-483C2342DFA5}">
      <dgm:prSet/>
      <dgm:spPr/>
      <dgm:t>
        <a:bodyPr/>
        <a:lstStyle/>
        <a:p>
          <a:endParaRPr lang="en-US"/>
        </a:p>
      </dgm:t>
    </dgm:pt>
    <dgm:pt modelId="{97FBE477-E71A-4E37-81A7-4CE16CDF88D0}" type="pres">
      <dgm:prSet presAssocID="{82080476-1EAE-42AE-8523-1F63BFC0EE36}" presName="root" presStyleCnt="0">
        <dgm:presLayoutVars>
          <dgm:dir/>
          <dgm:resizeHandles val="exact"/>
        </dgm:presLayoutVars>
      </dgm:prSet>
      <dgm:spPr/>
    </dgm:pt>
    <dgm:pt modelId="{1C378948-E075-4FA1-84D5-76F02CC7DE4E}" type="pres">
      <dgm:prSet presAssocID="{82080476-1EAE-42AE-8523-1F63BFC0EE36}" presName="container" presStyleCnt="0">
        <dgm:presLayoutVars>
          <dgm:dir/>
          <dgm:resizeHandles val="exact"/>
        </dgm:presLayoutVars>
      </dgm:prSet>
      <dgm:spPr/>
    </dgm:pt>
    <dgm:pt modelId="{7148E172-A5DA-4DF6-B833-DF6D7A3EA13E}" type="pres">
      <dgm:prSet presAssocID="{E49E21A1-7A4B-494D-BC5E-D181584D45E6}" presName="compNode" presStyleCnt="0"/>
      <dgm:spPr/>
    </dgm:pt>
    <dgm:pt modelId="{9D7C7169-BB3A-4B59-A0C0-B314207C3110}" type="pres">
      <dgm:prSet presAssocID="{E49E21A1-7A4B-494D-BC5E-D181584D45E6}" presName="iconBgRect" presStyleLbl="bgShp" presStyleIdx="0" presStyleCnt="4"/>
      <dgm:spPr/>
    </dgm:pt>
    <dgm:pt modelId="{4C859EEF-CBEC-4F7D-A22C-1CA245128DCD}" type="pres">
      <dgm:prSet presAssocID="{E49E21A1-7A4B-494D-BC5E-D181584D45E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0AE62B81-FFFC-4B0B-A32F-F3CA58CF0124}" type="pres">
      <dgm:prSet presAssocID="{E49E21A1-7A4B-494D-BC5E-D181584D45E6}" presName="spaceRect" presStyleCnt="0"/>
      <dgm:spPr/>
    </dgm:pt>
    <dgm:pt modelId="{E6E7A33E-9DFB-4A20-8B0F-DA91E7AF6C0D}" type="pres">
      <dgm:prSet presAssocID="{E49E21A1-7A4B-494D-BC5E-D181584D45E6}" presName="textRect" presStyleLbl="revTx" presStyleIdx="0" presStyleCnt="4">
        <dgm:presLayoutVars>
          <dgm:chMax val="1"/>
          <dgm:chPref val="1"/>
        </dgm:presLayoutVars>
      </dgm:prSet>
      <dgm:spPr/>
    </dgm:pt>
    <dgm:pt modelId="{AE166CED-2658-491A-A8D4-01C70E348A84}" type="pres">
      <dgm:prSet presAssocID="{9D59A199-C90C-4F21-BBFC-5F0E48F3C997}" presName="sibTrans" presStyleLbl="sibTrans2D1" presStyleIdx="0" presStyleCnt="0"/>
      <dgm:spPr/>
    </dgm:pt>
    <dgm:pt modelId="{62C2984E-7E97-4BA5-B1E0-09C7F3C90BD7}" type="pres">
      <dgm:prSet presAssocID="{CA5016DE-8C58-4F8C-BD5C-F5D84554B26E}" presName="compNode" presStyleCnt="0"/>
      <dgm:spPr/>
    </dgm:pt>
    <dgm:pt modelId="{9200DEDB-9083-427D-9F04-F75A1CBBBA4A}" type="pres">
      <dgm:prSet presAssocID="{CA5016DE-8C58-4F8C-BD5C-F5D84554B26E}" presName="iconBgRect" presStyleLbl="bgShp" presStyleIdx="1" presStyleCnt="4"/>
      <dgm:spPr/>
    </dgm:pt>
    <dgm:pt modelId="{1BE89305-0291-4A7A-BFBC-6EB330D2728B}" type="pres">
      <dgm:prSet presAssocID="{CA5016DE-8C58-4F8C-BD5C-F5D84554B26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ed"/>
        </a:ext>
      </dgm:extLst>
    </dgm:pt>
    <dgm:pt modelId="{1290AD0E-2BF8-4792-85F0-C306D5A365F8}" type="pres">
      <dgm:prSet presAssocID="{CA5016DE-8C58-4F8C-BD5C-F5D84554B26E}" presName="spaceRect" presStyleCnt="0"/>
      <dgm:spPr/>
    </dgm:pt>
    <dgm:pt modelId="{6DD9832C-2502-4015-B74E-F216E3C712E0}" type="pres">
      <dgm:prSet presAssocID="{CA5016DE-8C58-4F8C-BD5C-F5D84554B26E}" presName="textRect" presStyleLbl="revTx" presStyleIdx="1" presStyleCnt="4">
        <dgm:presLayoutVars>
          <dgm:chMax val="1"/>
          <dgm:chPref val="1"/>
        </dgm:presLayoutVars>
      </dgm:prSet>
      <dgm:spPr/>
    </dgm:pt>
    <dgm:pt modelId="{925E21DC-732B-45B9-BF06-DF3533008CBF}" type="pres">
      <dgm:prSet presAssocID="{B4E93F74-E16D-4998-92A9-9F1593378F02}" presName="sibTrans" presStyleLbl="sibTrans2D1" presStyleIdx="0" presStyleCnt="0"/>
      <dgm:spPr/>
    </dgm:pt>
    <dgm:pt modelId="{BB8A0E36-D0B8-4E61-B31C-EF5BF5FE8E30}" type="pres">
      <dgm:prSet presAssocID="{E3A79EC1-C591-4E01-8D40-D996883336C1}" presName="compNode" presStyleCnt="0"/>
      <dgm:spPr/>
    </dgm:pt>
    <dgm:pt modelId="{941974BD-31FA-46DD-A8C6-23DCA79D685B}" type="pres">
      <dgm:prSet presAssocID="{E3A79EC1-C591-4E01-8D40-D996883336C1}" presName="iconBgRect" presStyleLbl="bgShp" presStyleIdx="2" presStyleCnt="4"/>
      <dgm:spPr/>
    </dgm:pt>
    <dgm:pt modelId="{57E263DB-6266-4CE7-96C1-28C70671A3CD}" type="pres">
      <dgm:prSet presAssocID="{E3A79EC1-C591-4E01-8D40-D996883336C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085AEB63-FF8B-4921-B5ED-2B6D5F717F1A}" type="pres">
      <dgm:prSet presAssocID="{E3A79EC1-C591-4E01-8D40-D996883336C1}" presName="spaceRect" presStyleCnt="0"/>
      <dgm:spPr/>
    </dgm:pt>
    <dgm:pt modelId="{5F156CCA-5893-4902-A9F9-BF8F28B5CE88}" type="pres">
      <dgm:prSet presAssocID="{E3A79EC1-C591-4E01-8D40-D996883336C1}" presName="textRect" presStyleLbl="revTx" presStyleIdx="2" presStyleCnt="4">
        <dgm:presLayoutVars>
          <dgm:chMax val="1"/>
          <dgm:chPref val="1"/>
        </dgm:presLayoutVars>
      </dgm:prSet>
      <dgm:spPr/>
    </dgm:pt>
    <dgm:pt modelId="{2B633139-9DE5-4258-8C74-32390A8E55B3}" type="pres">
      <dgm:prSet presAssocID="{105A0383-6847-4450-9A02-3F07C219DEDA}" presName="sibTrans" presStyleLbl="sibTrans2D1" presStyleIdx="0" presStyleCnt="0"/>
      <dgm:spPr/>
    </dgm:pt>
    <dgm:pt modelId="{F09E1E03-EC7A-4A5A-8958-02C14A27B9A5}" type="pres">
      <dgm:prSet presAssocID="{65CC67B8-558C-4DD0-99DC-07F58C92D97D}" presName="compNode" presStyleCnt="0"/>
      <dgm:spPr/>
    </dgm:pt>
    <dgm:pt modelId="{A947FBDF-F2FA-4405-8968-4D1CE0D08834}" type="pres">
      <dgm:prSet presAssocID="{65CC67B8-558C-4DD0-99DC-07F58C92D97D}" presName="iconBgRect" presStyleLbl="bgShp" presStyleIdx="3" presStyleCnt="4"/>
      <dgm:spPr/>
    </dgm:pt>
    <dgm:pt modelId="{FFB6E0E7-32C3-48B9-B762-58DAF8AC709F}" type="pres">
      <dgm:prSet presAssocID="{65CC67B8-558C-4DD0-99DC-07F58C92D97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F86BD6E3-85FF-4904-AAC4-5D27CC561625}" type="pres">
      <dgm:prSet presAssocID="{65CC67B8-558C-4DD0-99DC-07F58C92D97D}" presName="spaceRect" presStyleCnt="0"/>
      <dgm:spPr/>
    </dgm:pt>
    <dgm:pt modelId="{B7BE301D-CCED-41F0-9614-C273706C05D6}" type="pres">
      <dgm:prSet presAssocID="{65CC67B8-558C-4DD0-99DC-07F58C92D97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5A26705-68F3-4BAA-98C7-8A97B968C421}" type="presOf" srcId="{E3A79EC1-C591-4E01-8D40-D996883336C1}" destId="{5F156CCA-5893-4902-A9F9-BF8F28B5CE88}" srcOrd="0" destOrd="0" presId="urn:microsoft.com/office/officeart/2018/2/layout/IconCircleList"/>
    <dgm:cxn modelId="{32425E1D-9465-4BEE-8B99-657693671CEB}" type="presOf" srcId="{82080476-1EAE-42AE-8523-1F63BFC0EE36}" destId="{97FBE477-E71A-4E37-81A7-4CE16CDF88D0}" srcOrd="0" destOrd="0" presId="urn:microsoft.com/office/officeart/2018/2/layout/IconCircleList"/>
    <dgm:cxn modelId="{A4CC9D32-B3E7-448E-971C-198060A3A070}" type="presOf" srcId="{65CC67B8-558C-4DD0-99DC-07F58C92D97D}" destId="{B7BE301D-CCED-41F0-9614-C273706C05D6}" srcOrd="0" destOrd="0" presId="urn:microsoft.com/office/officeart/2018/2/layout/IconCircleList"/>
    <dgm:cxn modelId="{2B1E1357-9EC2-4668-96A5-CAF25C38F0E7}" type="presOf" srcId="{B4E93F74-E16D-4998-92A9-9F1593378F02}" destId="{925E21DC-732B-45B9-BF06-DF3533008CBF}" srcOrd="0" destOrd="0" presId="urn:microsoft.com/office/officeart/2018/2/layout/IconCircleList"/>
    <dgm:cxn modelId="{8C1C0179-9D85-46E9-855A-483C2342DFA5}" srcId="{82080476-1EAE-42AE-8523-1F63BFC0EE36}" destId="{65CC67B8-558C-4DD0-99DC-07F58C92D97D}" srcOrd="3" destOrd="0" parTransId="{B528C9C4-DDB2-4F4B-BFE4-CE180DADF7EB}" sibTransId="{043A68B5-2978-4D31-A36E-A583070E143E}"/>
    <dgm:cxn modelId="{59811D7C-4340-4288-A4C6-83F8435274D0}" type="presOf" srcId="{E49E21A1-7A4B-494D-BC5E-D181584D45E6}" destId="{E6E7A33E-9DFB-4A20-8B0F-DA91E7AF6C0D}" srcOrd="0" destOrd="0" presId="urn:microsoft.com/office/officeart/2018/2/layout/IconCircleList"/>
    <dgm:cxn modelId="{EEEAF6BB-181A-4B2B-8A1A-FCFD93F55E0C}" type="presOf" srcId="{9D59A199-C90C-4F21-BBFC-5F0E48F3C997}" destId="{AE166CED-2658-491A-A8D4-01C70E348A84}" srcOrd="0" destOrd="0" presId="urn:microsoft.com/office/officeart/2018/2/layout/IconCircleList"/>
    <dgm:cxn modelId="{FB1B9BBC-9C4B-4B5D-B2E7-722E62FE0208}" type="presOf" srcId="{105A0383-6847-4450-9A02-3F07C219DEDA}" destId="{2B633139-9DE5-4258-8C74-32390A8E55B3}" srcOrd="0" destOrd="0" presId="urn:microsoft.com/office/officeart/2018/2/layout/IconCircleList"/>
    <dgm:cxn modelId="{384C97C7-59B9-4A43-BC37-AFDCEFBC3315}" srcId="{82080476-1EAE-42AE-8523-1F63BFC0EE36}" destId="{CA5016DE-8C58-4F8C-BD5C-F5D84554B26E}" srcOrd="1" destOrd="0" parTransId="{04B85941-8C1C-4833-814B-DC38DC0D5D2D}" sibTransId="{B4E93F74-E16D-4998-92A9-9F1593378F02}"/>
    <dgm:cxn modelId="{F372DDDE-E789-4485-BEC5-ABEFDB221766}" type="presOf" srcId="{CA5016DE-8C58-4F8C-BD5C-F5D84554B26E}" destId="{6DD9832C-2502-4015-B74E-F216E3C712E0}" srcOrd="0" destOrd="0" presId="urn:microsoft.com/office/officeart/2018/2/layout/IconCircleList"/>
    <dgm:cxn modelId="{E36A09FE-2D2A-4E76-88FB-8159A51315BE}" srcId="{82080476-1EAE-42AE-8523-1F63BFC0EE36}" destId="{E3A79EC1-C591-4E01-8D40-D996883336C1}" srcOrd="2" destOrd="0" parTransId="{08C0F29A-AC13-40ED-9061-F76A7DDF1CC3}" sibTransId="{105A0383-6847-4450-9A02-3F07C219DEDA}"/>
    <dgm:cxn modelId="{9212D8FF-EA83-4021-8A21-FF15CC6E3752}" srcId="{82080476-1EAE-42AE-8523-1F63BFC0EE36}" destId="{E49E21A1-7A4B-494D-BC5E-D181584D45E6}" srcOrd="0" destOrd="0" parTransId="{0091C099-FDB8-4BCB-BD4C-56CAE4DD9424}" sibTransId="{9D59A199-C90C-4F21-BBFC-5F0E48F3C997}"/>
    <dgm:cxn modelId="{27478378-6139-4212-889C-FFF6BDFF954A}" type="presParOf" srcId="{97FBE477-E71A-4E37-81A7-4CE16CDF88D0}" destId="{1C378948-E075-4FA1-84D5-76F02CC7DE4E}" srcOrd="0" destOrd="0" presId="urn:microsoft.com/office/officeart/2018/2/layout/IconCircleList"/>
    <dgm:cxn modelId="{86D6709F-CAD0-4662-AF83-B1FE3EA1EF7B}" type="presParOf" srcId="{1C378948-E075-4FA1-84D5-76F02CC7DE4E}" destId="{7148E172-A5DA-4DF6-B833-DF6D7A3EA13E}" srcOrd="0" destOrd="0" presId="urn:microsoft.com/office/officeart/2018/2/layout/IconCircleList"/>
    <dgm:cxn modelId="{F538B4A6-952E-417A-8CFF-006F86F0BCDC}" type="presParOf" srcId="{7148E172-A5DA-4DF6-B833-DF6D7A3EA13E}" destId="{9D7C7169-BB3A-4B59-A0C0-B314207C3110}" srcOrd="0" destOrd="0" presId="urn:microsoft.com/office/officeart/2018/2/layout/IconCircleList"/>
    <dgm:cxn modelId="{A7172DAE-EC9C-4597-8113-9FD40FCFBFFF}" type="presParOf" srcId="{7148E172-A5DA-4DF6-B833-DF6D7A3EA13E}" destId="{4C859EEF-CBEC-4F7D-A22C-1CA245128DCD}" srcOrd="1" destOrd="0" presId="urn:microsoft.com/office/officeart/2018/2/layout/IconCircleList"/>
    <dgm:cxn modelId="{0BE3A64C-D734-4B2C-AE23-88846E31AD8C}" type="presParOf" srcId="{7148E172-A5DA-4DF6-B833-DF6D7A3EA13E}" destId="{0AE62B81-FFFC-4B0B-A32F-F3CA58CF0124}" srcOrd="2" destOrd="0" presId="urn:microsoft.com/office/officeart/2018/2/layout/IconCircleList"/>
    <dgm:cxn modelId="{5F229B17-AE1C-436D-81DE-963D7C916F6E}" type="presParOf" srcId="{7148E172-A5DA-4DF6-B833-DF6D7A3EA13E}" destId="{E6E7A33E-9DFB-4A20-8B0F-DA91E7AF6C0D}" srcOrd="3" destOrd="0" presId="urn:microsoft.com/office/officeart/2018/2/layout/IconCircleList"/>
    <dgm:cxn modelId="{0BC734DA-EA7B-43DB-873C-7A44863B6AEE}" type="presParOf" srcId="{1C378948-E075-4FA1-84D5-76F02CC7DE4E}" destId="{AE166CED-2658-491A-A8D4-01C70E348A84}" srcOrd="1" destOrd="0" presId="urn:microsoft.com/office/officeart/2018/2/layout/IconCircleList"/>
    <dgm:cxn modelId="{E344E776-91AA-4FB5-B01B-0FDEC3D4FBAD}" type="presParOf" srcId="{1C378948-E075-4FA1-84D5-76F02CC7DE4E}" destId="{62C2984E-7E97-4BA5-B1E0-09C7F3C90BD7}" srcOrd="2" destOrd="0" presId="urn:microsoft.com/office/officeart/2018/2/layout/IconCircleList"/>
    <dgm:cxn modelId="{F78C62DF-C22D-4378-9712-9E7C24EEA653}" type="presParOf" srcId="{62C2984E-7E97-4BA5-B1E0-09C7F3C90BD7}" destId="{9200DEDB-9083-427D-9F04-F75A1CBBBA4A}" srcOrd="0" destOrd="0" presId="urn:microsoft.com/office/officeart/2018/2/layout/IconCircleList"/>
    <dgm:cxn modelId="{5278ED83-DFB2-49AE-8271-1588C4D209D2}" type="presParOf" srcId="{62C2984E-7E97-4BA5-B1E0-09C7F3C90BD7}" destId="{1BE89305-0291-4A7A-BFBC-6EB330D2728B}" srcOrd="1" destOrd="0" presId="urn:microsoft.com/office/officeart/2018/2/layout/IconCircleList"/>
    <dgm:cxn modelId="{D39B4088-8369-497B-B03B-C433039010D9}" type="presParOf" srcId="{62C2984E-7E97-4BA5-B1E0-09C7F3C90BD7}" destId="{1290AD0E-2BF8-4792-85F0-C306D5A365F8}" srcOrd="2" destOrd="0" presId="urn:microsoft.com/office/officeart/2018/2/layout/IconCircleList"/>
    <dgm:cxn modelId="{4D1EC496-139D-4DDB-AF43-FDD90B863233}" type="presParOf" srcId="{62C2984E-7E97-4BA5-B1E0-09C7F3C90BD7}" destId="{6DD9832C-2502-4015-B74E-F216E3C712E0}" srcOrd="3" destOrd="0" presId="urn:microsoft.com/office/officeart/2018/2/layout/IconCircleList"/>
    <dgm:cxn modelId="{365CBA33-A360-429D-B619-CBD8FC24F152}" type="presParOf" srcId="{1C378948-E075-4FA1-84D5-76F02CC7DE4E}" destId="{925E21DC-732B-45B9-BF06-DF3533008CBF}" srcOrd="3" destOrd="0" presId="urn:microsoft.com/office/officeart/2018/2/layout/IconCircleList"/>
    <dgm:cxn modelId="{DF714060-B7B6-4CA8-943B-052F3BBD9EC2}" type="presParOf" srcId="{1C378948-E075-4FA1-84D5-76F02CC7DE4E}" destId="{BB8A0E36-D0B8-4E61-B31C-EF5BF5FE8E30}" srcOrd="4" destOrd="0" presId="urn:microsoft.com/office/officeart/2018/2/layout/IconCircleList"/>
    <dgm:cxn modelId="{FF6F17AF-09CD-40B1-95E1-CD08D87A7BCC}" type="presParOf" srcId="{BB8A0E36-D0B8-4E61-B31C-EF5BF5FE8E30}" destId="{941974BD-31FA-46DD-A8C6-23DCA79D685B}" srcOrd="0" destOrd="0" presId="urn:microsoft.com/office/officeart/2018/2/layout/IconCircleList"/>
    <dgm:cxn modelId="{6835D955-B4E3-41D6-A37E-1B2416C1D133}" type="presParOf" srcId="{BB8A0E36-D0B8-4E61-B31C-EF5BF5FE8E30}" destId="{57E263DB-6266-4CE7-96C1-28C70671A3CD}" srcOrd="1" destOrd="0" presId="urn:microsoft.com/office/officeart/2018/2/layout/IconCircleList"/>
    <dgm:cxn modelId="{93B14E3E-0394-4FBE-9BCD-3B91E75C425D}" type="presParOf" srcId="{BB8A0E36-D0B8-4E61-B31C-EF5BF5FE8E30}" destId="{085AEB63-FF8B-4921-B5ED-2B6D5F717F1A}" srcOrd="2" destOrd="0" presId="urn:microsoft.com/office/officeart/2018/2/layout/IconCircleList"/>
    <dgm:cxn modelId="{25C8E016-96BA-44FB-98DB-91E875A297B1}" type="presParOf" srcId="{BB8A0E36-D0B8-4E61-B31C-EF5BF5FE8E30}" destId="{5F156CCA-5893-4902-A9F9-BF8F28B5CE88}" srcOrd="3" destOrd="0" presId="urn:microsoft.com/office/officeart/2018/2/layout/IconCircleList"/>
    <dgm:cxn modelId="{605305D4-EBB7-4EEE-BB41-FB470AA0E2E1}" type="presParOf" srcId="{1C378948-E075-4FA1-84D5-76F02CC7DE4E}" destId="{2B633139-9DE5-4258-8C74-32390A8E55B3}" srcOrd="5" destOrd="0" presId="urn:microsoft.com/office/officeart/2018/2/layout/IconCircleList"/>
    <dgm:cxn modelId="{4058A0F3-C422-45DD-9D5C-9BE003CE085F}" type="presParOf" srcId="{1C378948-E075-4FA1-84D5-76F02CC7DE4E}" destId="{F09E1E03-EC7A-4A5A-8958-02C14A27B9A5}" srcOrd="6" destOrd="0" presId="urn:microsoft.com/office/officeart/2018/2/layout/IconCircleList"/>
    <dgm:cxn modelId="{EB6C0E31-1805-4689-95D6-3E7B1B2A6717}" type="presParOf" srcId="{F09E1E03-EC7A-4A5A-8958-02C14A27B9A5}" destId="{A947FBDF-F2FA-4405-8968-4D1CE0D08834}" srcOrd="0" destOrd="0" presId="urn:microsoft.com/office/officeart/2018/2/layout/IconCircleList"/>
    <dgm:cxn modelId="{3F69C048-23AC-466C-92B7-F4E7766963A4}" type="presParOf" srcId="{F09E1E03-EC7A-4A5A-8958-02C14A27B9A5}" destId="{FFB6E0E7-32C3-48B9-B762-58DAF8AC709F}" srcOrd="1" destOrd="0" presId="urn:microsoft.com/office/officeart/2018/2/layout/IconCircleList"/>
    <dgm:cxn modelId="{DE570760-791D-4A8B-9E13-7595990750C9}" type="presParOf" srcId="{F09E1E03-EC7A-4A5A-8958-02C14A27B9A5}" destId="{F86BD6E3-85FF-4904-AAC4-5D27CC561625}" srcOrd="2" destOrd="0" presId="urn:microsoft.com/office/officeart/2018/2/layout/IconCircleList"/>
    <dgm:cxn modelId="{C28A3BE6-2175-4B91-A93B-1AFD5A5952CB}" type="presParOf" srcId="{F09E1E03-EC7A-4A5A-8958-02C14A27B9A5}" destId="{B7BE301D-CCED-41F0-9614-C273706C05D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183A4A-1AB3-4EAA-B266-1E16575DD5A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F964DDE-AAD4-44AE-B027-6614B3AD1DBB}">
      <dgm:prSet/>
      <dgm:spPr/>
      <dgm:t>
        <a:bodyPr/>
        <a:lstStyle/>
        <a:p>
          <a:pPr>
            <a:defRPr cap="all"/>
          </a:pPr>
          <a:r>
            <a:rPr lang="en-CA"/>
            <a:t>Separates access logic from container implementation</a:t>
          </a:r>
          <a:endParaRPr lang="en-US"/>
        </a:p>
      </dgm:t>
    </dgm:pt>
    <dgm:pt modelId="{7572579C-4F1A-4B65-BCD4-1C482401E4C2}" type="parTrans" cxnId="{78CA4882-98A1-4321-A5B2-9502BB46D32F}">
      <dgm:prSet/>
      <dgm:spPr/>
      <dgm:t>
        <a:bodyPr/>
        <a:lstStyle/>
        <a:p>
          <a:endParaRPr lang="en-US"/>
        </a:p>
      </dgm:t>
    </dgm:pt>
    <dgm:pt modelId="{FDDB4458-C548-4F45-82EC-B364951A27B2}" type="sibTrans" cxnId="{78CA4882-98A1-4321-A5B2-9502BB46D32F}">
      <dgm:prSet/>
      <dgm:spPr/>
      <dgm:t>
        <a:bodyPr/>
        <a:lstStyle/>
        <a:p>
          <a:endParaRPr lang="en-US"/>
        </a:p>
      </dgm:t>
    </dgm:pt>
    <dgm:pt modelId="{2E4551AE-2E30-4A90-B9AC-3C259183E556}">
      <dgm:prSet/>
      <dgm:spPr/>
      <dgm:t>
        <a:bodyPr/>
        <a:lstStyle/>
        <a:p>
          <a:pPr>
            <a:defRPr cap="all"/>
          </a:pPr>
          <a:r>
            <a:rPr lang="en-CA"/>
            <a:t>If the container implementation is changed no logic accessing the container needs to change</a:t>
          </a:r>
          <a:endParaRPr lang="en-US"/>
        </a:p>
      </dgm:t>
    </dgm:pt>
    <dgm:pt modelId="{7BD1E9C4-45FA-4BBE-8ED2-34E6184A55C5}" type="parTrans" cxnId="{68932B19-E17E-407B-9312-E7B156BE197C}">
      <dgm:prSet/>
      <dgm:spPr/>
      <dgm:t>
        <a:bodyPr/>
        <a:lstStyle/>
        <a:p>
          <a:endParaRPr lang="en-US"/>
        </a:p>
      </dgm:t>
    </dgm:pt>
    <dgm:pt modelId="{7026F6AF-5A0C-4650-BDD3-51BC80E407B8}" type="sibTrans" cxnId="{68932B19-E17E-407B-9312-E7B156BE197C}">
      <dgm:prSet/>
      <dgm:spPr/>
      <dgm:t>
        <a:bodyPr/>
        <a:lstStyle/>
        <a:p>
          <a:endParaRPr lang="en-US"/>
        </a:p>
      </dgm:t>
    </dgm:pt>
    <dgm:pt modelId="{F2BC7D18-C53A-4C00-995D-12B860B7ADD6}">
      <dgm:prSet/>
      <dgm:spPr/>
      <dgm:t>
        <a:bodyPr/>
        <a:lstStyle/>
        <a:p>
          <a:pPr>
            <a:defRPr cap="all"/>
          </a:pPr>
          <a:r>
            <a:rPr lang="en-CA"/>
            <a:t>Iterating is very often a necessity in game programming, best to do it right</a:t>
          </a:r>
          <a:endParaRPr lang="en-US"/>
        </a:p>
      </dgm:t>
    </dgm:pt>
    <dgm:pt modelId="{4442C007-A1CD-415B-A30F-073EFD6953AF}" type="parTrans" cxnId="{B784E26C-50F8-4158-84B8-6E4FEED8831F}">
      <dgm:prSet/>
      <dgm:spPr/>
      <dgm:t>
        <a:bodyPr/>
        <a:lstStyle/>
        <a:p>
          <a:endParaRPr lang="en-US"/>
        </a:p>
      </dgm:t>
    </dgm:pt>
    <dgm:pt modelId="{8BBA5DAD-615F-421D-8256-F530EDE109F9}" type="sibTrans" cxnId="{B784E26C-50F8-4158-84B8-6E4FEED8831F}">
      <dgm:prSet/>
      <dgm:spPr/>
      <dgm:t>
        <a:bodyPr/>
        <a:lstStyle/>
        <a:p>
          <a:endParaRPr lang="en-US"/>
        </a:p>
      </dgm:t>
    </dgm:pt>
    <dgm:pt modelId="{08E48513-DA8E-4710-B5DB-59A328214032}" type="pres">
      <dgm:prSet presAssocID="{F9183A4A-1AB3-4EAA-B266-1E16575DD5AF}" presName="root" presStyleCnt="0">
        <dgm:presLayoutVars>
          <dgm:dir/>
          <dgm:resizeHandles val="exact"/>
        </dgm:presLayoutVars>
      </dgm:prSet>
      <dgm:spPr/>
    </dgm:pt>
    <dgm:pt modelId="{E6381A00-22D0-406F-A5C0-78A56C18010C}" type="pres">
      <dgm:prSet presAssocID="{4F964DDE-AAD4-44AE-B027-6614B3AD1DBB}" presName="compNode" presStyleCnt="0"/>
      <dgm:spPr/>
    </dgm:pt>
    <dgm:pt modelId="{3AB5B2B9-42C4-4E1E-8597-4A77E78C8250}" type="pres">
      <dgm:prSet presAssocID="{4F964DDE-AAD4-44AE-B027-6614B3AD1DBB}" presName="iconBgRect" presStyleLbl="bgShp" presStyleIdx="0" presStyleCnt="3"/>
      <dgm:spPr/>
    </dgm:pt>
    <dgm:pt modelId="{6336522C-511C-482A-AA72-D037998C48C8}" type="pres">
      <dgm:prSet presAssocID="{4F964DDE-AAD4-44AE-B027-6614B3AD1DB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67CF9BD2-0333-4D9C-B474-3A8D7BF14025}" type="pres">
      <dgm:prSet presAssocID="{4F964DDE-AAD4-44AE-B027-6614B3AD1DBB}" presName="spaceRect" presStyleCnt="0"/>
      <dgm:spPr/>
    </dgm:pt>
    <dgm:pt modelId="{2A977F65-5313-4AFB-903D-DC7219E28EDC}" type="pres">
      <dgm:prSet presAssocID="{4F964DDE-AAD4-44AE-B027-6614B3AD1DBB}" presName="textRect" presStyleLbl="revTx" presStyleIdx="0" presStyleCnt="3">
        <dgm:presLayoutVars>
          <dgm:chMax val="1"/>
          <dgm:chPref val="1"/>
        </dgm:presLayoutVars>
      </dgm:prSet>
      <dgm:spPr/>
    </dgm:pt>
    <dgm:pt modelId="{39FAA6F0-B28D-4B40-8A5F-BCA76C5B8F7D}" type="pres">
      <dgm:prSet presAssocID="{FDDB4458-C548-4F45-82EC-B364951A27B2}" presName="sibTrans" presStyleCnt="0"/>
      <dgm:spPr/>
    </dgm:pt>
    <dgm:pt modelId="{3BB1BA5A-746B-434D-A357-359C2BA5CC54}" type="pres">
      <dgm:prSet presAssocID="{2E4551AE-2E30-4A90-B9AC-3C259183E556}" presName="compNode" presStyleCnt="0"/>
      <dgm:spPr/>
    </dgm:pt>
    <dgm:pt modelId="{12BEB49A-1F39-40D4-BF14-CC3D662E5049}" type="pres">
      <dgm:prSet presAssocID="{2E4551AE-2E30-4A90-B9AC-3C259183E556}" presName="iconBgRect" presStyleLbl="bgShp" presStyleIdx="1" presStyleCnt="3"/>
      <dgm:spPr/>
    </dgm:pt>
    <dgm:pt modelId="{DD58DAAA-D0AE-46C2-A92E-2188A1D12848}" type="pres">
      <dgm:prSet presAssocID="{2E4551AE-2E30-4A90-B9AC-3C259183E55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AA2FC970-21F1-47E2-BA8D-4FDFC48AE22E}" type="pres">
      <dgm:prSet presAssocID="{2E4551AE-2E30-4A90-B9AC-3C259183E556}" presName="spaceRect" presStyleCnt="0"/>
      <dgm:spPr/>
    </dgm:pt>
    <dgm:pt modelId="{4F6D7090-BA8D-4459-9544-A873B8A1E1E2}" type="pres">
      <dgm:prSet presAssocID="{2E4551AE-2E30-4A90-B9AC-3C259183E556}" presName="textRect" presStyleLbl="revTx" presStyleIdx="1" presStyleCnt="3">
        <dgm:presLayoutVars>
          <dgm:chMax val="1"/>
          <dgm:chPref val="1"/>
        </dgm:presLayoutVars>
      </dgm:prSet>
      <dgm:spPr/>
    </dgm:pt>
    <dgm:pt modelId="{67344560-03D6-47D6-823A-7D60A2E5FA4B}" type="pres">
      <dgm:prSet presAssocID="{7026F6AF-5A0C-4650-BDD3-51BC80E407B8}" presName="sibTrans" presStyleCnt="0"/>
      <dgm:spPr/>
    </dgm:pt>
    <dgm:pt modelId="{067A9387-238C-40C0-AFFB-36BE41D2B557}" type="pres">
      <dgm:prSet presAssocID="{F2BC7D18-C53A-4C00-995D-12B860B7ADD6}" presName="compNode" presStyleCnt="0"/>
      <dgm:spPr/>
    </dgm:pt>
    <dgm:pt modelId="{75C630C0-E8EC-43A1-A270-F060D3571585}" type="pres">
      <dgm:prSet presAssocID="{F2BC7D18-C53A-4C00-995D-12B860B7ADD6}" presName="iconBgRect" presStyleLbl="bgShp" presStyleIdx="2" presStyleCnt="3"/>
      <dgm:spPr/>
    </dgm:pt>
    <dgm:pt modelId="{2310B8CC-6610-4EE4-AD7A-2844AFFFD4CA}" type="pres">
      <dgm:prSet presAssocID="{F2BC7D18-C53A-4C00-995D-12B860B7ADD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F22C75E5-65FC-46EF-9546-1C6BEB5D6A34}" type="pres">
      <dgm:prSet presAssocID="{F2BC7D18-C53A-4C00-995D-12B860B7ADD6}" presName="spaceRect" presStyleCnt="0"/>
      <dgm:spPr/>
    </dgm:pt>
    <dgm:pt modelId="{90C8DBAA-AC64-4C59-9EED-830DC57B70A5}" type="pres">
      <dgm:prSet presAssocID="{F2BC7D18-C53A-4C00-995D-12B860B7ADD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8932B19-E17E-407B-9312-E7B156BE197C}" srcId="{F9183A4A-1AB3-4EAA-B266-1E16575DD5AF}" destId="{2E4551AE-2E30-4A90-B9AC-3C259183E556}" srcOrd="1" destOrd="0" parTransId="{7BD1E9C4-45FA-4BBE-8ED2-34E6184A55C5}" sibTransId="{7026F6AF-5A0C-4650-BDD3-51BC80E407B8}"/>
    <dgm:cxn modelId="{A01F9A49-E348-4D24-A3C6-B233F21501F9}" type="presOf" srcId="{2E4551AE-2E30-4A90-B9AC-3C259183E556}" destId="{4F6D7090-BA8D-4459-9544-A873B8A1E1E2}" srcOrd="0" destOrd="0" presId="urn:microsoft.com/office/officeart/2018/5/layout/IconCircleLabelList"/>
    <dgm:cxn modelId="{B784E26C-50F8-4158-84B8-6E4FEED8831F}" srcId="{F9183A4A-1AB3-4EAA-B266-1E16575DD5AF}" destId="{F2BC7D18-C53A-4C00-995D-12B860B7ADD6}" srcOrd="2" destOrd="0" parTransId="{4442C007-A1CD-415B-A30F-073EFD6953AF}" sibTransId="{8BBA5DAD-615F-421D-8256-F530EDE109F9}"/>
    <dgm:cxn modelId="{78CA4882-98A1-4321-A5B2-9502BB46D32F}" srcId="{F9183A4A-1AB3-4EAA-B266-1E16575DD5AF}" destId="{4F964DDE-AAD4-44AE-B027-6614B3AD1DBB}" srcOrd="0" destOrd="0" parTransId="{7572579C-4F1A-4B65-BCD4-1C482401E4C2}" sibTransId="{FDDB4458-C548-4F45-82EC-B364951A27B2}"/>
    <dgm:cxn modelId="{F308BF94-A038-4515-AC2A-584A07A26CF0}" type="presOf" srcId="{F2BC7D18-C53A-4C00-995D-12B860B7ADD6}" destId="{90C8DBAA-AC64-4C59-9EED-830DC57B70A5}" srcOrd="0" destOrd="0" presId="urn:microsoft.com/office/officeart/2018/5/layout/IconCircleLabelList"/>
    <dgm:cxn modelId="{2F41AF97-B19C-4073-B452-6AC337CE8F0A}" type="presOf" srcId="{F9183A4A-1AB3-4EAA-B266-1E16575DD5AF}" destId="{08E48513-DA8E-4710-B5DB-59A328214032}" srcOrd="0" destOrd="0" presId="urn:microsoft.com/office/officeart/2018/5/layout/IconCircleLabelList"/>
    <dgm:cxn modelId="{98E9D3E7-D54E-4D39-BF4B-96C2FBBD229C}" type="presOf" srcId="{4F964DDE-AAD4-44AE-B027-6614B3AD1DBB}" destId="{2A977F65-5313-4AFB-903D-DC7219E28EDC}" srcOrd="0" destOrd="0" presId="urn:microsoft.com/office/officeart/2018/5/layout/IconCircleLabelList"/>
    <dgm:cxn modelId="{420475F9-F9C6-45A9-AB29-597B93506255}" type="presParOf" srcId="{08E48513-DA8E-4710-B5DB-59A328214032}" destId="{E6381A00-22D0-406F-A5C0-78A56C18010C}" srcOrd="0" destOrd="0" presId="urn:microsoft.com/office/officeart/2018/5/layout/IconCircleLabelList"/>
    <dgm:cxn modelId="{2AA59191-FB39-460B-9258-C6A06258E55C}" type="presParOf" srcId="{E6381A00-22D0-406F-A5C0-78A56C18010C}" destId="{3AB5B2B9-42C4-4E1E-8597-4A77E78C8250}" srcOrd="0" destOrd="0" presId="urn:microsoft.com/office/officeart/2018/5/layout/IconCircleLabelList"/>
    <dgm:cxn modelId="{094DB04A-9C92-4C93-B0D4-DAE15284FF81}" type="presParOf" srcId="{E6381A00-22D0-406F-A5C0-78A56C18010C}" destId="{6336522C-511C-482A-AA72-D037998C48C8}" srcOrd="1" destOrd="0" presId="urn:microsoft.com/office/officeart/2018/5/layout/IconCircleLabelList"/>
    <dgm:cxn modelId="{20A83FFB-D958-41BD-9F45-840ADE6A39A1}" type="presParOf" srcId="{E6381A00-22D0-406F-A5C0-78A56C18010C}" destId="{67CF9BD2-0333-4D9C-B474-3A8D7BF14025}" srcOrd="2" destOrd="0" presId="urn:microsoft.com/office/officeart/2018/5/layout/IconCircleLabelList"/>
    <dgm:cxn modelId="{4D5C9FBD-5097-4AAD-864D-4BC44CDBFC1C}" type="presParOf" srcId="{E6381A00-22D0-406F-A5C0-78A56C18010C}" destId="{2A977F65-5313-4AFB-903D-DC7219E28EDC}" srcOrd="3" destOrd="0" presId="urn:microsoft.com/office/officeart/2018/5/layout/IconCircleLabelList"/>
    <dgm:cxn modelId="{D546EB94-6618-40DE-B0B4-CB07F3BC3AAE}" type="presParOf" srcId="{08E48513-DA8E-4710-B5DB-59A328214032}" destId="{39FAA6F0-B28D-4B40-8A5F-BCA76C5B8F7D}" srcOrd="1" destOrd="0" presId="urn:microsoft.com/office/officeart/2018/5/layout/IconCircleLabelList"/>
    <dgm:cxn modelId="{0F3F5221-8EAC-4DCD-93AA-16D59C41567B}" type="presParOf" srcId="{08E48513-DA8E-4710-B5DB-59A328214032}" destId="{3BB1BA5A-746B-434D-A357-359C2BA5CC54}" srcOrd="2" destOrd="0" presId="urn:microsoft.com/office/officeart/2018/5/layout/IconCircleLabelList"/>
    <dgm:cxn modelId="{D24B25A3-747C-408B-9C83-4AA4609C0926}" type="presParOf" srcId="{3BB1BA5A-746B-434D-A357-359C2BA5CC54}" destId="{12BEB49A-1F39-40D4-BF14-CC3D662E5049}" srcOrd="0" destOrd="0" presId="urn:microsoft.com/office/officeart/2018/5/layout/IconCircleLabelList"/>
    <dgm:cxn modelId="{3C72A271-E0BA-4F09-80D3-83618F43409C}" type="presParOf" srcId="{3BB1BA5A-746B-434D-A357-359C2BA5CC54}" destId="{DD58DAAA-D0AE-46C2-A92E-2188A1D12848}" srcOrd="1" destOrd="0" presId="urn:microsoft.com/office/officeart/2018/5/layout/IconCircleLabelList"/>
    <dgm:cxn modelId="{CD076E93-6FAB-4F3B-9A8B-DC16953A3AFD}" type="presParOf" srcId="{3BB1BA5A-746B-434D-A357-359C2BA5CC54}" destId="{AA2FC970-21F1-47E2-BA8D-4FDFC48AE22E}" srcOrd="2" destOrd="0" presId="urn:microsoft.com/office/officeart/2018/5/layout/IconCircleLabelList"/>
    <dgm:cxn modelId="{674DF2FF-34DE-405F-882B-C0ACCFD2B134}" type="presParOf" srcId="{3BB1BA5A-746B-434D-A357-359C2BA5CC54}" destId="{4F6D7090-BA8D-4459-9544-A873B8A1E1E2}" srcOrd="3" destOrd="0" presId="urn:microsoft.com/office/officeart/2018/5/layout/IconCircleLabelList"/>
    <dgm:cxn modelId="{C5D175B9-0874-4D43-94D0-B4D0BE31CE30}" type="presParOf" srcId="{08E48513-DA8E-4710-B5DB-59A328214032}" destId="{67344560-03D6-47D6-823A-7D60A2E5FA4B}" srcOrd="3" destOrd="0" presId="urn:microsoft.com/office/officeart/2018/5/layout/IconCircleLabelList"/>
    <dgm:cxn modelId="{C466AE7C-DD83-4648-A9EE-0545646EC03D}" type="presParOf" srcId="{08E48513-DA8E-4710-B5DB-59A328214032}" destId="{067A9387-238C-40C0-AFFB-36BE41D2B557}" srcOrd="4" destOrd="0" presId="urn:microsoft.com/office/officeart/2018/5/layout/IconCircleLabelList"/>
    <dgm:cxn modelId="{BA645855-0E62-4B23-994E-A7330980C842}" type="presParOf" srcId="{067A9387-238C-40C0-AFFB-36BE41D2B557}" destId="{75C630C0-E8EC-43A1-A270-F060D3571585}" srcOrd="0" destOrd="0" presId="urn:microsoft.com/office/officeart/2018/5/layout/IconCircleLabelList"/>
    <dgm:cxn modelId="{AA354764-257D-42D6-97A5-073C98853612}" type="presParOf" srcId="{067A9387-238C-40C0-AFFB-36BE41D2B557}" destId="{2310B8CC-6610-4EE4-AD7A-2844AFFFD4CA}" srcOrd="1" destOrd="0" presId="urn:microsoft.com/office/officeart/2018/5/layout/IconCircleLabelList"/>
    <dgm:cxn modelId="{4EF93ABC-D170-452C-A24F-3F4803F0DDD4}" type="presParOf" srcId="{067A9387-238C-40C0-AFFB-36BE41D2B557}" destId="{F22C75E5-65FC-46EF-9546-1C6BEB5D6A34}" srcOrd="2" destOrd="0" presId="urn:microsoft.com/office/officeart/2018/5/layout/IconCircleLabelList"/>
    <dgm:cxn modelId="{B97BB638-92F3-4F24-8842-655C24511491}" type="presParOf" srcId="{067A9387-238C-40C0-AFFB-36BE41D2B557}" destId="{90C8DBAA-AC64-4C59-9EED-830DC57B70A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0FDFE8-9A20-4235-A158-36105B2DA33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AE3C316-F1D3-4C24-B790-0861413A2C9A}">
      <dgm:prSet/>
      <dgm:spPr/>
      <dgm:t>
        <a:bodyPr/>
        <a:lstStyle/>
        <a:p>
          <a:r>
            <a:rPr lang="en-CA"/>
            <a:t>A handle is similar to a pointer, in that they both are used to access an object</a:t>
          </a:r>
          <a:endParaRPr lang="en-US"/>
        </a:p>
      </dgm:t>
    </dgm:pt>
    <dgm:pt modelId="{3F068256-FCC5-411B-880A-A1D611638F1A}" type="parTrans" cxnId="{BDE8186B-A4B7-4E9C-92EA-85BFDBBAA182}">
      <dgm:prSet/>
      <dgm:spPr/>
      <dgm:t>
        <a:bodyPr/>
        <a:lstStyle/>
        <a:p>
          <a:endParaRPr lang="en-US"/>
        </a:p>
      </dgm:t>
    </dgm:pt>
    <dgm:pt modelId="{306378CC-3191-4690-A8C3-41D6BA7BFD75}" type="sibTrans" cxnId="{BDE8186B-A4B7-4E9C-92EA-85BFDBBAA182}">
      <dgm:prSet/>
      <dgm:spPr/>
      <dgm:t>
        <a:bodyPr/>
        <a:lstStyle/>
        <a:p>
          <a:endParaRPr lang="en-US"/>
        </a:p>
      </dgm:t>
    </dgm:pt>
    <dgm:pt modelId="{850E774E-5279-4919-A0E1-0A2D24696E33}">
      <dgm:prSet/>
      <dgm:spPr/>
      <dgm:t>
        <a:bodyPr/>
        <a:lstStyle/>
        <a:p>
          <a:r>
            <a:rPr lang="en-CA"/>
            <a:t>A pointer contains the address of the item it points at</a:t>
          </a:r>
          <a:endParaRPr lang="en-US"/>
        </a:p>
      </dgm:t>
    </dgm:pt>
    <dgm:pt modelId="{E325ECE4-EB12-4572-BD53-3ED284DF86BC}" type="parTrans" cxnId="{41C43990-13A6-4F2D-AAE6-D9675E20E7F2}">
      <dgm:prSet/>
      <dgm:spPr/>
      <dgm:t>
        <a:bodyPr/>
        <a:lstStyle/>
        <a:p>
          <a:endParaRPr lang="en-US"/>
        </a:p>
      </dgm:t>
    </dgm:pt>
    <dgm:pt modelId="{29ABFEBF-97D7-4950-BF5B-2912AF45839C}" type="sibTrans" cxnId="{41C43990-13A6-4F2D-AAE6-D9675E20E7F2}">
      <dgm:prSet/>
      <dgm:spPr/>
      <dgm:t>
        <a:bodyPr/>
        <a:lstStyle/>
        <a:p>
          <a:endParaRPr lang="en-US"/>
        </a:p>
      </dgm:t>
    </dgm:pt>
    <dgm:pt modelId="{C0BB6B6F-8E75-4020-95FF-2848108B1713}">
      <dgm:prSet/>
      <dgm:spPr/>
      <dgm:t>
        <a:bodyPr/>
        <a:lstStyle/>
        <a:p>
          <a:r>
            <a:rPr lang="en-CA"/>
            <a:t>A handle is an abstraction of a reference</a:t>
          </a:r>
          <a:endParaRPr lang="en-US"/>
        </a:p>
      </dgm:t>
    </dgm:pt>
    <dgm:pt modelId="{607FC716-25F1-45B8-ADD7-F6C7A02499CA}" type="parTrans" cxnId="{F9BF7800-4E84-4909-BE8E-02A8E586E47F}">
      <dgm:prSet/>
      <dgm:spPr/>
      <dgm:t>
        <a:bodyPr/>
        <a:lstStyle/>
        <a:p>
          <a:endParaRPr lang="en-US"/>
        </a:p>
      </dgm:t>
    </dgm:pt>
    <dgm:pt modelId="{66527908-3CB3-4871-88E0-804733BB3C84}" type="sibTrans" cxnId="{F9BF7800-4E84-4909-BE8E-02A8E586E47F}">
      <dgm:prSet/>
      <dgm:spPr/>
      <dgm:t>
        <a:bodyPr/>
        <a:lstStyle/>
        <a:p>
          <a:endParaRPr lang="en-US"/>
        </a:p>
      </dgm:t>
    </dgm:pt>
    <dgm:pt modelId="{55C73202-3E08-4FD5-9F48-9387E033692E}">
      <dgm:prSet/>
      <dgm:spPr/>
      <dgm:t>
        <a:bodyPr/>
        <a:lstStyle/>
        <a:p>
          <a:r>
            <a:rPr lang="en-CA"/>
            <a:t>A handle at its most simple may be an integer that is the index in a table that the item the handle points at exists in (ID)</a:t>
          </a:r>
          <a:endParaRPr lang="en-US"/>
        </a:p>
      </dgm:t>
    </dgm:pt>
    <dgm:pt modelId="{50E20FC0-35D1-4B64-975C-4E19A553DBF0}" type="parTrans" cxnId="{B7463158-205B-4D43-B9C5-3F7E1966F2A8}">
      <dgm:prSet/>
      <dgm:spPr/>
      <dgm:t>
        <a:bodyPr/>
        <a:lstStyle/>
        <a:p>
          <a:endParaRPr lang="en-US"/>
        </a:p>
      </dgm:t>
    </dgm:pt>
    <dgm:pt modelId="{3865B3B6-2A12-4476-A0FB-D977482EBB8E}" type="sibTrans" cxnId="{B7463158-205B-4D43-B9C5-3F7E1966F2A8}">
      <dgm:prSet/>
      <dgm:spPr/>
      <dgm:t>
        <a:bodyPr/>
        <a:lstStyle/>
        <a:p>
          <a:endParaRPr lang="en-US"/>
        </a:p>
      </dgm:t>
    </dgm:pt>
    <dgm:pt modelId="{4FD3190B-BBFE-4860-8D64-D73B1306F5B1}" type="pres">
      <dgm:prSet presAssocID="{270FDFE8-9A20-4235-A158-36105B2DA33D}" presName="root" presStyleCnt="0">
        <dgm:presLayoutVars>
          <dgm:dir/>
          <dgm:resizeHandles val="exact"/>
        </dgm:presLayoutVars>
      </dgm:prSet>
      <dgm:spPr/>
    </dgm:pt>
    <dgm:pt modelId="{8C5495E5-373F-4828-BE3C-64878ED903ED}" type="pres">
      <dgm:prSet presAssocID="{270FDFE8-9A20-4235-A158-36105B2DA33D}" presName="container" presStyleCnt="0">
        <dgm:presLayoutVars>
          <dgm:dir/>
          <dgm:resizeHandles val="exact"/>
        </dgm:presLayoutVars>
      </dgm:prSet>
      <dgm:spPr/>
    </dgm:pt>
    <dgm:pt modelId="{0792BBB7-1506-4FEE-829D-BBE05179DA32}" type="pres">
      <dgm:prSet presAssocID="{8AE3C316-F1D3-4C24-B790-0861413A2C9A}" presName="compNode" presStyleCnt="0"/>
      <dgm:spPr/>
    </dgm:pt>
    <dgm:pt modelId="{E635D23B-0A6F-47BE-AFBA-A3436EED9210}" type="pres">
      <dgm:prSet presAssocID="{8AE3C316-F1D3-4C24-B790-0861413A2C9A}" presName="iconBgRect" presStyleLbl="bgShp" presStyleIdx="0" presStyleCnt="4"/>
      <dgm:spPr/>
    </dgm:pt>
    <dgm:pt modelId="{6AAFB166-85D8-45B0-A49B-A5673E19DDB9}" type="pres">
      <dgm:prSet presAssocID="{8AE3C316-F1D3-4C24-B790-0861413A2C9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0D4F1B1-6007-464D-B293-75DF1398A933}" type="pres">
      <dgm:prSet presAssocID="{8AE3C316-F1D3-4C24-B790-0861413A2C9A}" presName="spaceRect" presStyleCnt="0"/>
      <dgm:spPr/>
    </dgm:pt>
    <dgm:pt modelId="{BEE0757A-28D0-449E-9ECF-12B800C26868}" type="pres">
      <dgm:prSet presAssocID="{8AE3C316-F1D3-4C24-B790-0861413A2C9A}" presName="textRect" presStyleLbl="revTx" presStyleIdx="0" presStyleCnt="4">
        <dgm:presLayoutVars>
          <dgm:chMax val="1"/>
          <dgm:chPref val="1"/>
        </dgm:presLayoutVars>
      </dgm:prSet>
      <dgm:spPr/>
    </dgm:pt>
    <dgm:pt modelId="{CA39ADC2-2EA4-41CC-BFC1-EA1282CBE4D8}" type="pres">
      <dgm:prSet presAssocID="{306378CC-3191-4690-A8C3-41D6BA7BFD75}" presName="sibTrans" presStyleLbl="sibTrans2D1" presStyleIdx="0" presStyleCnt="0"/>
      <dgm:spPr/>
    </dgm:pt>
    <dgm:pt modelId="{7E3C410D-5BB4-47BB-BB26-5955F39EB4C4}" type="pres">
      <dgm:prSet presAssocID="{850E774E-5279-4919-A0E1-0A2D24696E33}" presName="compNode" presStyleCnt="0"/>
      <dgm:spPr/>
    </dgm:pt>
    <dgm:pt modelId="{8FE38C6B-E0ED-4C2F-B56D-1D8448578024}" type="pres">
      <dgm:prSet presAssocID="{850E774E-5279-4919-A0E1-0A2D24696E33}" presName="iconBgRect" presStyleLbl="bgShp" presStyleIdx="1" presStyleCnt="4"/>
      <dgm:spPr/>
    </dgm:pt>
    <dgm:pt modelId="{2B663D92-0EC7-4A17-BAD8-1C10ED13FE8D}" type="pres">
      <dgm:prSet presAssocID="{850E774E-5279-4919-A0E1-0A2D24696E3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A3ABA254-551A-4909-B76A-BF85D15E910D}" type="pres">
      <dgm:prSet presAssocID="{850E774E-5279-4919-A0E1-0A2D24696E33}" presName="spaceRect" presStyleCnt="0"/>
      <dgm:spPr/>
    </dgm:pt>
    <dgm:pt modelId="{DA51CFA6-CABB-4310-8F8F-E5EDA0081AA7}" type="pres">
      <dgm:prSet presAssocID="{850E774E-5279-4919-A0E1-0A2D24696E33}" presName="textRect" presStyleLbl="revTx" presStyleIdx="1" presStyleCnt="4">
        <dgm:presLayoutVars>
          <dgm:chMax val="1"/>
          <dgm:chPref val="1"/>
        </dgm:presLayoutVars>
      </dgm:prSet>
      <dgm:spPr/>
    </dgm:pt>
    <dgm:pt modelId="{16828AEF-A975-4A33-A2EF-834008300F22}" type="pres">
      <dgm:prSet presAssocID="{29ABFEBF-97D7-4950-BF5B-2912AF45839C}" presName="sibTrans" presStyleLbl="sibTrans2D1" presStyleIdx="0" presStyleCnt="0"/>
      <dgm:spPr/>
    </dgm:pt>
    <dgm:pt modelId="{FC944ECB-A987-4C9F-9F6A-E3F61EA52445}" type="pres">
      <dgm:prSet presAssocID="{C0BB6B6F-8E75-4020-95FF-2848108B1713}" presName="compNode" presStyleCnt="0"/>
      <dgm:spPr/>
    </dgm:pt>
    <dgm:pt modelId="{E88466D9-49D8-4E52-AD2F-A76FD57C5AD2}" type="pres">
      <dgm:prSet presAssocID="{C0BB6B6F-8E75-4020-95FF-2848108B1713}" presName="iconBgRect" presStyleLbl="bgShp" presStyleIdx="2" presStyleCnt="4"/>
      <dgm:spPr/>
    </dgm:pt>
    <dgm:pt modelId="{A02BD34D-0732-4BCB-86D7-492D83CC3E08}" type="pres">
      <dgm:prSet presAssocID="{C0BB6B6F-8E75-4020-95FF-2848108B171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EAD1BA54-DFAB-489A-99DE-5871B897639B}" type="pres">
      <dgm:prSet presAssocID="{C0BB6B6F-8E75-4020-95FF-2848108B1713}" presName="spaceRect" presStyleCnt="0"/>
      <dgm:spPr/>
    </dgm:pt>
    <dgm:pt modelId="{A560F37F-22F5-4822-8F51-82310475E8AA}" type="pres">
      <dgm:prSet presAssocID="{C0BB6B6F-8E75-4020-95FF-2848108B1713}" presName="textRect" presStyleLbl="revTx" presStyleIdx="2" presStyleCnt="4">
        <dgm:presLayoutVars>
          <dgm:chMax val="1"/>
          <dgm:chPref val="1"/>
        </dgm:presLayoutVars>
      </dgm:prSet>
      <dgm:spPr/>
    </dgm:pt>
    <dgm:pt modelId="{B464A874-2B29-4C42-8CD7-FBE37861F7F0}" type="pres">
      <dgm:prSet presAssocID="{66527908-3CB3-4871-88E0-804733BB3C84}" presName="sibTrans" presStyleLbl="sibTrans2D1" presStyleIdx="0" presStyleCnt="0"/>
      <dgm:spPr/>
    </dgm:pt>
    <dgm:pt modelId="{D62C26B0-BB8E-43AA-9EB6-A8C33515E7B5}" type="pres">
      <dgm:prSet presAssocID="{55C73202-3E08-4FD5-9F48-9387E033692E}" presName="compNode" presStyleCnt="0"/>
      <dgm:spPr/>
    </dgm:pt>
    <dgm:pt modelId="{FD400F29-992A-49B4-AEBE-E10E1AD07D5F}" type="pres">
      <dgm:prSet presAssocID="{55C73202-3E08-4FD5-9F48-9387E033692E}" presName="iconBgRect" presStyleLbl="bgShp" presStyleIdx="3" presStyleCnt="4"/>
      <dgm:spPr/>
    </dgm:pt>
    <dgm:pt modelId="{3DB0E729-1F33-402F-8EEC-D658FDC667FB}" type="pres">
      <dgm:prSet presAssocID="{55C73202-3E08-4FD5-9F48-9387E033692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23924A5-D1F9-4AF7-B902-70378F8163D3}" type="pres">
      <dgm:prSet presAssocID="{55C73202-3E08-4FD5-9F48-9387E033692E}" presName="spaceRect" presStyleCnt="0"/>
      <dgm:spPr/>
    </dgm:pt>
    <dgm:pt modelId="{33E257E2-06F2-49E3-ADB1-60DDB3F0DBBF}" type="pres">
      <dgm:prSet presAssocID="{55C73202-3E08-4FD5-9F48-9387E033692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9BF7800-4E84-4909-BE8E-02A8E586E47F}" srcId="{270FDFE8-9A20-4235-A158-36105B2DA33D}" destId="{C0BB6B6F-8E75-4020-95FF-2848108B1713}" srcOrd="2" destOrd="0" parTransId="{607FC716-25F1-45B8-ADD7-F6C7A02499CA}" sibTransId="{66527908-3CB3-4871-88E0-804733BB3C84}"/>
    <dgm:cxn modelId="{49077032-1720-4CAD-BB6C-0B4D4A3AEE46}" type="presOf" srcId="{66527908-3CB3-4871-88E0-804733BB3C84}" destId="{B464A874-2B29-4C42-8CD7-FBE37861F7F0}" srcOrd="0" destOrd="0" presId="urn:microsoft.com/office/officeart/2018/2/layout/IconCircleList"/>
    <dgm:cxn modelId="{6DA81C49-2471-46FC-AD61-404ED88B398E}" type="presOf" srcId="{C0BB6B6F-8E75-4020-95FF-2848108B1713}" destId="{A560F37F-22F5-4822-8F51-82310475E8AA}" srcOrd="0" destOrd="0" presId="urn:microsoft.com/office/officeart/2018/2/layout/IconCircleList"/>
    <dgm:cxn modelId="{BDE8186B-A4B7-4E9C-92EA-85BFDBBAA182}" srcId="{270FDFE8-9A20-4235-A158-36105B2DA33D}" destId="{8AE3C316-F1D3-4C24-B790-0861413A2C9A}" srcOrd="0" destOrd="0" parTransId="{3F068256-FCC5-411B-880A-A1D611638F1A}" sibTransId="{306378CC-3191-4690-A8C3-41D6BA7BFD75}"/>
    <dgm:cxn modelId="{B7463158-205B-4D43-B9C5-3F7E1966F2A8}" srcId="{270FDFE8-9A20-4235-A158-36105B2DA33D}" destId="{55C73202-3E08-4FD5-9F48-9387E033692E}" srcOrd="3" destOrd="0" parTransId="{50E20FC0-35D1-4B64-975C-4E19A553DBF0}" sibTransId="{3865B3B6-2A12-4476-A0FB-D977482EBB8E}"/>
    <dgm:cxn modelId="{D9B7AC7A-5533-4EF3-ACCE-9037E28129B2}" type="presOf" srcId="{306378CC-3191-4690-A8C3-41D6BA7BFD75}" destId="{CA39ADC2-2EA4-41CC-BFC1-EA1282CBE4D8}" srcOrd="0" destOrd="0" presId="urn:microsoft.com/office/officeart/2018/2/layout/IconCircleList"/>
    <dgm:cxn modelId="{5B6F2C80-6A56-4CFA-BF41-8E0D9421F61A}" type="presOf" srcId="{29ABFEBF-97D7-4950-BF5B-2912AF45839C}" destId="{16828AEF-A975-4A33-A2EF-834008300F22}" srcOrd="0" destOrd="0" presId="urn:microsoft.com/office/officeart/2018/2/layout/IconCircleList"/>
    <dgm:cxn modelId="{41C43990-13A6-4F2D-AAE6-D9675E20E7F2}" srcId="{270FDFE8-9A20-4235-A158-36105B2DA33D}" destId="{850E774E-5279-4919-A0E1-0A2D24696E33}" srcOrd="1" destOrd="0" parTransId="{E325ECE4-EB12-4572-BD53-3ED284DF86BC}" sibTransId="{29ABFEBF-97D7-4950-BF5B-2912AF45839C}"/>
    <dgm:cxn modelId="{E77BA69F-DDCF-4D1F-A718-7097BA708827}" type="presOf" srcId="{55C73202-3E08-4FD5-9F48-9387E033692E}" destId="{33E257E2-06F2-49E3-ADB1-60DDB3F0DBBF}" srcOrd="0" destOrd="0" presId="urn:microsoft.com/office/officeart/2018/2/layout/IconCircleList"/>
    <dgm:cxn modelId="{FD1456B5-FD6B-4490-8BF9-CD583E5E4696}" type="presOf" srcId="{8AE3C316-F1D3-4C24-B790-0861413A2C9A}" destId="{BEE0757A-28D0-449E-9ECF-12B800C26868}" srcOrd="0" destOrd="0" presId="urn:microsoft.com/office/officeart/2018/2/layout/IconCircleList"/>
    <dgm:cxn modelId="{15441FD2-659D-45F5-ACEF-9E77AE49DFB0}" type="presOf" srcId="{270FDFE8-9A20-4235-A158-36105B2DA33D}" destId="{4FD3190B-BBFE-4860-8D64-D73B1306F5B1}" srcOrd="0" destOrd="0" presId="urn:microsoft.com/office/officeart/2018/2/layout/IconCircleList"/>
    <dgm:cxn modelId="{426239EA-25BD-4A93-B3C4-822F6E61B5C5}" type="presOf" srcId="{850E774E-5279-4919-A0E1-0A2D24696E33}" destId="{DA51CFA6-CABB-4310-8F8F-E5EDA0081AA7}" srcOrd="0" destOrd="0" presId="urn:microsoft.com/office/officeart/2018/2/layout/IconCircleList"/>
    <dgm:cxn modelId="{E3E0815B-A3A9-4AA0-8A76-02BA842C4E4A}" type="presParOf" srcId="{4FD3190B-BBFE-4860-8D64-D73B1306F5B1}" destId="{8C5495E5-373F-4828-BE3C-64878ED903ED}" srcOrd="0" destOrd="0" presId="urn:microsoft.com/office/officeart/2018/2/layout/IconCircleList"/>
    <dgm:cxn modelId="{ACDA9F15-67FC-4DB1-96EB-02384F0F474E}" type="presParOf" srcId="{8C5495E5-373F-4828-BE3C-64878ED903ED}" destId="{0792BBB7-1506-4FEE-829D-BBE05179DA32}" srcOrd="0" destOrd="0" presId="urn:microsoft.com/office/officeart/2018/2/layout/IconCircleList"/>
    <dgm:cxn modelId="{E1B71CB8-5A06-425F-BCB7-18382D5F1891}" type="presParOf" srcId="{0792BBB7-1506-4FEE-829D-BBE05179DA32}" destId="{E635D23B-0A6F-47BE-AFBA-A3436EED9210}" srcOrd="0" destOrd="0" presId="urn:microsoft.com/office/officeart/2018/2/layout/IconCircleList"/>
    <dgm:cxn modelId="{BA6C5A62-199D-49FA-B5E4-D5CF7A5D4B71}" type="presParOf" srcId="{0792BBB7-1506-4FEE-829D-BBE05179DA32}" destId="{6AAFB166-85D8-45B0-A49B-A5673E19DDB9}" srcOrd="1" destOrd="0" presId="urn:microsoft.com/office/officeart/2018/2/layout/IconCircleList"/>
    <dgm:cxn modelId="{358B874F-936A-4562-A362-A3A0C774CC02}" type="presParOf" srcId="{0792BBB7-1506-4FEE-829D-BBE05179DA32}" destId="{B0D4F1B1-6007-464D-B293-75DF1398A933}" srcOrd="2" destOrd="0" presId="urn:microsoft.com/office/officeart/2018/2/layout/IconCircleList"/>
    <dgm:cxn modelId="{B628E9D6-B3E2-4EED-B1C3-A7E5D07DEAE5}" type="presParOf" srcId="{0792BBB7-1506-4FEE-829D-BBE05179DA32}" destId="{BEE0757A-28D0-449E-9ECF-12B800C26868}" srcOrd="3" destOrd="0" presId="urn:microsoft.com/office/officeart/2018/2/layout/IconCircleList"/>
    <dgm:cxn modelId="{A771DFD3-2124-45FC-BAA8-5625624C62F3}" type="presParOf" srcId="{8C5495E5-373F-4828-BE3C-64878ED903ED}" destId="{CA39ADC2-2EA4-41CC-BFC1-EA1282CBE4D8}" srcOrd="1" destOrd="0" presId="urn:microsoft.com/office/officeart/2018/2/layout/IconCircleList"/>
    <dgm:cxn modelId="{943A725B-8D8D-4D4E-A7AE-6842EFB55576}" type="presParOf" srcId="{8C5495E5-373F-4828-BE3C-64878ED903ED}" destId="{7E3C410D-5BB4-47BB-BB26-5955F39EB4C4}" srcOrd="2" destOrd="0" presId="urn:microsoft.com/office/officeart/2018/2/layout/IconCircleList"/>
    <dgm:cxn modelId="{A6D0AE5F-83FB-40E9-A62F-E16176460EEC}" type="presParOf" srcId="{7E3C410D-5BB4-47BB-BB26-5955F39EB4C4}" destId="{8FE38C6B-E0ED-4C2F-B56D-1D8448578024}" srcOrd="0" destOrd="0" presId="urn:microsoft.com/office/officeart/2018/2/layout/IconCircleList"/>
    <dgm:cxn modelId="{2E9D601E-E718-4D17-9F2D-A9C612E47AA6}" type="presParOf" srcId="{7E3C410D-5BB4-47BB-BB26-5955F39EB4C4}" destId="{2B663D92-0EC7-4A17-BAD8-1C10ED13FE8D}" srcOrd="1" destOrd="0" presId="urn:microsoft.com/office/officeart/2018/2/layout/IconCircleList"/>
    <dgm:cxn modelId="{2DE05E92-D779-40D7-80FF-42C426E1C486}" type="presParOf" srcId="{7E3C410D-5BB4-47BB-BB26-5955F39EB4C4}" destId="{A3ABA254-551A-4909-B76A-BF85D15E910D}" srcOrd="2" destOrd="0" presId="urn:microsoft.com/office/officeart/2018/2/layout/IconCircleList"/>
    <dgm:cxn modelId="{309124D7-7CF1-4C0A-B6BD-266FF365D50F}" type="presParOf" srcId="{7E3C410D-5BB4-47BB-BB26-5955F39EB4C4}" destId="{DA51CFA6-CABB-4310-8F8F-E5EDA0081AA7}" srcOrd="3" destOrd="0" presId="urn:microsoft.com/office/officeart/2018/2/layout/IconCircleList"/>
    <dgm:cxn modelId="{748072BC-93CF-4AF9-A399-EEF7509897BC}" type="presParOf" srcId="{8C5495E5-373F-4828-BE3C-64878ED903ED}" destId="{16828AEF-A975-4A33-A2EF-834008300F22}" srcOrd="3" destOrd="0" presId="urn:microsoft.com/office/officeart/2018/2/layout/IconCircleList"/>
    <dgm:cxn modelId="{89AEBB73-49FC-46FF-A7B2-BE6AC0A927A2}" type="presParOf" srcId="{8C5495E5-373F-4828-BE3C-64878ED903ED}" destId="{FC944ECB-A987-4C9F-9F6A-E3F61EA52445}" srcOrd="4" destOrd="0" presId="urn:microsoft.com/office/officeart/2018/2/layout/IconCircleList"/>
    <dgm:cxn modelId="{7997EC4F-A5E8-49CC-A66C-A58DCBC4A616}" type="presParOf" srcId="{FC944ECB-A987-4C9F-9F6A-E3F61EA52445}" destId="{E88466D9-49D8-4E52-AD2F-A76FD57C5AD2}" srcOrd="0" destOrd="0" presId="urn:microsoft.com/office/officeart/2018/2/layout/IconCircleList"/>
    <dgm:cxn modelId="{AE31A108-61C2-46D9-BEDC-00F1BE3B3C02}" type="presParOf" srcId="{FC944ECB-A987-4C9F-9F6A-E3F61EA52445}" destId="{A02BD34D-0732-4BCB-86D7-492D83CC3E08}" srcOrd="1" destOrd="0" presId="urn:microsoft.com/office/officeart/2018/2/layout/IconCircleList"/>
    <dgm:cxn modelId="{65993235-4EF5-4CED-8CF4-989067E0FA97}" type="presParOf" srcId="{FC944ECB-A987-4C9F-9F6A-E3F61EA52445}" destId="{EAD1BA54-DFAB-489A-99DE-5871B897639B}" srcOrd="2" destOrd="0" presId="urn:microsoft.com/office/officeart/2018/2/layout/IconCircleList"/>
    <dgm:cxn modelId="{759A83D4-17AC-4E3E-B7E0-8EB1A6E7B506}" type="presParOf" srcId="{FC944ECB-A987-4C9F-9F6A-E3F61EA52445}" destId="{A560F37F-22F5-4822-8F51-82310475E8AA}" srcOrd="3" destOrd="0" presId="urn:microsoft.com/office/officeart/2018/2/layout/IconCircleList"/>
    <dgm:cxn modelId="{27444B67-0C72-4D84-BFC3-8D053DB67B17}" type="presParOf" srcId="{8C5495E5-373F-4828-BE3C-64878ED903ED}" destId="{B464A874-2B29-4C42-8CD7-FBE37861F7F0}" srcOrd="5" destOrd="0" presId="urn:microsoft.com/office/officeart/2018/2/layout/IconCircleList"/>
    <dgm:cxn modelId="{9BCC5250-5E1D-4DE4-86D9-0D759FCBBFA5}" type="presParOf" srcId="{8C5495E5-373F-4828-BE3C-64878ED903ED}" destId="{D62C26B0-BB8E-43AA-9EB6-A8C33515E7B5}" srcOrd="6" destOrd="0" presId="urn:microsoft.com/office/officeart/2018/2/layout/IconCircleList"/>
    <dgm:cxn modelId="{35494C8E-5E89-4A36-9CF1-A87D956EB7A0}" type="presParOf" srcId="{D62C26B0-BB8E-43AA-9EB6-A8C33515E7B5}" destId="{FD400F29-992A-49B4-AEBE-E10E1AD07D5F}" srcOrd="0" destOrd="0" presId="urn:microsoft.com/office/officeart/2018/2/layout/IconCircleList"/>
    <dgm:cxn modelId="{573C6E7D-23C6-4AEA-8F6D-FE200A91E331}" type="presParOf" srcId="{D62C26B0-BB8E-43AA-9EB6-A8C33515E7B5}" destId="{3DB0E729-1F33-402F-8EEC-D658FDC667FB}" srcOrd="1" destOrd="0" presId="urn:microsoft.com/office/officeart/2018/2/layout/IconCircleList"/>
    <dgm:cxn modelId="{B885F3B2-E9DD-492F-B6B8-B0B027CAA420}" type="presParOf" srcId="{D62C26B0-BB8E-43AA-9EB6-A8C33515E7B5}" destId="{223924A5-D1F9-4AF7-B902-70378F8163D3}" srcOrd="2" destOrd="0" presId="urn:microsoft.com/office/officeart/2018/2/layout/IconCircleList"/>
    <dgm:cxn modelId="{57276D1A-52E0-44CE-BEE8-F3E73B0E797B}" type="presParOf" srcId="{D62C26B0-BB8E-43AA-9EB6-A8C33515E7B5}" destId="{33E257E2-06F2-49E3-ADB1-60DDB3F0DBB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CE39896-B173-4F06-9D2B-AE23E89CFCE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CFCD921-57B0-4761-BB57-DAB618C66AF1}">
      <dgm:prSet/>
      <dgm:spPr/>
      <dgm:t>
        <a:bodyPr/>
        <a:lstStyle/>
        <a:p>
          <a:r>
            <a:rPr lang="en-CA"/>
            <a:t>Instead of each object loading assets and storing them in memory individually, asset loading is centralised</a:t>
          </a:r>
          <a:endParaRPr lang="en-US"/>
        </a:p>
      </dgm:t>
    </dgm:pt>
    <dgm:pt modelId="{BDAF8EFF-9D07-4415-B809-3229904D48E6}" type="parTrans" cxnId="{542759ED-E8A5-4E21-8243-5856F5E9F2D1}">
      <dgm:prSet/>
      <dgm:spPr/>
      <dgm:t>
        <a:bodyPr/>
        <a:lstStyle/>
        <a:p>
          <a:endParaRPr lang="en-US"/>
        </a:p>
      </dgm:t>
    </dgm:pt>
    <dgm:pt modelId="{058A79CF-6384-4942-875E-B611D32E006F}" type="sibTrans" cxnId="{542759ED-E8A5-4E21-8243-5856F5E9F2D1}">
      <dgm:prSet/>
      <dgm:spPr/>
      <dgm:t>
        <a:bodyPr/>
        <a:lstStyle/>
        <a:p>
          <a:endParaRPr lang="en-US"/>
        </a:p>
      </dgm:t>
    </dgm:pt>
    <dgm:pt modelId="{B26F28F0-CE13-49E2-BFC3-106B56CC5DBB}">
      <dgm:prSet/>
      <dgm:spPr/>
      <dgm:t>
        <a:bodyPr/>
        <a:lstStyle/>
        <a:p>
          <a:r>
            <a:rPr lang="en-CA"/>
            <a:t>Assets may be reference by pointer / name / handle</a:t>
          </a:r>
          <a:endParaRPr lang="en-US"/>
        </a:p>
      </dgm:t>
    </dgm:pt>
    <dgm:pt modelId="{1DC4DC0F-8277-47F1-B8F5-5E8FD7A006C4}" type="parTrans" cxnId="{BEDF9993-702B-43C9-9FEF-64C0B61BD976}">
      <dgm:prSet/>
      <dgm:spPr/>
      <dgm:t>
        <a:bodyPr/>
        <a:lstStyle/>
        <a:p>
          <a:endParaRPr lang="en-US"/>
        </a:p>
      </dgm:t>
    </dgm:pt>
    <dgm:pt modelId="{2C5D48FB-443B-47B9-81C4-7BF04B10C0B6}" type="sibTrans" cxnId="{BEDF9993-702B-43C9-9FEF-64C0B61BD976}">
      <dgm:prSet/>
      <dgm:spPr/>
      <dgm:t>
        <a:bodyPr/>
        <a:lstStyle/>
        <a:p>
          <a:endParaRPr lang="en-US"/>
        </a:p>
      </dgm:t>
    </dgm:pt>
    <dgm:pt modelId="{6B1E33DB-B6C4-4BDA-84E9-F95FA3FF2FC8}">
      <dgm:prSet/>
      <dgm:spPr/>
      <dgm:t>
        <a:bodyPr/>
        <a:lstStyle/>
        <a:p>
          <a:r>
            <a:rPr lang="en-CA"/>
            <a:t>Can support further design pattern modifications (lazy loading)</a:t>
          </a:r>
          <a:endParaRPr lang="en-US"/>
        </a:p>
      </dgm:t>
    </dgm:pt>
    <dgm:pt modelId="{F692E13D-857F-4515-9FAF-5F988A02C5ED}" type="parTrans" cxnId="{77137C43-CEE9-4859-904A-7FC527F0AE8D}">
      <dgm:prSet/>
      <dgm:spPr/>
      <dgm:t>
        <a:bodyPr/>
        <a:lstStyle/>
        <a:p>
          <a:endParaRPr lang="en-US"/>
        </a:p>
      </dgm:t>
    </dgm:pt>
    <dgm:pt modelId="{6C04D100-8DFB-4000-ABDF-6F1465A989EB}" type="sibTrans" cxnId="{77137C43-CEE9-4859-904A-7FC527F0AE8D}">
      <dgm:prSet/>
      <dgm:spPr/>
      <dgm:t>
        <a:bodyPr/>
        <a:lstStyle/>
        <a:p>
          <a:endParaRPr lang="en-US"/>
        </a:p>
      </dgm:t>
    </dgm:pt>
    <dgm:pt modelId="{43E88B68-5263-4EF6-A80B-4B84AA0CA740}">
      <dgm:prSet/>
      <dgm:spPr/>
      <dgm:t>
        <a:bodyPr/>
        <a:lstStyle/>
        <a:p>
          <a:r>
            <a:rPr lang="en-CA"/>
            <a:t>Ensures that only unique assets exist in memory</a:t>
          </a:r>
          <a:endParaRPr lang="en-US"/>
        </a:p>
      </dgm:t>
    </dgm:pt>
    <dgm:pt modelId="{B8EBF3A9-4FE8-480A-8CB5-C24C08DC0A55}" type="parTrans" cxnId="{0EFC7B81-9344-4BB9-9551-4FEDAF94CFB3}">
      <dgm:prSet/>
      <dgm:spPr/>
      <dgm:t>
        <a:bodyPr/>
        <a:lstStyle/>
        <a:p>
          <a:endParaRPr lang="en-US"/>
        </a:p>
      </dgm:t>
    </dgm:pt>
    <dgm:pt modelId="{2CA04F5E-ACCE-48D3-ADC2-7D6A2D9A3A2D}" type="sibTrans" cxnId="{0EFC7B81-9344-4BB9-9551-4FEDAF94CFB3}">
      <dgm:prSet/>
      <dgm:spPr/>
      <dgm:t>
        <a:bodyPr/>
        <a:lstStyle/>
        <a:p>
          <a:endParaRPr lang="en-US"/>
        </a:p>
      </dgm:t>
    </dgm:pt>
    <dgm:pt modelId="{43ADABAC-BC61-49CD-A93B-BE1F4E13764C}">
      <dgm:prSet/>
      <dgm:spPr/>
      <dgm:t>
        <a:bodyPr/>
        <a:lstStyle/>
        <a:p>
          <a:r>
            <a:rPr lang="en-CA"/>
            <a:t>If 100 things use the same asset, the asset is loaded once, then each of the 100 things uses a reference to the same one asset</a:t>
          </a:r>
          <a:endParaRPr lang="en-US"/>
        </a:p>
      </dgm:t>
    </dgm:pt>
    <dgm:pt modelId="{83CFC331-B231-47D3-AC6A-27F4AACF932C}" type="parTrans" cxnId="{03453A5E-E133-42C8-967C-27F0339DC5B3}">
      <dgm:prSet/>
      <dgm:spPr/>
      <dgm:t>
        <a:bodyPr/>
        <a:lstStyle/>
        <a:p>
          <a:endParaRPr lang="en-US"/>
        </a:p>
      </dgm:t>
    </dgm:pt>
    <dgm:pt modelId="{E28E456D-7C36-4734-A756-56BF67F74440}" type="sibTrans" cxnId="{03453A5E-E133-42C8-967C-27F0339DC5B3}">
      <dgm:prSet/>
      <dgm:spPr/>
      <dgm:t>
        <a:bodyPr/>
        <a:lstStyle/>
        <a:p>
          <a:endParaRPr lang="en-US"/>
        </a:p>
      </dgm:t>
    </dgm:pt>
    <dgm:pt modelId="{3FC977B6-2608-4FE0-B93B-99E7FACC2CC9}" type="pres">
      <dgm:prSet presAssocID="{8CE39896-B173-4F06-9D2B-AE23E89CFCEB}" presName="root" presStyleCnt="0">
        <dgm:presLayoutVars>
          <dgm:dir/>
          <dgm:resizeHandles val="exact"/>
        </dgm:presLayoutVars>
      </dgm:prSet>
      <dgm:spPr/>
    </dgm:pt>
    <dgm:pt modelId="{9657E652-3511-42E7-98DB-4AF5664E0787}" type="pres">
      <dgm:prSet presAssocID="{8CE39896-B173-4F06-9D2B-AE23E89CFCEB}" presName="container" presStyleCnt="0">
        <dgm:presLayoutVars>
          <dgm:dir/>
          <dgm:resizeHandles val="exact"/>
        </dgm:presLayoutVars>
      </dgm:prSet>
      <dgm:spPr/>
    </dgm:pt>
    <dgm:pt modelId="{9F5E5EFA-3DD2-404C-9A56-CA7D175DF7C8}" type="pres">
      <dgm:prSet presAssocID="{2CFCD921-57B0-4761-BB57-DAB618C66AF1}" presName="compNode" presStyleCnt="0"/>
      <dgm:spPr/>
    </dgm:pt>
    <dgm:pt modelId="{CB8C2F06-E654-4FA9-B997-D94C248F1AD7}" type="pres">
      <dgm:prSet presAssocID="{2CFCD921-57B0-4761-BB57-DAB618C66AF1}" presName="iconBgRect" presStyleLbl="bgShp" presStyleIdx="0" presStyleCnt="5"/>
      <dgm:spPr/>
    </dgm:pt>
    <dgm:pt modelId="{B93B20DF-E964-4814-8A5C-11E3BDAD2B05}" type="pres">
      <dgm:prSet presAssocID="{2CFCD921-57B0-4761-BB57-DAB618C66AF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42154E7-1A07-44DA-BB76-C241CB0C344C}" type="pres">
      <dgm:prSet presAssocID="{2CFCD921-57B0-4761-BB57-DAB618C66AF1}" presName="spaceRect" presStyleCnt="0"/>
      <dgm:spPr/>
    </dgm:pt>
    <dgm:pt modelId="{38EA8788-20FF-4A02-8BB7-2A7D949A214F}" type="pres">
      <dgm:prSet presAssocID="{2CFCD921-57B0-4761-BB57-DAB618C66AF1}" presName="textRect" presStyleLbl="revTx" presStyleIdx="0" presStyleCnt="5">
        <dgm:presLayoutVars>
          <dgm:chMax val="1"/>
          <dgm:chPref val="1"/>
        </dgm:presLayoutVars>
      </dgm:prSet>
      <dgm:spPr/>
    </dgm:pt>
    <dgm:pt modelId="{D13F657B-CE1C-465A-A5E9-3AE1D7C90CEF}" type="pres">
      <dgm:prSet presAssocID="{058A79CF-6384-4942-875E-B611D32E006F}" presName="sibTrans" presStyleLbl="sibTrans2D1" presStyleIdx="0" presStyleCnt="0"/>
      <dgm:spPr/>
    </dgm:pt>
    <dgm:pt modelId="{46CE1691-9941-4E5D-9232-725617047154}" type="pres">
      <dgm:prSet presAssocID="{B26F28F0-CE13-49E2-BFC3-106B56CC5DBB}" presName="compNode" presStyleCnt="0"/>
      <dgm:spPr/>
    </dgm:pt>
    <dgm:pt modelId="{849A7977-E81F-4485-96C3-148D604FA865}" type="pres">
      <dgm:prSet presAssocID="{B26F28F0-CE13-49E2-BFC3-106B56CC5DBB}" presName="iconBgRect" presStyleLbl="bgShp" presStyleIdx="1" presStyleCnt="5"/>
      <dgm:spPr/>
    </dgm:pt>
    <dgm:pt modelId="{15EDFF50-FF69-4917-B46E-DDA9842C0099}" type="pres">
      <dgm:prSet presAssocID="{B26F28F0-CE13-49E2-BFC3-106B56CC5DB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clip"/>
        </a:ext>
      </dgm:extLst>
    </dgm:pt>
    <dgm:pt modelId="{432BA461-79EB-47C3-A320-FE22E8982417}" type="pres">
      <dgm:prSet presAssocID="{B26F28F0-CE13-49E2-BFC3-106B56CC5DBB}" presName="spaceRect" presStyleCnt="0"/>
      <dgm:spPr/>
    </dgm:pt>
    <dgm:pt modelId="{25B684E3-0E0A-4FA2-823F-DAA18CA961D6}" type="pres">
      <dgm:prSet presAssocID="{B26F28F0-CE13-49E2-BFC3-106B56CC5DBB}" presName="textRect" presStyleLbl="revTx" presStyleIdx="1" presStyleCnt="5">
        <dgm:presLayoutVars>
          <dgm:chMax val="1"/>
          <dgm:chPref val="1"/>
        </dgm:presLayoutVars>
      </dgm:prSet>
      <dgm:spPr/>
    </dgm:pt>
    <dgm:pt modelId="{65A04AFB-5206-4414-B9C1-2E2EA498E0CF}" type="pres">
      <dgm:prSet presAssocID="{2C5D48FB-443B-47B9-81C4-7BF04B10C0B6}" presName="sibTrans" presStyleLbl="sibTrans2D1" presStyleIdx="0" presStyleCnt="0"/>
      <dgm:spPr/>
    </dgm:pt>
    <dgm:pt modelId="{A0D5F69F-1196-48A1-A928-C8F47B6CEA55}" type="pres">
      <dgm:prSet presAssocID="{6B1E33DB-B6C4-4BDA-84E9-F95FA3FF2FC8}" presName="compNode" presStyleCnt="0"/>
      <dgm:spPr/>
    </dgm:pt>
    <dgm:pt modelId="{877FB71F-6236-417D-B4DE-3364665CF773}" type="pres">
      <dgm:prSet presAssocID="{6B1E33DB-B6C4-4BDA-84E9-F95FA3FF2FC8}" presName="iconBgRect" presStyleLbl="bgShp" presStyleIdx="2" presStyleCnt="5"/>
      <dgm:spPr/>
    </dgm:pt>
    <dgm:pt modelId="{F5E9B3E9-5DFF-4A2F-A3D7-30AA16230B21}" type="pres">
      <dgm:prSet presAssocID="{6B1E33DB-B6C4-4BDA-84E9-F95FA3FF2FC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AFA17AEF-428A-4CE4-8300-8308A45A29BE}" type="pres">
      <dgm:prSet presAssocID="{6B1E33DB-B6C4-4BDA-84E9-F95FA3FF2FC8}" presName="spaceRect" presStyleCnt="0"/>
      <dgm:spPr/>
    </dgm:pt>
    <dgm:pt modelId="{8D804D34-D3A0-4847-9D20-A41C92DBABE8}" type="pres">
      <dgm:prSet presAssocID="{6B1E33DB-B6C4-4BDA-84E9-F95FA3FF2FC8}" presName="textRect" presStyleLbl="revTx" presStyleIdx="2" presStyleCnt="5">
        <dgm:presLayoutVars>
          <dgm:chMax val="1"/>
          <dgm:chPref val="1"/>
        </dgm:presLayoutVars>
      </dgm:prSet>
      <dgm:spPr/>
    </dgm:pt>
    <dgm:pt modelId="{98F83B9D-91DF-4F44-8D87-C4F33D3DF9E4}" type="pres">
      <dgm:prSet presAssocID="{6C04D100-8DFB-4000-ABDF-6F1465A989EB}" presName="sibTrans" presStyleLbl="sibTrans2D1" presStyleIdx="0" presStyleCnt="0"/>
      <dgm:spPr/>
    </dgm:pt>
    <dgm:pt modelId="{B7C8B356-C2A6-4465-8207-702853DC8C79}" type="pres">
      <dgm:prSet presAssocID="{43E88B68-5263-4EF6-A80B-4B84AA0CA740}" presName="compNode" presStyleCnt="0"/>
      <dgm:spPr/>
    </dgm:pt>
    <dgm:pt modelId="{11FEFB95-688B-4A74-B97C-AE361279C343}" type="pres">
      <dgm:prSet presAssocID="{43E88B68-5263-4EF6-A80B-4B84AA0CA740}" presName="iconBgRect" presStyleLbl="bgShp" presStyleIdx="3" presStyleCnt="5"/>
      <dgm:spPr/>
    </dgm:pt>
    <dgm:pt modelId="{536D55A2-8DA9-4E45-9143-6A9B982A357C}" type="pres">
      <dgm:prSet presAssocID="{43E88B68-5263-4EF6-A80B-4B84AA0CA74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83C9625-040F-4C07-8992-D661670107C1}" type="pres">
      <dgm:prSet presAssocID="{43E88B68-5263-4EF6-A80B-4B84AA0CA740}" presName="spaceRect" presStyleCnt="0"/>
      <dgm:spPr/>
    </dgm:pt>
    <dgm:pt modelId="{325C91E0-5AF9-41BA-AB17-09A9B66B2CB9}" type="pres">
      <dgm:prSet presAssocID="{43E88B68-5263-4EF6-A80B-4B84AA0CA740}" presName="textRect" presStyleLbl="revTx" presStyleIdx="3" presStyleCnt="5">
        <dgm:presLayoutVars>
          <dgm:chMax val="1"/>
          <dgm:chPref val="1"/>
        </dgm:presLayoutVars>
      </dgm:prSet>
      <dgm:spPr/>
    </dgm:pt>
    <dgm:pt modelId="{21AF91F4-27C3-49A2-B057-BAFEDF1A17E2}" type="pres">
      <dgm:prSet presAssocID="{2CA04F5E-ACCE-48D3-ADC2-7D6A2D9A3A2D}" presName="sibTrans" presStyleLbl="sibTrans2D1" presStyleIdx="0" presStyleCnt="0"/>
      <dgm:spPr/>
    </dgm:pt>
    <dgm:pt modelId="{AF9CF9C1-0827-46B0-A123-A3371E1ACFC7}" type="pres">
      <dgm:prSet presAssocID="{43ADABAC-BC61-49CD-A93B-BE1F4E13764C}" presName="compNode" presStyleCnt="0"/>
      <dgm:spPr/>
    </dgm:pt>
    <dgm:pt modelId="{ACB4B81E-07A1-4E84-8261-203325F75695}" type="pres">
      <dgm:prSet presAssocID="{43ADABAC-BC61-49CD-A93B-BE1F4E13764C}" presName="iconBgRect" presStyleLbl="bgShp" presStyleIdx="4" presStyleCnt="5"/>
      <dgm:spPr/>
    </dgm:pt>
    <dgm:pt modelId="{7032B134-D688-4803-A8F2-210F44FEC4C6}" type="pres">
      <dgm:prSet presAssocID="{43ADABAC-BC61-49CD-A93B-BE1F4E13764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0FFECC79-C618-4609-BD6D-DFDA41C1E2F7}" type="pres">
      <dgm:prSet presAssocID="{43ADABAC-BC61-49CD-A93B-BE1F4E13764C}" presName="spaceRect" presStyleCnt="0"/>
      <dgm:spPr/>
    </dgm:pt>
    <dgm:pt modelId="{81EBB256-C224-47F5-BBA0-D96256954A08}" type="pres">
      <dgm:prSet presAssocID="{43ADABAC-BC61-49CD-A93B-BE1F4E13764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416902D-50AF-4FD2-86A5-284C28ABAA40}" type="presOf" srcId="{2CFCD921-57B0-4761-BB57-DAB618C66AF1}" destId="{38EA8788-20FF-4A02-8BB7-2A7D949A214F}" srcOrd="0" destOrd="0" presId="urn:microsoft.com/office/officeart/2018/2/layout/IconCircleList"/>
    <dgm:cxn modelId="{FEEC5B35-DFED-406A-88F6-A725A7432A82}" type="presOf" srcId="{6C04D100-8DFB-4000-ABDF-6F1465A989EB}" destId="{98F83B9D-91DF-4F44-8D87-C4F33D3DF9E4}" srcOrd="0" destOrd="0" presId="urn:microsoft.com/office/officeart/2018/2/layout/IconCircleList"/>
    <dgm:cxn modelId="{6327915B-DACF-4C84-B898-23A8D16577CD}" type="presOf" srcId="{2CA04F5E-ACCE-48D3-ADC2-7D6A2D9A3A2D}" destId="{21AF91F4-27C3-49A2-B057-BAFEDF1A17E2}" srcOrd="0" destOrd="0" presId="urn:microsoft.com/office/officeart/2018/2/layout/IconCircleList"/>
    <dgm:cxn modelId="{C086FD5B-AE54-4D76-9889-E12FF3D5C213}" type="presOf" srcId="{43E88B68-5263-4EF6-A80B-4B84AA0CA740}" destId="{325C91E0-5AF9-41BA-AB17-09A9B66B2CB9}" srcOrd="0" destOrd="0" presId="urn:microsoft.com/office/officeart/2018/2/layout/IconCircleList"/>
    <dgm:cxn modelId="{03453A5E-E133-42C8-967C-27F0339DC5B3}" srcId="{8CE39896-B173-4F06-9D2B-AE23E89CFCEB}" destId="{43ADABAC-BC61-49CD-A93B-BE1F4E13764C}" srcOrd="4" destOrd="0" parTransId="{83CFC331-B231-47D3-AC6A-27F4AACF932C}" sibTransId="{E28E456D-7C36-4734-A756-56BF67F74440}"/>
    <dgm:cxn modelId="{14473561-9D4E-4D52-94EA-A425CCC6C032}" type="presOf" srcId="{43ADABAC-BC61-49CD-A93B-BE1F4E13764C}" destId="{81EBB256-C224-47F5-BBA0-D96256954A08}" srcOrd="0" destOrd="0" presId="urn:microsoft.com/office/officeart/2018/2/layout/IconCircleList"/>
    <dgm:cxn modelId="{77137C43-CEE9-4859-904A-7FC527F0AE8D}" srcId="{8CE39896-B173-4F06-9D2B-AE23E89CFCEB}" destId="{6B1E33DB-B6C4-4BDA-84E9-F95FA3FF2FC8}" srcOrd="2" destOrd="0" parTransId="{F692E13D-857F-4515-9FAF-5F988A02C5ED}" sibTransId="{6C04D100-8DFB-4000-ABDF-6F1465A989EB}"/>
    <dgm:cxn modelId="{AD1FFB4D-52E4-4BAC-B897-E9DEFFEBDA21}" type="presOf" srcId="{2C5D48FB-443B-47B9-81C4-7BF04B10C0B6}" destId="{65A04AFB-5206-4414-B9C1-2E2EA498E0CF}" srcOrd="0" destOrd="0" presId="urn:microsoft.com/office/officeart/2018/2/layout/IconCircleList"/>
    <dgm:cxn modelId="{6F2DC972-43C4-4A65-B596-743F83F636E2}" type="presOf" srcId="{058A79CF-6384-4942-875E-B611D32E006F}" destId="{D13F657B-CE1C-465A-A5E9-3AE1D7C90CEF}" srcOrd="0" destOrd="0" presId="urn:microsoft.com/office/officeart/2018/2/layout/IconCircleList"/>
    <dgm:cxn modelId="{0EFC7B81-9344-4BB9-9551-4FEDAF94CFB3}" srcId="{8CE39896-B173-4F06-9D2B-AE23E89CFCEB}" destId="{43E88B68-5263-4EF6-A80B-4B84AA0CA740}" srcOrd="3" destOrd="0" parTransId="{B8EBF3A9-4FE8-480A-8CB5-C24C08DC0A55}" sibTransId="{2CA04F5E-ACCE-48D3-ADC2-7D6A2D9A3A2D}"/>
    <dgm:cxn modelId="{1EF15F83-BE08-42D7-AF56-231748B6EEBF}" type="presOf" srcId="{B26F28F0-CE13-49E2-BFC3-106B56CC5DBB}" destId="{25B684E3-0E0A-4FA2-823F-DAA18CA961D6}" srcOrd="0" destOrd="0" presId="urn:microsoft.com/office/officeart/2018/2/layout/IconCircleList"/>
    <dgm:cxn modelId="{D506C48B-D9A1-4699-85CD-016AE3A9D832}" type="presOf" srcId="{8CE39896-B173-4F06-9D2B-AE23E89CFCEB}" destId="{3FC977B6-2608-4FE0-B93B-99E7FACC2CC9}" srcOrd="0" destOrd="0" presId="urn:microsoft.com/office/officeart/2018/2/layout/IconCircleList"/>
    <dgm:cxn modelId="{BEDF9993-702B-43C9-9FEF-64C0B61BD976}" srcId="{8CE39896-B173-4F06-9D2B-AE23E89CFCEB}" destId="{B26F28F0-CE13-49E2-BFC3-106B56CC5DBB}" srcOrd="1" destOrd="0" parTransId="{1DC4DC0F-8277-47F1-B8F5-5E8FD7A006C4}" sibTransId="{2C5D48FB-443B-47B9-81C4-7BF04B10C0B6}"/>
    <dgm:cxn modelId="{F36A0BBB-3FCA-4649-BFE5-1CF6DAA8D223}" type="presOf" srcId="{6B1E33DB-B6C4-4BDA-84E9-F95FA3FF2FC8}" destId="{8D804D34-D3A0-4847-9D20-A41C92DBABE8}" srcOrd="0" destOrd="0" presId="urn:microsoft.com/office/officeart/2018/2/layout/IconCircleList"/>
    <dgm:cxn modelId="{542759ED-E8A5-4E21-8243-5856F5E9F2D1}" srcId="{8CE39896-B173-4F06-9D2B-AE23E89CFCEB}" destId="{2CFCD921-57B0-4761-BB57-DAB618C66AF1}" srcOrd="0" destOrd="0" parTransId="{BDAF8EFF-9D07-4415-B809-3229904D48E6}" sibTransId="{058A79CF-6384-4942-875E-B611D32E006F}"/>
    <dgm:cxn modelId="{05B34093-DA67-4833-974F-F80F63C947E2}" type="presParOf" srcId="{3FC977B6-2608-4FE0-B93B-99E7FACC2CC9}" destId="{9657E652-3511-42E7-98DB-4AF5664E0787}" srcOrd="0" destOrd="0" presId="urn:microsoft.com/office/officeart/2018/2/layout/IconCircleList"/>
    <dgm:cxn modelId="{E1D72722-5B0D-4F1C-8E63-B239E0504919}" type="presParOf" srcId="{9657E652-3511-42E7-98DB-4AF5664E0787}" destId="{9F5E5EFA-3DD2-404C-9A56-CA7D175DF7C8}" srcOrd="0" destOrd="0" presId="urn:microsoft.com/office/officeart/2018/2/layout/IconCircleList"/>
    <dgm:cxn modelId="{0F9ABA27-A3AE-4303-9EB8-5474C47A14DE}" type="presParOf" srcId="{9F5E5EFA-3DD2-404C-9A56-CA7D175DF7C8}" destId="{CB8C2F06-E654-4FA9-B997-D94C248F1AD7}" srcOrd="0" destOrd="0" presId="urn:microsoft.com/office/officeart/2018/2/layout/IconCircleList"/>
    <dgm:cxn modelId="{A9B777D1-2A3B-44F8-A605-9AEE3C4BFBC1}" type="presParOf" srcId="{9F5E5EFA-3DD2-404C-9A56-CA7D175DF7C8}" destId="{B93B20DF-E964-4814-8A5C-11E3BDAD2B05}" srcOrd="1" destOrd="0" presId="urn:microsoft.com/office/officeart/2018/2/layout/IconCircleList"/>
    <dgm:cxn modelId="{BFCAE43A-84FB-40BA-A006-5341B7747ABE}" type="presParOf" srcId="{9F5E5EFA-3DD2-404C-9A56-CA7D175DF7C8}" destId="{E42154E7-1A07-44DA-BB76-C241CB0C344C}" srcOrd="2" destOrd="0" presId="urn:microsoft.com/office/officeart/2018/2/layout/IconCircleList"/>
    <dgm:cxn modelId="{10C90756-64AE-45E1-9518-04B471131F53}" type="presParOf" srcId="{9F5E5EFA-3DD2-404C-9A56-CA7D175DF7C8}" destId="{38EA8788-20FF-4A02-8BB7-2A7D949A214F}" srcOrd="3" destOrd="0" presId="urn:microsoft.com/office/officeart/2018/2/layout/IconCircleList"/>
    <dgm:cxn modelId="{F5404717-1C14-4B5D-98F7-C733D76F5330}" type="presParOf" srcId="{9657E652-3511-42E7-98DB-4AF5664E0787}" destId="{D13F657B-CE1C-465A-A5E9-3AE1D7C90CEF}" srcOrd="1" destOrd="0" presId="urn:microsoft.com/office/officeart/2018/2/layout/IconCircleList"/>
    <dgm:cxn modelId="{B27E531F-0155-4086-893E-C54BCCE1D132}" type="presParOf" srcId="{9657E652-3511-42E7-98DB-4AF5664E0787}" destId="{46CE1691-9941-4E5D-9232-725617047154}" srcOrd="2" destOrd="0" presId="urn:microsoft.com/office/officeart/2018/2/layout/IconCircleList"/>
    <dgm:cxn modelId="{AFFCFC49-4CDC-4ABA-BA3C-A13D49F5C806}" type="presParOf" srcId="{46CE1691-9941-4E5D-9232-725617047154}" destId="{849A7977-E81F-4485-96C3-148D604FA865}" srcOrd="0" destOrd="0" presId="urn:microsoft.com/office/officeart/2018/2/layout/IconCircleList"/>
    <dgm:cxn modelId="{8E82087A-5DBA-456B-92EF-9650339E717D}" type="presParOf" srcId="{46CE1691-9941-4E5D-9232-725617047154}" destId="{15EDFF50-FF69-4917-B46E-DDA9842C0099}" srcOrd="1" destOrd="0" presId="urn:microsoft.com/office/officeart/2018/2/layout/IconCircleList"/>
    <dgm:cxn modelId="{0B79BB2C-CACE-447A-86AF-FD0BDA6B5C42}" type="presParOf" srcId="{46CE1691-9941-4E5D-9232-725617047154}" destId="{432BA461-79EB-47C3-A320-FE22E8982417}" srcOrd="2" destOrd="0" presId="urn:microsoft.com/office/officeart/2018/2/layout/IconCircleList"/>
    <dgm:cxn modelId="{C11B3BC7-6947-497C-A225-45D1A2F45AD7}" type="presParOf" srcId="{46CE1691-9941-4E5D-9232-725617047154}" destId="{25B684E3-0E0A-4FA2-823F-DAA18CA961D6}" srcOrd="3" destOrd="0" presId="urn:microsoft.com/office/officeart/2018/2/layout/IconCircleList"/>
    <dgm:cxn modelId="{18AEDF71-7E28-491C-BC8A-BF1A3E329183}" type="presParOf" srcId="{9657E652-3511-42E7-98DB-4AF5664E0787}" destId="{65A04AFB-5206-4414-B9C1-2E2EA498E0CF}" srcOrd="3" destOrd="0" presId="urn:microsoft.com/office/officeart/2018/2/layout/IconCircleList"/>
    <dgm:cxn modelId="{CBB2EAF1-D077-4E6E-94C0-D458E26FCDA8}" type="presParOf" srcId="{9657E652-3511-42E7-98DB-4AF5664E0787}" destId="{A0D5F69F-1196-48A1-A928-C8F47B6CEA55}" srcOrd="4" destOrd="0" presId="urn:microsoft.com/office/officeart/2018/2/layout/IconCircleList"/>
    <dgm:cxn modelId="{A32FEFFE-E2A7-4069-BAE5-69E8B7A16A53}" type="presParOf" srcId="{A0D5F69F-1196-48A1-A928-C8F47B6CEA55}" destId="{877FB71F-6236-417D-B4DE-3364665CF773}" srcOrd="0" destOrd="0" presId="urn:microsoft.com/office/officeart/2018/2/layout/IconCircleList"/>
    <dgm:cxn modelId="{68D81F1A-43DC-4BA3-A9AE-2306807641F6}" type="presParOf" srcId="{A0D5F69F-1196-48A1-A928-C8F47B6CEA55}" destId="{F5E9B3E9-5DFF-4A2F-A3D7-30AA16230B21}" srcOrd="1" destOrd="0" presId="urn:microsoft.com/office/officeart/2018/2/layout/IconCircleList"/>
    <dgm:cxn modelId="{86CE2FDD-0352-49F5-9981-65EF4F67899D}" type="presParOf" srcId="{A0D5F69F-1196-48A1-A928-C8F47B6CEA55}" destId="{AFA17AEF-428A-4CE4-8300-8308A45A29BE}" srcOrd="2" destOrd="0" presId="urn:microsoft.com/office/officeart/2018/2/layout/IconCircleList"/>
    <dgm:cxn modelId="{A1C27481-425C-4F2B-A030-B4211A0BA7F1}" type="presParOf" srcId="{A0D5F69F-1196-48A1-A928-C8F47B6CEA55}" destId="{8D804D34-D3A0-4847-9D20-A41C92DBABE8}" srcOrd="3" destOrd="0" presId="urn:microsoft.com/office/officeart/2018/2/layout/IconCircleList"/>
    <dgm:cxn modelId="{0D21C34D-8203-46EF-8022-032F8E3BF03D}" type="presParOf" srcId="{9657E652-3511-42E7-98DB-4AF5664E0787}" destId="{98F83B9D-91DF-4F44-8D87-C4F33D3DF9E4}" srcOrd="5" destOrd="0" presId="urn:microsoft.com/office/officeart/2018/2/layout/IconCircleList"/>
    <dgm:cxn modelId="{FFDC8FD3-8B5A-4810-82D0-5BB63F9D1D1A}" type="presParOf" srcId="{9657E652-3511-42E7-98DB-4AF5664E0787}" destId="{B7C8B356-C2A6-4465-8207-702853DC8C79}" srcOrd="6" destOrd="0" presId="urn:microsoft.com/office/officeart/2018/2/layout/IconCircleList"/>
    <dgm:cxn modelId="{5E51AE58-3A30-4E20-9E90-A0CA14600885}" type="presParOf" srcId="{B7C8B356-C2A6-4465-8207-702853DC8C79}" destId="{11FEFB95-688B-4A74-B97C-AE361279C343}" srcOrd="0" destOrd="0" presId="urn:microsoft.com/office/officeart/2018/2/layout/IconCircleList"/>
    <dgm:cxn modelId="{9F75F3B5-0BDA-4927-99A9-C3EBBE22F318}" type="presParOf" srcId="{B7C8B356-C2A6-4465-8207-702853DC8C79}" destId="{536D55A2-8DA9-4E45-9143-6A9B982A357C}" srcOrd="1" destOrd="0" presId="urn:microsoft.com/office/officeart/2018/2/layout/IconCircleList"/>
    <dgm:cxn modelId="{D9D28FE9-659E-4DBD-8533-F5EB1D79CA3E}" type="presParOf" srcId="{B7C8B356-C2A6-4465-8207-702853DC8C79}" destId="{783C9625-040F-4C07-8992-D661670107C1}" srcOrd="2" destOrd="0" presId="urn:microsoft.com/office/officeart/2018/2/layout/IconCircleList"/>
    <dgm:cxn modelId="{473C1664-C221-4104-AA1E-D85CFEA1B2A2}" type="presParOf" srcId="{B7C8B356-C2A6-4465-8207-702853DC8C79}" destId="{325C91E0-5AF9-41BA-AB17-09A9B66B2CB9}" srcOrd="3" destOrd="0" presId="urn:microsoft.com/office/officeart/2018/2/layout/IconCircleList"/>
    <dgm:cxn modelId="{48EA75F2-152C-4AC2-A4A1-C277254C6FCC}" type="presParOf" srcId="{9657E652-3511-42E7-98DB-4AF5664E0787}" destId="{21AF91F4-27C3-49A2-B057-BAFEDF1A17E2}" srcOrd="7" destOrd="0" presId="urn:microsoft.com/office/officeart/2018/2/layout/IconCircleList"/>
    <dgm:cxn modelId="{5F934F38-A97B-4E52-9EA0-492DFC9752F2}" type="presParOf" srcId="{9657E652-3511-42E7-98DB-4AF5664E0787}" destId="{AF9CF9C1-0827-46B0-A123-A3371E1ACFC7}" srcOrd="8" destOrd="0" presId="urn:microsoft.com/office/officeart/2018/2/layout/IconCircleList"/>
    <dgm:cxn modelId="{F87F19B5-5D60-4C32-93BB-D598B8588DF1}" type="presParOf" srcId="{AF9CF9C1-0827-46B0-A123-A3371E1ACFC7}" destId="{ACB4B81E-07A1-4E84-8261-203325F75695}" srcOrd="0" destOrd="0" presId="urn:microsoft.com/office/officeart/2018/2/layout/IconCircleList"/>
    <dgm:cxn modelId="{77D3557B-533E-495E-8606-8A76B9B5265C}" type="presParOf" srcId="{AF9CF9C1-0827-46B0-A123-A3371E1ACFC7}" destId="{7032B134-D688-4803-A8F2-210F44FEC4C6}" srcOrd="1" destOrd="0" presId="urn:microsoft.com/office/officeart/2018/2/layout/IconCircleList"/>
    <dgm:cxn modelId="{6E2DB5BE-C841-4773-A7B1-B60162F47860}" type="presParOf" srcId="{AF9CF9C1-0827-46B0-A123-A3371E1ACFC7}" destId="{0FFECC79-C618-4609-BD6D-DFDA41C1E2F7}" srcOrd="2" destOrd="0" presId="urn:microsoft.com/office/officeart/2018/2/layout/IconCircleList"/>
    <dgm:cxn modelId="{1788AA97-D81C-4F51-9F57-4487B175D72A}" type="presParOf" srcId="{AF9CF9C1-0827-46B0-A123-A3371E1ACFC7}" destId="{81EBB256-C224-47F5-BBA0-D96256954A0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A164683-764E-4103-92DE-CCF46E38C71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732C81F-A57A-4844-9678-98B84EB7EBB9}">
      <dgm:prSet/>
      <dgm:spPr/>
      <dgm:t>
        <a:bodyPr/>
        <a:lstStyle/>
        <a:p>
          <a:r>
            <a:rPr lang="en-CA"/>
            <a:t>Move the control logic for each object into a system</a:t>
          </a:r>
          <a:endParaRPr lang="en-US"/>
        </a:p>
      </dgm:t>
    </dgm:pt>
    <dgm:pt modelId="{6EF52573-B4A5-4B1E-BE8D-9B80651AA2F0}" type="parTrans" cxnId="{46619E1D-BD06-411C-BFC7-161B87AA6CF0}">
      <dgm:prSet/>
      <dgm:spPr/>
      <dgm:t>
        <a:bodyPr/>
        <a:lstStyle/>
        <a:p>
          <a:endParaRPr lang="en-US"/>
        </a:p>
      </dgm:t>
    </dgm:pt>
    <dgm:pt modelId="{876D4155-15CE-43C5-B8F9-804DB6848753}" type="sibTrans" cxnId="{46619E1D-BD06-411C-BFC7-161B87AA6CF0}">
      <dgm:prSet/>
      <dgm:spPr/>
      <dgm:t>
        <a:bodyPr/>
        <a:lstStyle/>
        <a:p>
          <a:endParaRPr lang="en-US"/>
        </a:p>
      </dgm:t>
    </dgm:pt>
    <dgm:pt modelId="{2E3D4E67-E497-49B4-A1AF-E62CE800681B}">
      <dgm:prSet/>
      <dgm:spPr/>
      <dgm:t>
        <a:bodyPr/>
        <a:lstStyle/>
        <a:p>
          <a:r>
            <a:rPr lang="en-CA"/>
            <a:t>Allow systems to register with the central controller (The Engine)</a:t>
          </a:r>
          <a:endParaRPr lang="en-US"/>
        </a:p>
      </dgm:t>
    </dgm:pt>
    <dgm:pt modelId="{C2391FD2-7E77-47D6-BBAF-3A21D6DBBCF6}" type="parTrans" cxnId="{DC7E9F4C-047C-4BD6-AC5B-5EDF7EBD9011}">
      <dgm:prSet/>
      <dgm:spPr/>
      <dgm:t>
        <a:bodyPr/>
        <a:lstStyle/>
        <a:p>
          <a:endParaRPr lang="en-US"/>
        </a:p>
      </dgm:t>
    </dgm:pt>
    <dgm:pt modelId="{E9BBF770-8268-4869-8B71-9FAB7383B7E2}" type="sibTrans" cxnId="{DC7E9F4C-047C-4BD6-AC5B-5EDF7EBD9011}">
      <dgm:prSet/>
      <dgm:spPr/>
      <dgm:t>
        <a:bodyPr/>
        <a:lstStyle/>
        <a:p>
          <a:endParaRPr lang="en-US"/>
        </a:p>
      </dgm:t>
    </dgm:pt>
    <dgm:pt modelId="{C8FB5DB0-A98D-46EA-A94B-CE2B1A0F3B43}">
      <dgm:prSet/>
      <dgm:spPr/>
      <dgm:t>
        <a:bodyPr/>
        <a:lstStyle/>
        <a:p>
          <a:r>
            <a:rPr lang="en-CA"/>
            <a:t>Propagate updates from the central controller to each system</a:t>
          </a:r>
          <a:endParaRPr lang="en-US"/>
        </a:p>
      </dgm:t>
    </dgm:pt>
    <dgm:pt modelId="{0BC76511-4D34-4316-B4EF-495E7B20B52F}" type="parTrans" cxnId="{91F1BA3C-1F18-4FEA-99BB-23AB5A624DEF}">
      <dgm:prSet/>
      <dgm:spPr/>
      <dgm:t>
        <a:bodyPr/>
        <a:lstStyle/>
        <a:p>
          <a:endParaRPr lang="en-US"/>
        </a:p>
      </dgm:t>
    </dgm:pt>
    <dgm:pt modelId="{B1445003-F44D-468D-8BC9-358D27A1191A}" type="sibTrans" cxnId="{91F1BA3C-1F18-4FEA-99BB-23AB5A624DEF}">
      <dgm:prSet/>
      <dgm:spPr/>
      <dgm:t>
        <a:bodyPr/>
        <a:lstStyle/>
        <a:p>
          <a:endParaRPr lang="en-US"/>
        </a:p>
      </dgm:t>
    </dgm:pt>
    <dgm:pt modelId="{97DB0FA7-CA74-405E-9617-3319ABCB3DBC}">
      <dgm:prSet/>
      <dgm:spPr/>
      <dgm:t>
        <a:bodyPr/>
        <a:lstStyle/>
        <a:p>
          <a:r>
            <a:rPr lang="en-CA"/>
            <a:t>Central controller is simple now</a:t>
          </a:r>
          <a:endParaRPr lang="en-US"/>
        </a:p>
      </dgm:t>
    </dgm:pt>
    <dgm:pt modelId="{463BBD65-3176-4D08-B523-1E15544FA5B3}" type="parTrans" cxnId="{3391346F-7F02-4260-84A5-B9F006C32662}">
      <dgm:prSet/>
      <dgm:spPr/>
      <dgm:t>
        <a:bodyPr/>
        <a:lstStyle/>
        <a:p>
          <a:endParaRPr lang="en-US"/>
        </a:p>
      </dgm:t>
    </dgm:pt>
    <dgm:pt modelId="{E4D12A87-F102-4B1D-86E3-B620FCC0DC55}" type="sibTrans" cxnId="{3391346F-7F02-4260-84A5-B9F006C32662}">
      <dgm:prSet/>
      <dgm:spPr/>
      <dgm:t>
        <a:bodyPr/>
        <a:lstStyle/>
        <a:p>
          <a:endParaRPr lang="en-US"/>
        </a:p>
      </dgm:t>
    </dgm:pt>
    <dgm:pt modelId="{FC32E250-2BC3-4A35-A2E7-13F3BF172DCE}">
      <dgm:prSet/>
      <dgm:spPr/>
      <dgm:t>
        <a:bodyPr/>
        <a:lstStyle/>
        <a:p>
          <a:r>
            <a:rPr lang="en-CA"/>
            <a:t>Objects can be added and removed from the systems, only updating those that need to be</a:t>
          </a:r>
          <a:endParaRPr lang="en-US"/>
        </a:p>
      </dgm:t>
    </dgm:pt>
    <dgm:pt modelId="{71307F91-8CBC-462D-BA81-D4D00FF3EFE2}" type="parTrans" cxnId="{668D758B-C3B1-4201-B51B-8B06303DE7B4}">
      <dgm:prSet/>
      <dgm:spPr/>
      <dgm:t>
        <a:bodyPr/>
        <a:lstStyle/>
        <a:p>
          <a:endParaRPr lang="en-US"/>
        </a:p>
      </dgm:t>
    </dgm:pt>
    <dgm:pt modelId="{473896BB-FE20-463F-8C2C-4C4C176147C4}" type="sibTrans" cxnId="{668D758B-C3B1-4201-B51B-8B06303DE7B4}">
      <dgm:prSet/>
      <dgm:spPr/>
      <dgm:t>
        <a:bodyPr/>
        <a:lstStyle/>
        <a:p>
          <a:endParaRPr lang="en-US"/>
        </a:p>
      </dgm:t>
    </dgm:pt>
    <dgm:pt modelId="{873DE7E2-BC67-4622-96C7-D5FD5AF923EA}">
      <dgm:prSet/>
      <dgm:spPr/>
      <dgm:t>
        <a:bodyPr/>
        <a:lstStyle/>
        <a:p>
          <a:r>
            <a:rPr lang="en-CA"/>
            <a:t>Adding new object types does not require a change of the central controller</a:t>
          </a:r>
          <a:endParaRPr lang="en-US"/>
        </a:p>
      </dgm:t>
    </dgm:pt>
    <dgm:pt modelId="{EBB68234-E9B4-4636-99AB-004D17892CC5}" type="parTrans" cxnId="{1ECA9271-14BE-4F35-907B-705453711B13}">
      <dgm:prSet/>
      <dgm:spPr/>
      <dgm:t>
        <a:bodyPr/>
        <a:lstStyle/>
        <a:p>
          <a:endParaRPr lang="en-US"/>
        </a:p>
      </dgm:t>
    </dgm:pt>
    <dgm:pt modelId="{25A18000-BBA8-436A-B725-40A61CC9F14B}" type="sibTrans" cxnId="{1ECA9271-14BE-4F35-907B-705453711B13}">
      <dgm:prSet/>
      <dgm:spPr/>
      <dgm:t>
        <a:bodyPr/>
        <a:lstStyle/>
        <a:p>
          <a:endParaRPr lang="en-US"/>
        </a:p>
      </dgm:t>
    </dgm:pt>
    <dgm:pt modelId="{A73341C9-74C6-4267-803D-F5FDCB1D9526}" type="pres">
      <dgm:prSet presAssocID="{6A164683-764E-4103-92DE-CCF46E38C719}" presName="root" presStyleCnt="0">
        <dgm:presLayoutVars>
          <dgm:dir/>
          <dgm:resizeHandles val="exact"/>
        </dgm:presLayoutVars>
      </dgm:prSet>
      <dgm:spPr/>
    </dgm:pt>
    <dgm:pt modelId="{6007A18D-9A63-4450-A425-567B473975BE}" type="pres">
      <dgm:prSet presAssocID="{6A164683-764E-4103-92DE-CCF46E38C719}" presName="container" presStyleCnt="0">
        <dgm:presLayoutVars>
          <dgm:dir/>
          <dgm:resizeHandles val="exact"/>
        </dgm:presLayoutVars>
      </dgm:prSet>
      <dgm:spPr/>
    </dgm:pt>
    <dgm:pt modelId="{6B1A8860-C2CD-412A-AE7F-0E28C3939182}" type="pres">
      <dgm:prSet presAssocID="{7732C81F-A57A-4844-9678-98B84EB7EBB9}" presName="compNode" presStyleCnt="0"/>
      <dgm:spPr/>
    </dgm:pt>
    <dgm:pt modelId="{5361EF0A-147A-4A82-AD8F-105581AD0181}" type="pres">
      <dgm:prSet presAssocID="{7732C81F-A57A-4844-9678-98B84EB7EBB9}" presName="iconBgRect" presStyleLbl="bgShp" presStyleIdx="0" presStyleCnt="6"/>
      <dgm:spPr/>
    </dgm:pt>
    <dgm:pt modelId="{68159CAB-5EC5-4A27-9E68-25F79B6E4E16}" type="pres">
      <dgm:prSet presAssocID="{7732C81F-A57A-4844-9678-98B84EB7EBB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ed"/>
        </a:ext>
      </dgm:extLst>
    </dgm:pt>
    <dgm:pt modelId="{11D92278-79D9-4B05-B49E-6E0EA61487D1}" type="pres">
      <dgm:prSet presAssocID="{7732C81F-A57A-4844-9678-98B84EB7EBB9}" presName="spaceRect" presStyleCnt="0"/>
      <dgm:spPr/>
    </dgm:pt>
    <dgm:pt modelId="{F58D0889-71E6-45AE-8312-7317DEFD754C}" type="pres">
      <dgm:prSet presAssocID="{7732C81F-A57A-4844-9678-98B84EB7EBB9}" presName="textRect" presStyleLbl="revTx" presStyleIdx="0" presStyleCnt="6">
        <dgm:presLayoutVars>
          <dgm:chMax val="1"/>
          <dgm:chPref val="1"/>
        </dgm:presLayoutVars>
      </dgm:prSet>
      <dgm:spPr/>
    </dgm:pt>
    <dgm:pt modelId="{DEB1B7BD-9B4A-4C24-BE42-F10094CC9172}" type="pres">
      <dgm:prSet presAssocID="{876D4155-15CE-43C5-B8F9-804DB6848753}" presName="sibTrans" presStyleLbl="sibTrans2D1" presStyleIdx="0" presStyleCnt="0"/>
      <dgm:spPr/>
    </dgm:pt>
    <dgm:pt modelId="{FC4D233C-3332-4D12-9A28-3B436B162A2E}" type="pres">
      <dgm:prSet presAssocID="{2E3D4E67-E497-49B4-A1AF-E62CE800681B}" presName="compNode" presStyleCnt="0"/>
      <dgm:spPr/>
    </dgm:pt>
    <dgm:pt modelId="{FB4EF74F-FF65-4A17-9761-4EDC9FD4DE34}" type="pres">
      <dgm:prSet presAssocID="{2E3D4E67-E497-49B4-A1AF-E62CE800681B}" presName="iconBgRect" presStyleLbl="bgShp" presStyleIdx="1" presStyleCnt="6"/>
      <dgm:spPr/>
    </dgm:pt>
    <dgm:pt modelId="{C939664D-5F59-4D7C-9D0A-7B01A6A3C719}" type="pres">
      <dgm:prSet presAssocID="{2E3D4E67-E497-49B4-A1AF-E62CE800681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90315F7-D2B6-436E-9C7A-970E266AF641}" type="pres">
      <dgm:prSet presAssocID="{2E3D4E67-E497-49B4-A1AF-E62CE800681B}" presName="spaceRect" presStyleCnt="0"/>
      <dgm:spPr/>
    </dgm:pt>
    <dgm:pt modelId="{77C843A1-9907-415E-A557-0523802925AE}" type="pres">
      <dgm:prSet presAssocID="{2E3D4E67-E497-49B4-A1AF-E62CE800681B}" presName="textRect" presStyleLbl="revTx" presStyleIdx="1" presStyleCnt="6">
        <dgm:presLayoutVars>
          <dgm:chMax val="1"/>
          <dgm:chPref val="1"/>
        </dgm:presLayoutVars>
      </dgm:prSet>
      <dgm:spPr/>
    </dgm:pt>
    <dgm:pt modelId="{60E900F9-324B-423F-B6B7-C579C9C016A3}" type="pres">
      <dgm:prSet presAssocID="{E9BBF770-8268-4869-8B71-9FAB7383B7E2}" presName="sibTrans" presStyleLbl="sibTrans2D1" presStyleIdx="0" presStyleCnt="0"/>
      <dgm:spPr/>
    </dgm:pt>
    <dgm:pt modelId="{77A54D20-7750-496A-BFC3-45718C86A298}" type="pres">
      <dgm:prSet presAssocID="{C8FB5DB0-A98D-46EA-A94B-CE2B1A0F3B43}" presName="compNode" presStyleCnt="0"/>
      <dgm:spPr/>
    </dgm:pt>
    <dgm:pt modelId="{66A10401-B434-4618-B7A3-D840A4A2192E}" type="pres">
      <dgm:prSet presAssocID="{C8FB5DB0-A98D-46EA-A94B-CE2B1A0F3B43}" presName="iconBgRect" presStyleLbl="bgShp" presStyleIdx="2" presStyleCnt="6"/>
      <dgm:spPr/>
    </dgm:pt>
    <dgm:pt modelId="{DE544D1D-8757-479C-B856-53090C75D2D4}" type="pres">
      <dgm:prSet presAssocID="{C8FB5DB0-A98D-46EA-A94B-CE2B1A0F3B4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0A746321-8797-40CB-B5C2-A08FFF0EB2EF}" type="pres">
      <dgm:prSet presAssocID="{C8FB5DB0-A98D-46EA-A94B-CE2B1A0F3B43}" presName="spaceRect" presStyleCnt="0"/>
      <dgm:spPr/>
    </dgm:pt>
    <dgm:pt modelId="{610869DD-B609-48E4-84B0-66FC158B7085}" type="pres">
      <dgm:prSet presAssocID="{C8FB5DB0-A98D-46EA-A94B-CE2B1A0F3B43}" presName="textRect" presStyleLbl="revTx" presStyleIdx="2" presStyleCnt="6">
        <dgm:presLayoutVars>
          <dgm:chMax val="1"/>
          <dgm:chPref val="1"/>
        </dgm:presLayoutVars>
      </dgm:prSet>
      <dgm:spPr/>
    </dgm:pt>
    <dgm:pt modelId="{F31C4524-7014-480B-BDA4-8B75919DDA90}" type="pres">
      <dgm:prSet presAssocID="{B1445003-F44D-468D-8BC9-358D27A1191A}" presName="sibTrans" presStyleLbl="sibTrans2D1" presStyleIdx="0" presStyleCnt="0"/>
      <dgm:spPr/>
    </dgm:pt>
    <dgm:pt modelId="{64713EE4-C777-4FEA-8449-35D501DB874A}" type="pres">
      <dgm:prSet presAssocID="{97DB0FA7-CA74-405E-9617-3319ABCB3DBC}" presName="compNode" presStyleCnt="0"/>
      <dgm:spPr/>
    </dgm:pt>
    <dgm:pt modelId="{83623381-BACF-4DEB-975B-CA655A4043A3}" type="pres">
      <dgm:prSet presAssocID="{97DB0FA7-CA74-405E-9617-3319ABCB3DBC}" presName="iconBgRect" presStyleLbl="bgShp" presStyleIdx="3" presStyleCnt="6"/>
      <dgm:spPr/>
    </dgm:pt>
    <dgm:pt modelId="{CA775E85-4DD0-4099-A116-C60E4AEF3F09}" type="pres">
      <dgm:prSet presAssocID="{97DB0FA7-CA74-405E-9617-3319ABCB3DB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0DA8A33A-F7B0-439A-9F44-79E5A393A242}" type="pres">
      <dgm:prSet presAssocID="{97DB0FA7-CA74-405E-9617-3319ABCB3DBC}" presName="spaceRect" presStyleCnt="0"/>
      <dgm:spPr/>
    </dgm:pt>
    <dgm:pt modelId="{8242725B-2EF4-41F6-9726-08FBC1F42506}" type="pres">
      <dgm:prSet presAssocID="{97DB0FA7-CA74-405E-9617-3319ABCB3DBC}" presName="textRect" presStyleLbl="revTx" presStyleIdx="3" presStyleCnt="6">
        <dgm:presLayoutVars>
          <dgm:chMax val="1"/>
          <dgm:chPref val="1"/>
        </dgm:presLayoutVars>
      </dgm:prSet>
      <dgm:spPr/>
    </dgm:pt>
    <dgm:pt modelId="{FE4FD9FA-91F4-4ECC-95F4-A63D829B5A24}" type="pres">
      <dgm:prSet presAssocID="{E4D12A87-F102-4B1D-86E3-B620FCC0DC55}" presName="sibTrans" presStyleLbl="sibTrans2D1" presStyleIdx="0" presStyleCnt="0"/>
      <dgm:spPr/>
    </dgm:pt>
    <dgm:pt modelId="{B8C7C72D-7493-4CE9-A12B-CE0F7981C29D}" type="pres">
      <dgm:prSet presAssocID="{FC32E250-2BC3-4A35-A2E7-13F3BF172DCE}" presName="compNode" presStyleCnt="0"/>
      <dgm:spPr/>
    </dgm:pt>
    <dgm:pt modelId="{148CAA1A-A946-4802-8E16-3B3EAF66CCA8}" type="pres">
      <dgm:prSet presAssocID="{FC32E250-2BC3-4A35-A2E7-13F3BF172DCE}" presName="iconBgRect" presStyleLbl="bgShp" presStyleIdx="4" presStyleCnt="6"/>
      <dgm:spPr/>
    </dgm:pt>
    <dgm:pt modelId="{A29E35CA-3F11-4AB3-9B23-76939EFC883A}" type="pres">
      <dgm:prSet presAssocID="{FC32E250-2BC3-4A35-A2E7-13F3BF172DC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erpillar"/>
        </a:ext>
      </dgm:extLst>
    </dgm:pt>
    <dgm:pt modelId="{D04998D8-8260-4C15-9679-D448BED2A125}" type="pres">
      <dgm:prSet presAssocID="{FC32E250-2BC3-4A35-A2E7-13F3BF172DCE}" presName="spaceRect" presStyleCnt="0"/>
      <dgm:spPr/>
    </dgm:pt>
    <dgm:pt modelId="{07F41C2F-0FDB-47E0-935E-CC599558C9A9}" type="pres">
      <dgm:prSet presAssocID="{FC32E250-2BC3-4A35-A2E7-13F3BF172DCE}" presName="textRect" presStyleLbl="revTx" presStyleIdx="4" presStyleCnt="6">
        <dgm:presLayoutVars>
          <dgm:chMax val="1"/>
          <dgm:chPref val="1"/>
        </dgm:presLayoutVars>
      </dgm:prSet>
      <dgm:spPr/>
    </dgm:pt>
    <dgm:pt modelId="{A38107A0-6FC8-46BC-8EC3-9C8D2AB6DE45}" type="pres">
      <dgm:prSet presAssocID="{473896BB-FE20-463F-8C2C-4C4C176147C4}" presName="sibTrans" presStyleLbl="sibTrans2D1" presStyleIdx="0" presStyleCnt="0"/>
      <dgm:spPr/>
    </dgm:pt>
    <dgm:pt modelId="{F1BF6D1C-F7DC-401A-9CDD-0469AE20B3F2}" type="pres">
      <dgm:prSet presAssocID="{873DE7E2-BC67-4622-96C7-D5FD5AF923EA}" presName="compNode" presStyleCnt="0"/>
      <dgm:spPr/>
    </dgm:pt>
    <dgm:pt modelId="{8EF5D081-85A8-4F97-B1AF-EE694CA1ABD8}" type="pres">
      <dgm:prSet presAssocID="{873DE7E2-BC67-4622-96C7-D5FD5AF923EA}" presName="iconBgRect" presStyleLbl="bgShp" presStyleIdx="5" presStyleCnt="6"/>
      <dgm:spPr/>
    </dgm:pt>
    <dgm:pt modelId="{22691183-6659-4DCF-A67B-F548AF8C6F9D}" type="pres">
      <dgm:prSet presAssocID="{873DE7E2-BC67-4622-96C7-D5FD5AF923E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41686C07-FD96-4CBC-B59C-2AF2D508A0FF}" type="pres">
      <dgm:prSet presAssocID="{873DE7E2-BC67-4622-96C7-D5FD5AF923EA}" presName="spaceRect" presStyleCnt="0"/>
      <dgm:spPr/>
    </dgm:pt>
    <dgm:pt modelId="{342C2265-2BE3-40B5-97A3-C3ADAFA605B0}" type="pres">
      <dgm:prSet presAssocID="{873DE7E2-BC67-4622-96C7-D5FD5AF923EA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9C2D903-F808-4353-A18F-078DB6BFCA59}" type="presOf" srcId="{C8FB5DB0-A98D-46EA-A94B-CE2B1A0F3B43}" destId="{610869DD-B609-48E4-84B0-66FC158B7085}" srcOrd="0" destOrd="0" presId="urn:microsoft.com/office/officeart/2018/2/layout/IconCircleList"/>
    <dgm:cxn modelId="{46619E1D-BD06-411C-BFC7-161B87AA6CF0}" srcId="{6A164683-764E-4103-92DE-CCF46E38C719}" destId="{7732C81F-A57A-4844-9678-98B84EB7EBB9}" srcOrd="0" destOrd="0" parTransId="{6EF52573-B4A5-4B1E-BE8D-9B80651AA2F0}" sibTransId="{876D4155-15CE-43C5-B8F9-804DB6848753}"/>
    <dgm:cxn modelId="{6E31B722-1D68-4EB7-B9E5-AFC206516E2E}" type="presOf" srcId="{2E3D4E67-E497-49B4-A1AF-E62CE800681B}" destId="{77C843A1-9907-415E-A557-0523802925AE}" srcOrd="0" destOrd="0" presId="urn:microsoft.com/office/officeart/2018/2/layout/IconCircleList"/>
    <dgm:cxn modelId="{2ACC5B34-008F-4642-98D1-4DD90E678D18}" type="presOf" srcId="{7732C81F-A57A-4844-9678-98B84EB7EBB9}" destId="{F58D0889-71E6-45AE-8312-7317DEFD754C}" srcOrd="0" destOrd="0" presId="urn:microsoft.com/office/officeart/2018/2/layout/IconCircleList"/>
    <dgm:cxn modelId="{91F1BA3C-1F18-4FEA-99BB-23AB5A624DEF}" srcId="{6A164683-764E-4103-92DE-CCF46E38C719}" destId="{C8FB5DB0-A98D-46EA-A94B-CE2B1A0F3B43}" srcOrd="2" destOrd="0" parTransId="{0BC76511-4D34-4316-B4EF-495E7B20B52F}" sibTransId="{B1445003-F44D-468D-8BC9-358D27A1191A}"/>
    <dgm:cxn modelId="{5C632764-C28E-4099-BE5C-9A6177B94239}" type="presOf" srcId="{473896BB-FE20-463F-8C2C-4C4C176147C4}" destId="{A38107A0-6FC8-46BC-8EC3-9C8D2AB6DE45}" srcOrd="0" destOrd="0" presId="urn:microsoft.com/office/officeart/2018/2/layout/IconCircleList"/>
    <dgm:cxn modelId="{B2F52F4A-F68E-44AA-B6EB-E6B1847F467E}" type="presOf" srcId="{6A164683-764E-4103-92DE-CCF46E38C719}" destId="{A73341C9-74C6-4267-803D-F5FDCB1D9526}" srcOrd="0" destOrd="0" presId="urn:microsoft.com/office/officeart/2018/2/layout/IconCircleList"/>
    <dgm:cxn modelId="{DC7E9F4C-047C-4BD6-AC5B-5EDF7EBD9011}" srcId="{6A164683-764E-4103-92DE-CCF46E38C719}" destId="{2E3D4E67-E497-49B4-A1AF-E62CE800681B}" srcOrd="1" destOrd="0" parTransId="{C2391FD2-7E77-47D6-BBAF-3A21D6DBBCF6}" sibTransId="{E9BBF770-8268-4869-8B71-9FAB7383B7E2}"/>
    <dgm:cxn modelId="{0737EC4C-07A9-4B36-A403-2C468C468C5B}" type="presOf" srcId="{873DE7E2-BC67-4622-96C7-D5FD5AF923EA}" destId="{342C2265-2BE3-40B5-97A3-C3ADAFA605B0}" srcOrd="0" destOrd="0" presId="urn:microsoft.com/office/officeart/2018/2/layout/IconCircleList"/>
    <dgm:cxn modelId="{E88B156F-378B-449F-9E0B-0BA2CA21EE81}" type="presOf" srcId="{E9BBF770-8268-4869-8B71-9FAB7383B7E2}" destId="{60E900F9-324B-423F-B6B7-C579C9C016A3}" srcOrd="0" destOrd="0" presId="urn:microsoft.com/office/officeart/2018/2/layout/IconCircleList"/>
    <dgm:cxn modelId="{3391346F-7F02-4260-84A5-B9F006C32662}" srcId="{6A164683-764E-4103-92DE-CCF46E38C719}" destId="{97DB0FA7-CA74-405E-9617-3319ABCB3DBC}" srcOrd="3" destOrd="0" parTransId="{463BBD65-3176-4D08-B523-1E15544FA5B3}" sibTransId="{E4D12A87-F102-4B1D-86E3-B620FCC0DC55}"/>
    <dgm:cxn modelId="{1ECA9271-14BE-4F35-907B-705453711B13}" srcId="{6A164683-764E-4103-92DE-CCF46E38C719}" destId="{873DE7E2-BC67-4622-96C7-D5FD5AF923EA}" srcOrd="5" destOrd="0" parTransId="{EBB68234-E9B4-4636-99AB-004D17892CC5}" sibTransId="{25A18000-BBA8-436A-B725-40A61CC9F14B}"/>
    <dgm:cxn modelId="{668D758B-C3B1-4201-B51B-8B06303DE7B4}" srcId="{6A164683-764E-4103-92DE-CCF46E38C719}" destId="{FC32E250-2BC3-4A35-A2E7-13F3BF172DCE}" srcOrd="4" destOrd="0" parTransId="{71307F91-8CBC-462D-BA81-D4D00FF3EFE2}" sibTransId="{473896BB-FE20-463F-8C2C-4C4C176147C4}"/>
    <dgm:cxn modelId="{39CE1CCA-1902-4CE9-BC96-7E2A33248AF5}" type="presOf" srcId="{E4D12A87-F102-4B1D-86E3-B620FCC0DC55}" destId="{FE4FD9FA-91F4-4ECC-95F4-A63D829B5A24}" srcOrd="0" destOrd="0" presId="urn:microsoft.com/office/officeart/2018/2/layout/IconCircleList"/>
    <dgm:cxn modelId="{8059DCCC-0846-428A-A1CC-5242B8D6E715}" type="presOf" srcId="{97DB0FA7-CA74-405E-9617-3319ABCB3DBC}" destId="{8242725B-2EF4-41F6-9726-08FBC1F42506}" srcOrd="0" destOrd="0" presId="urn:microsoft.com/office/officeart/2018/2/layout/IconCircleList"/>
    <dgm:cxn modelId="{2C33A2DB-06DB-47C6-8227-DAA6DA0AEA4D}" type="presOf" srcId="{FC32E250-2BC3-4A35-A2E7-13F3BF172DCE}" destId="{07F41C2F-0FDB-47E0-935E-CC599558C9A9}" srcOrd="0" destOrd="0" presId="urn:microsoft.com/office/officeart/2018/2/layout/IconCircleList"/>
    <dgm:cxn modelId="{B497C0DF-A70B-4EBB-86F2-FBF6A6003575}" type="presOf" srcId="{B1445003-F44D-468D-8BC9-358D27A1191A}" destId="{F31C4524-7014-480B-BDA4-8B75919DDA90}" srcOrd="0" destOrd="0" presId="urn:microsoft.com/office/officeart/2018/2/layout/IconCircleList"/>
    <dgm:cxn modelId="{293DB8F2-96B8-4D7D-AF71-569642A8EABF}" type="presOf" srcId="{876D4155-15CE-43C5-B8F9-804DB6848753}" destId="{DEB1B7BD-9B4A-4C24-BE42-F10094CC9172}" srcOrd="0" destOrd="0" presId="urn:microsoft.com/office/officeart/2018/2/layout/IconCircleList"/>
    <dgm:cxn modelId="{43BF710D-3E08-4DB6-B9A9-CC40173EB73C}" type="presParOf" srcId="{A73341C9-74C6-4267-803D-F5FDCB1D9526}" destId="{6007A18D-9A63-4450-A425-567B473975BE}" srcOrd="0" destOrd="0" presId="urn:microsoft.com/office/officeart/2018/2/layout/IconCircleList"/>
    <dgm:cxn modelId="{512164B1-4F86-4640-AF01-D6A7B178F7B7}" type="presParOf" srcId="{6007A18D-9A63-4450-A425-567B473975BE}" destId="{6B1A8860-C2CD-412A-AE7F-0E28C3939182}" srcOrd="0" destOrd="0" presId="urn:microsoft.com/office/officeart/2018/2/layout/IconCircleList"/>
    <dgm:cxn modelId="{73280E02-9887-408A-946B-02776E779523}" type="presParOf" srcId="{6B1A8860-C2CD-412A-AE7F-0E28C3939182}" destId="{5361EF0A-147A-4A82-AD8F-105581AD0181}" srcOrd="0" destOrd="0" presId="urn:microsoft.com/office/officeart/2018/2/layout/IconCircleList"/>
    <dgm:cxn modelId="{AB6ACE26-407C-41FA-B074-5249D97BE815}" type="presParOf" srcId="{6B1A8860-C2CD-412A-AE7F-0E28C3939182}" destId="{68159CAB-5EC5-4A27-9E68-25F79B6E4E16}" srcOrd="1" destOrd="0" presId="urn:microsoft.com/office/officeart/2018/2/layout/IconCircleList"/>
    <dgm:cxn modelId="{EAA63851-8245-4AD1-9438-D06E6E14CABD}" type="presParOf" srcId="{6B1A8860-C2CD-412A-AE7F-0E28C3939182}" destId="{11D92278-79D9-4B05-B49E-6E0EA61487D1}" srcOrd="2" destOrd="0" presId="urn:microsoft.com/office/officeart/2018/2/layout/IconCircleList"/>
    <dgm:cxn modelId="{1B4E44EF-65A9-4534-8698-FD30D6D47242}" type="presParOf" srcId="{6B1A8860-C2CD-412A-AE7F-0E28C3939182}" destId="{F58D0889-71E6-45AE-8312-7317DEFD754C}" srcOrd="3" destOrd="0" presId="urn:microsoft.com/office/officeart/2018/2/layout/IconCircleList"/>
    <dgm:cxn modelId="{FCAD5BC2-FDFE-40B5-8926-2C639D121680}" type="presParOf" srcId="{6007A18D-9A63-4450-A425-567B473975BE}" destId="{DEB1B7BD-9B4A-4C24-BE42-F10094CC9172}" srcOrd="1" destOrd="0" presId="urn:microsoft.com/office/officeart/2018/2/layout/IconCircleList"/>
    <dgm:cxn modelId="{4CEAAC23-1EB0-445F-B2E9-E1F2DC8D4CBB}" type="presParOf" srcId="{6007A18D-9A63-4450-A425-567B473975BE}" destId="{FC4D233C-3332-4D12-9A28-3B436B162A2E}" srcOrd="2" destOrd="0" presId="urn:microsoft.com/office/officeart/2018/2/layout/IconCircleList"/>
    <dgm:cxn modelId="{5564127A-916F-46AA-AAE0-8709037A7A3E}" type="presParOf" srcId="{FC4D233C-3332-4D12-9A28-3B436B162A2E}" destId="{FB4EF74F-FF65-4A17-9761-4EDC9FD4DE34}" srcOrd="0" destOrd="0" presId="urn:microsoft.com/office/officeart/2018/2/layout/IconCircleList"/>
    <dgm:cxn modelId="{30DEF99E-177B-4760-99DF-32558ED2D1D8}" type="presParOf" srcId="{FC4D233C-3332-4D12-9A28-3B436B162A2E}" destId="{C939664D-5F59-4D7C-9D0A-7B01A6A3C719}" srcOrd="1" destOrd="0" presId="urn:microsoft.com/office/officeart/2018/2/layout/IconCircleList"/>
    <dgm:cxn modelId="{709974CB-B838-4F59-845B-487E37965DF3}" type="presParOf" srcId="{FC4D233C-3332-4D12-9A28-3B436B162A2E}" destId="{690315F7-D2B6-436E-9C7A-970E266AF641}" srcOrd="2" destOrd="0" presId="urn:microsoft.com/office/officeart/2018/2/layout/IconCircleList"/>
    <dgm:cxn modelId="{35D2F3D2-663E-4B73-BB51-ED932AB24D05}" type="presParOf" srcId="{FC4D233C-3332-4D12-9A28-3B436B162A2E}" destId="{77C843A1-9907-415E-A557-0523802925AE}" srcOrd="3" destOrd="0" presId="urn:microsoft.com/office/officeart/2018/2/layout/IconCircleList"/>
    <dgm:cxn modelId="{7671CC2E-873A-4717-B587-FB7B255871FA}" type="presParOf" srcId="{6007A18D-9A63-4450-A425-567B473975BE}" destId="{60E900F9-324B-423F-B6B7-C579C9C016A3}" srcOrd="3" destOrd="0" presId="urn:microsoft.com/office/officeart/2018/2/layout/IconCircleList"/>
    <dgm:cxn modelId="{641A1016-2ED5-40E7-AE79-EBD0033AAA5B}" type="presParOf" srcId="{6007A18D-9A63-4450-A425-567B473975BE}" destId="{77A54D20-7750-496A-BFC3-45718C86A298}" srcOrd="4" destOrd="0" presId="urn:microsoft.com/office/officeart/2018/2/layout/IconCircleList"/>
    <dgm:cxn modelId="{403B7160-3E19-487C-8972-983AFBF33E97}" type="presParOf" srcId="{77A54D20-7750-496A-BFC3-45718C86A298}" destId="{66A10401-B434-4618-B7A3-D840A4A2192E}" srcOrd="0" destOrd="0" presId="urn:microsoft.com/office/officeart/2018/2/layout/IconCircleList"/>
    <dgm:cxn modelId="{57866123-6117-48EE-ABE6-12B2BFA4184B}" type="presParOf" srcId="{77A54D20-7750-496A-BFC3-45718C86A298}" destId="{DE544D1D-8757-479C-B856-53090C75D2D4}" srcOrd="1" destOrd="0" presId="urn:microsoft.com/office/officeart/2018/2/layout/IconCircleList"/>
    <dgm:cxn modelId="{1F36348C-CD81-4586-8D9A-3D5FB6737F1D}" type="presParOf" srcId="{77A54D20-7750-496A-BFC3-45718C86A298}" destId="{0A746321-8797-40CB-B5C2-A08FFF0EB2EF}" srcOrd="2" destOrd="0" presId="urn:microsoft.com/office/officeart/2018/2/layout/IconCircleList"/>
    <dgm:cxn modelId="{3A98B87A-5473-481E-8BD9-A3FA2AAC4312}" type="presParOf" srcId="{77A54D20-7750-496A-BFC3-45718C86A298}" destId="{610869DD-B609-48E4-84B0-66FC158B7085}" srcOrd="3" destOrd="0" presId="urn:microsoft.com/office/officeart/2018/2/layout/IconCircleList"/>
    <dgm:cxn modelId="{1B63E6AA-43C2-42DB-A7E1-765B04217228}" type="presParOf" srcId="{6007A18D-9A63-4450-A425-567B473975BE}" destId="{F31C4524-7014-480B-BDA4-8B75919DDA90}" srcOrd="5" destOrd="0" presId="urn:microsoft.com/office/officeart/2018/2/layout/IconCircleList"/>
    <dgm:cxn modelId="{1F424DC7-B008-408D-8C17-F6231647EB18}" type="presParOf" srcId="{6007A18D-9A63-4450-A425-567B473975BE}" destId="{64713EE4-C777-4FEA-8449-35D501DB874A}" srcOrd="6" destOrd="0" presId="urn:microsoft.com/office/officeart/2018/2/layout/IconCircleList"/>
    <dgm:cxn modelId="{11B606D9-FBDB-463C-A804-47895C1A8EE6}" type="presParOf" srcId="{64713EE4-C777-4FEA-8449-35D501DB874A}" destId="{83623381-BACF-4DEB-975B-CA655A4043A3}" srcOrd="0" destOrd="0" presId="urn:microsoft.com/office/officeart/2018/2/layout/IconCircleList"/>
    <dgm:cxn modelId="{03BD24AE-060E-4793-8B9E-844204F1763B}" type="presParOf" srcId="{64713EE4-C777-4FEA-8449-35D501DB874A}" destId="{CA775E85-4DD0-4099-A116-C60E4AEF3F09}" srcOrd="1" destOrd="0" presId="urn:microsoft.com/office/officeart/2018/2/layout/IconCircleList"/>
    <dgm:cxn modelId="{602EBE71-CE32-4B25-A942-0F9AB2888E94}" type="presParOf" srcId="{64713EE4-C777-4FEA-8449-35D501DB874A}" destId="{0DA8A33A-F7B0-439A-9F44-79E5A393A242}" srcOrd="2" destOrd="0" presId="urn:microsoft.com/office/officeart/2018/2/layout/IconCircleList"/>
    <dgm:cxn modelId="{852C944D-B5EE-4B13-96D1-5EE57C8BFDBD}" type="presParOf" srcId="{64713EE4-C777-4FEA-8449-35D501DB874A}" destId="{8242725B-2EF4-41F6-9726-08FBC1F42506}" srcOrd="3" destOrd="0" presId="urn:microsoft.com/office/officeart/2018/2/layout/IconCircleList"/>
    <dgm:cxn modelId="{6B7CA600-D9D9-4B97-8D37-07113149F019}" type="presParOf" srcId="{6007A18D-9A63-4450-A425-567B473975BE}" destId="{FE4FD9FA-91F4-4ECC-95F4-A63D829B5A24}" srcOrd="7" destOrd="0" presId="urn:microsoft.com/office/officeart/2018/2/layout/IconCircleList"/>
    <dgm:cxn modelId="{B47DB0C9-933E-4866-833C-62A165C1091F}" type="presParOf" srcId="{6007A18D-9A63-4450-A425-567B473975BE}" destId="{B8C7C72D-7493-4CE9-A12B-CE0F7981C29D}" srcOrd="8" destOrd="0" presId="urn:microsoft.com/office/officeart/2018/2/layout/IconCircleList"/>
    <dgm:cxn modelId="{3F1329BC-54DC-422D-B716-F6D82A308164}" type="presParOf" srcId="{B8C7C72D-7493-4CE9-A12B-CE0F7981C29D}" destId="{148CAA1A-A946-4802-8E16-3B3EAF66CCA8}" srcOrd="0" destOrd="0" presId="urn:microsoft.com/office/officeart/2018/2/layout/IconCircleList"/>
    <dgm:cxn modelId="{34A9E08D-CEA7-46F6-A2DF-D75312B78CA4}" type="presParOf" srcId="{B8C7C72D-7493-4CE9-A12B-CE0F7981C29D}" destId="{A29E35CA-3F11-4AB3-9B23-76939EFC883A}" srcOrd="1" destOrd="0" presId="urn:microsoft.com/office/officeart/2018/2/layout/IconCircleList"/>
    <dgm:cxn modelId="{1263F69A-EE9D-4C84-9C0F-64E21994116A}" type="presParOf" srcId="{B8C7C72D-7493-4CE9-A12B-CE0F7981C29D}" destId="{D04998D8-8260-4C15-9679-D448BED2A125}" srcOrd="2" destOrd="0" presId="urn:microsoft.com/office/officeart/2018/2/layout/IconCircleList"/>
    <dgm:cxn modelId="{61A3A345-7F29-4982-BCE7-D23F457759E2}" type="presParOf" srcId="{B8C7C72D-7493-4CE9-A12B-CE0F7981C29D}" destId="{07F41C2F-0FDB-47E0-935E-CC599558C9A9}" srcOrd="3" destOrd="0" presId="urn:microsoft.com/office/officeart/2018/2/layout/IconCircleList"/>
    <dgm:cxn modelId="{15D27013-065A-4D38-9626-55EFB762F007}" type="presParOf" srcId="{6007A18D-9A63-4450-A425-567B473975BE}" destId="{A38107A0-6FC8-46BC-8EC3-9C8D2AB6DE45}" srcOrd="9" destOrd="0" presId="urn:microsoft.com/office/officeart/2018/2/layout/IconCircleList"/>
    <dgm:cxn modelId="{9B805F01-EB7C-494F-999A-F6CA0518B34A}" type="presParOf" srcId="{6007A18D-9A63-4450-A425-567B473975BE}" destId="{F1BF6D1C-F7DC-401A-9CDD-0469AE20B3F2}" srcOrd="10" destOrd="0" presId="urn:microsoft.com/office/officeart/2018/2/layout/IconCircleList"/>
    <dgm:cxn modelId="{37F5BB84-5733-4899-9CD8-ABE14D1F8665}" type="presParOf" srcId="{F1BF6D1C-F7DC-401A-9CDD-0469AE20B3F2}" destId="{8EF5D081-85A8-4F97-B1AF-EE694CA1ABD8}" srcOrd="0" destOrd="0" presId="urn:microsoft.com/office/officeart/2018/2/layout/IconCircleList"/>
    <dgm:cxn modelId="{B3632B54-3DBC-4F71-9D3B-139442898309}" type="presParOf" srcId="{F1BF6D1C-F7DC-401A-9CDD-0469AE20B3F2}" destId="{22691183-6659-4DCF-A67B-F548AF8C6F9D}" srcOrd="1" destOrd="0" presId="urn:microsoft.com/office/officeart/2018/2/layout/IconCircleList"/>
    <dgm:cxn modelId="{189EE69C-5829-49D1-9677-E35643DFA505}" type="presParOf" srcId="{F1BF6D1C-F7DC-401A-9CDD-0469AE20B3F2}" destId="{41686C07-FD96-4CBC-B59C-2AF2D508A0FF}" srcOrd="2" destOrd="0" presId="urn:microsoft.com/office/officeart/2018/2/layout/IconCircleList"/>
    <dgm:cxn modelId="{6F56FE83-9873-4919-8DD5-E48600C1FA49}" type="presParOf" srcId="{F1BF6D1C-F7DC-401A-9CDD-0469AE20B3F2}" destId="{342C2265-2BE3-40B5-97A3-C3ADAFA605B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095DFBC-F66A-4D87-95F8-3A750B5CFEE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33B54C6-A183-4902-8C14-E61A82B27044}">
      <dgm:prSet/>
      <dgm:spPr/>
      <dgm:t>
        <a:bodyPr/>
        <a:lstStyle/>
        <a:p>
          <a:r>
            <a:rPr lang="en-CA"/>
            <a:t>Shielding takes many forms:</a:t>
          </a:r>
          <a:endParaRPr lang="en-US"/>
        </a:p>
      </dgm:t>
    </dgm:pt>
    <dgm:pt modelId="{1E08166E-C6BB-4F61-AD63-538EB3DC6527}" type="parTrans" cxnId="{B703DCD2-6321-408F-A67E-80E53C47AD5C}">
      <dgm:prSet/>
      <dgm:spPr/>
      <dgm:t>
        <a:bodyPr/>
        <a:lstStyle/>
        <a:p>
          <a:endParaRPr lang="en-US"/>
        </a:p>
      </dgm:t>
    </dgm:pt>
    <dgm:pt modelId="{3480F978-F255-4B69-A063-C7C2597FA70F}" type="sibTrans" cxnId="{B703DCD2-6321-408F-A67E-80E53C47AD5C}">
      <dgm:prSet/>
      <dgm:spPr/>
      <dgm:t>
        <a:bodyPr/>
        <a:lstStyle/>
        <a:p>
          <a:endParaRPr lang="en-US"/>
        </a:p>
      </dgm:t>
    </dgm:pt>
    <dgm:pt modelId="{603012B4-14EE-424C-A9E5-69E04A9C42EA}">
      <dgm:prSet/>
      <dgm:spPr/>
      <dgm:t>
        <a:bodyPr/>
        <a:lstStyle/>
        <a:p>
          <a:r>
            <a:rPr lang="en-CA"/>
            <a:t>Disabling controls that are not needed during the current game context</a:t>
          </a:r>
          <a:endParaRPr lang="en-US"/>
        </a:p>
      </dgm:t>
    </dgm:pt>
    <dgm:pt modelId="{58975885-C830-4E74-B23C-B8A865F46E64}" type="parTrans" cxnId="{74EFB954-2FCF-4AE3-BDE6-161698BCBE7C}">
      <dgm:prSet/>
      <dgm:spPr/>
      <dgm:t>
        <a:bodyPr/>
        <a:lstStyle/>
        <a:p>
          <a:endParaRPr lang="en-US"/>
        </a:p>
      </dgm:t>
    </dgm:pt>
    <dgm:pt modelId="{34D22A81-6FE9-4B9F-9D40-2BAB114A4200}" type="sibTrans" cxnId="{74EFB954-2FCF-4AE3-BDE6-161698BCBE7C}">
      <dgm:prSet/>
      <dgm:spPr/>
      <dgm:t>
        <a:bodyPr/>
        <a:lstStyle/>
        <a:p>
          <a:endParaRPr lang="en-US"/>
        </a:p>
      </dgm:t>
    </dgm:pt>
    <dgm:pt modelId="{FD23E50E-297B-44C8-9F1A-9491175AF4FF}">
      <dgm:prSet/>
      <dgm:spPr/>
      <dgm:t>
        <a:bodyPr/>
        <a:lstStyle/>
        <a:p>
          <a:r>
            <a:rPr lang="en-CA"/>
            <a:t>Requiring confirmation before performing the action</a:t>
          </a:r>
          <a:endParaRPr lang="en-US"/>
        </a:p>
      </dgm:t>
    </dgm:pt>
    <dgm:pt modelId="{96A68E6D-CDE0-42B2-A03B-24DBFD61207D}" type="parTrans" cxnId="{2DF08731-E1EA-4AF2-A05A-179CAFC3C534}">
      <dgm:prSet/>
      <dgm:spPr/>
      <dgm:t>
        <a:bodyPr/>
        <a:lstStyle/>
        <a:p>
          <a:endParaRPr lang="en-US"/>
        </a:p>
      </dgm:t>
    </dgm:pt>
    <dgm:pt modelId="{FCB8A2F3-FA87-4231-9530-2E1F7150AF67}" type="sibTrans" cxnId="{2DF08731-E1EA-4AF2-A05A-179CAFC3C534}">
      <dgm:prSet/>
      <dgm:spPr/>
      <dgm:t>
        <a:bodyPr/>
        <a:lstStyle/>
        <a:p>
          <a:endParaRPr lang="en-US"/>
        </a:p>
      </dgm:t>
    </dgm:pt>
    <dgm:pt modelId="{04C77EB2-0DA9-474A-9455-52CBF7CF2901}">
      <dgm:prSet/>
      <dgm:spPr/>
      <dgm:t>
        <a:bodyPr/>
        <a:lstStyle/>
        <a:p>
          <a:r>
            <a:rPr lang="en-CA"/>
            <a:t>Could require double clicking, or other modifications to the input</a:t>
          </a:r>
          <a:endParaRPr lang="en-US"/>
        </a:p>
      </dgm:t>
    </dgm:pt>
    <dgm:pt modelId="{2A9A24A9-A5A1-4921-A7A3-CDF6BDCFFEAF}" type="parTrans" cxnId="{2E47ED65-94F7-44D2-BA9B-3DBC7EAADAE3}">
      <dgm:prSet/>
      <dgm:spPr/>
      <dgm:t>
        <a:bodyPr/>
        <a:lstStyle/>
        <a:p>
          <a:endParaRPr lang="en-US"/>
        </a:p>
      </dgm:t>
    </dgm:pt>
    <dgm:pt modelId="{6458D95F-BFD5-403A-BCC9-E0D45D1D2BB9}" type="sibTrans" cxnId="{2E47ED65-94F7-44D2-BA9B-3DBC7EAADAE3}">
      <dgm:prSet/>
      <dgm:spPr/>
      <dgm:t>
        <a:bodyPr/>
        <a:lstStyle/>
        <a:p>
          <a:endParaRPr lang="en-US"/>
        </a:p>
      </dgm:t>
    </dgm:pt>
    <dgm:pt modelId="{43B4727A-3F03-473C-B384-CA2956841F62}" type="pres">
      <dgm:prSet presAssocID="{4095DFBC-F66A-4D87-95F8-3A750B5CFEEA}" presName="root" presStyleCnt="0">
        <dgm:presLayoutVars>
          <dgm:dir/>
          <dgm:resizeHandles val="exact"/>
        </dgm:presLayoutVars>
      </dgm:prSet>
      <dgm:spPr/>
    </dgm:pt>
    <dgm:pt modelId="{84BD70DA-BD24-4962-A7FA-C897835CF8B6}" type="pres">
      <dgm:prSet presAssocID="{4095DFBC-F66A-4D87-95F8-3A750B5CFEEA}" presName="container" presStyleCnt="0">
        <dgm:presLayoutVars>
          <dgm:dir/>
          <dgm:resizeHandles val="exact"/>
        </dgm:presLayoutVars>
      </dgm:prSet>
      <dgm:spPr/>
    </dgm:pt>
    <dgm:pt modelId="{3BC00059-96CE-4B8E-A190-46829D992DCF}" type="pres">
      <dgm:prSet presAssocID="{633B54C6-A183-4902-8C14-E61A82B27044}" presName="compNode" presStyleCnt="0"/>
      <dgm:spPr/>
    </dgm:pt>
    <dgm:pt modelId="{44C0EDB6-4CC9-4B92-879B-77439775CE05}" type="pres">
      <dgm:prSet presAssocID="{633B54C6-A183-4902-8C14-E61A82B27044}" presName="iconBgRect" presStyleLbl="bgShp" presStyleIdx="0" presStyleCnt="4"/>
      <dgm:spPr/>
    </dgm:pt>
    <dgm:pt modelId="{A347487D-5569-4468-8A6B-9ED4423D741D}" type="pres">
      <dgm:prSet presAssocID="{633B54C6-A183-4902-8C14-E61A82B2704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roFemale"/>
        </a:ext>
      </dgm:extLst>
    </dgm:pt>
    <dgm:pt modelId="{A1083C11-44C7-4363-9B06-FCFDE9701FC2}" type="pres">
      <dgm:prSet presAssocID="{633B54C6-A183-4902-8C14-E61A82B27044}" presName="spaceRect" presStyleCnt="0"/>
      <dgm:spPr/>
    </dgm:pt>
    <dgm:pt modelId="{A47F212F-DB82-4AC7-98E2-EB95C2A0CD47}" type="pres">
      <dgm:prSet presAssocID="{633B54C6-A183-4902-8C14-E61A82B27044}" presName="textRect" presStyleLbl="revTx" presStyleIdx="0" presStyleCnt="4">
        <dgm:presLayoutVars>
          <dgm:chMax val="1"/>
          <dgm:chPref val="1"/>
        </dgm:presLayoutVars>
      </dgm:prSet>
      <dgm:spPr/>
    </dgm:pt>
    <dgm:pt modelId="{8C0FEE49-8411-44BF-8A8C-918D83A2DC7F}" type="pres">
      <dgm:prSet presAssocID="{3480F978-F255-4B69-A063-C7C2597FA70F}" presName="sibTrans" presStyleLbl="sibTrans2D1" presStyleIdx="0" presStyleCnt="0"/>
      <dgm:spPr/>
    </dgm:pt>
    <dgm:pt modelId="{B056F6A4-C33F-4B7D-AB1F-C54423346636}" type="pres">
      <dgm:prSet presAssocID="{603012B4-14EE-424C-A9E5-69E04A9C42EA}" presName="compNode" presStyleCnt="0"/>
      <dgm:spPr/>
    </dgm:pt>
    <dgm:pt modelId="{66731BDE-C845-4B2B-AE45-5095D91C4BE4}" type="pres">
      <dgm:prSet presAssocID="{603012B4-14EE-424C-A9E5-69E04A9C42EA}" presName="iconBgRect" presStyleLbl="bgShp" presStyleIdx="1" presStyleCnt="4"/>
      <dgm:spPr/>
    </dgm:pt>
    <dgm:pt modelId="{85FE97DC-20E6-420D-85B3-8A1565879EED}" type="pres">
      <dgm:prSet presAssocID="{603012B4-14EE-424C-A9E5-69E04A9C42E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E663AF8C-C25A-46DB-A679-9E14E0D41B10}" type="pres">
      <dgm:prSet presAssocID="{603012B4-14EE-424C-A9E5-69E04A9C42EA}" presName="spaceRect" presStyleCnt="0"/>
      <dgm:spPr/>
    </dgm:pt>
    <dgm:pt modelId="{2EFF505D-CB53-4D55-B12D-CAF20EC6A720}" type="pres">
      <dgm:prSet presAssocID="{603012B4-14EE-424C-A9E5-69E04A9C42EA}" presName="textRect" presStyleLbl="revTx" presStyleIdx="1" presStyleCnt="4">
        <dgm:presLayoutVars>
          <dgm:chMax val="1"/>
          <dgm:chPref val="1"/>
        </dgm:presLayoutVars>
      </dgm:prSet>
      <dgm:spPr/>
    </dgm:pt>
    <dgm:pt modelId="{2ECFE230-E70F-4231-8BA2-8A17FF2720AC}" type="pres">
      <dgm:prSet presAssocID="{34D22A81-6FE9-4B9F-9D40-2BAB114A4200}" presName="sibTrans" presStyleLbl="sibTrans2D1" presStyleIdx="0" presStyleCnt="0"/>
      <dgm:spPr/>
    </dgm:pt>
    <dgm:pt modelId="{E61963B9-CD6E-44C6-875E-3BEE86869B91}" type="pres">
      <dgm:prSet presAssocID="{FD23E50E-297B-44C8-9F1A-9491175AF4FF}" presName="compNode" presStyleCnt="0"/>
      <dgm:spPr/>
    </dgm:pt>
    <dgm:pt modelId="{C6AA053E-3DEB-4493-939F-F8E138A493F7}" type="pres">
      <dgm:prSet presAssocID="{FD23E50E-297B-44C8-9F1A-9491175AF4FF}" presName="iconBgRect" presStyleLbl="bgShp" presStyleIdx="2" presStyleCnt="4"/>
      <dgm:spPr/>
    </dgm:pt>
    <dgm:pt modelId="{D6A53D55-7372-46BE-A507-7A5EBBC12549}" type="pres">
      <dgm:prSet presAssocID="{FD23E50E-297B-44C8-9F1A-9491175AF4F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CEDC275-172E-4793-BC7C-498A8EC79003}" type="pres">
      <dgm:prSet presAssocID="{FD23E50E-297B-44C8-9F1A-9491175AF4FF}" presName="spaceRect" presStyleCnt="0"/>
      <dgm:spPr/>
    </dgm:pt>
    <dgm:pt modelId="{F9920F77-0805-49EB-AD68-E9874177422F}" type="pres">
      <dgm:prSet presAssocID="{FD23E50E-297B-44C8-9F1A-9491175AF4FF}" presName="textRect" presStyleLbl="revTx" presStyleIdx="2" presStyleCnt="4">
        <dgm:presLayoutVars>
          <dgm:chMax val="1"/>
          <dgm:chPref val="1"/>
        </dgm:presLayoutVars>
      </dgm:prSet>
      <dgm:spPr/>
    </dgm:pt>
    <dgm:pt modelId="{1556B7A1-F95E-4883-AA1B-0C2CA129108F}" type="pres">
      <dgm:prSet presAssocID="{FCB8A2F3-FA87-4231-9530-2E1F7150AF67}" presName="sibTrans" presStyleLbl="sibTrans2D1" presStyleIdx="0" presStyleCnt="0"/>
      <dgm:spPr/>
    </dgm:pt>
    <dgm:pt modelId="{6C14BB51-97BE-4657-8254-FA7C00804F19}" type="pres">
      <dgm:prSet presAssocID="{04C77EB2-0DA9-474A-9455-52CBF7CF2901}" presName="compNode" presStyleCnt="0"/>
      <dgm:spPr/>
    </dgm:pt>
    <dgm:pt modelId="{843877DF-87E2-47E1-828C-C3A263D75486}" type="pres">
      <dgm:prSet presAssocID="{04C77EB2-0DA9-474A-9455-52CBF7CF2901}" presName="iconBgRect" presStyleLbl="bgShp" presStyleIdx="3" presStyleCnt="4"/>
      <dgm:spPr/>
    </dgm:pt>
    <dgm:pt modelId="{05BFAD12-BA67-4574-B469-A5AB52FF0E56}" type="pres">
      <dgm:prSet presAssocID="{04C77EB2-0DA9-474A-9455-52CBF7CF290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6876F1DE-5230-4150-A3B9-63B448A7AC9C}" type="pres">
      <dgm:prSet presAssocID="{04C77EB2-0DA9-474A-9455-52CBF7CF2901}" presName="spaceRect" presStyleCnt="0"/>
      <dgm:spPr/>
    </dgm:pt>
    <dgm:pt modelId="{E15367E4-C739-4669-826A-38101453D975}" type="pres">
      <dgm:prSet presAssocID="{04C77EB2-0DA9-474A-9455-52CBF7CF290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0B78E14-A16C-4E09-A973-CED5BCB7868C}" type="presOf" srcId="{4095DFBC-F66A-4D87-95F8-3A750B5CFEEA}" destId="{43B4727A-3F03-473C-B384-CA2956841F62}" srcOrd="0" destOrd="0" presId="urn:microsoft.com/office/officeart/2018/2/layout/IconCircleList"/>
    <dgm:cxn modelId="{2DF08731-E1EA-4AF2-A05A-179CAFC3C534}" srcId="{4095DFBC-F66A-4D87-95F8-3A750B5CFEEA}" destId="{FD23E50E-297B-44C8-9F1A-9491175AF4FF}" srcOrd="2" destOrd="0" parTransId="{96A68E6D-CDE0-42B2-A03B-24DBFD61207D}" sibTransId="{FCB8A2F3-FA87-4231-9530-2E1F7150AF67}"/>
    <dgm:cxn modelId="{83199C37-86A2-4833-9E3A-F2DE0FEF5A2E}" type="presOf" srcId="{34D22A81-6FE9-4B9F-9D40-2BAB114A4200}" destId="{2ECFE230-E70F-4231-8BA2-8A17FF2720AC}" srcOrd="0" destOrd="0" presId="urn:microsoft.com/office/officeart/2018/2/layout/IconCircleList"/>
    <dgm:cxn modelId="{D7626843-FFFC-4FBB-ADD3-96BE7580E419}" type="presOf" srcId="{FD23E50E-297B-44C8-9F1A-9491175AF4FF}" destId="{F9920F77-0805-49EB-AD68-E9874177422F}" srcOrd="0" destOrd="0" presId="urn:microsoft.com/office/officeart/2018/2/layout/IconCircleList"/>
    <dgm:cxn modelId="{2E47ED65-94F7-44D2-BA9B-3DBC7EAADAE3}" srcId="{4095DFBC-F66A-4D87-95F8-3A750B5CFEEA}" destId="{04C77EB2-0DA9-474A-9455-52CBF7CF2901}" srcOrd="3" destOrd="0" parTransId="{2A9A24A9-A5A1-4921-A7A3-CDF6BDCFFEAF}" sibTransId="{6458D95F-BFD5-403A-BCC9-E0D45D1D2BB9}"/>
    <dgm:cxn modelId="{74EFB954-2FCF-4AE3-BDE6-161698BCBE7C}" srcId="{4095DFBC-F66A-4D87-95F8-3A750B5CFEEA}" destId="{603012B4-14EE-424C-A9E5-69E04A9C42EA}" srcOrd="1" destOrd="0" parTransId="{58975885-C830-4E74-B23C-B8A865F46E64}" sibTransId="{34D22A81-6FE9-4B9F-9D40-2BAB114A4200}"/>
    <dgm:cxn modelId="{1181A897-525E-4E46-B0B0-0959100640C7}" type="presOf" srcId="{603012B4-14EE-424C-A9E5-69E04A9C42EA}" destId="{2EFF505D-CB53-4D55-B12D-CAF20EC6A720}" srcOrd="0" destOrd="0" presId="urn:microsoft.com/office/officeart/2018/2/layout/IconCircleList"/>
    <dgm:cxn modelId="{6A77DC9B-057F-4C01-86EE-380A8372478A}" type="presOf" srcId="{3480F978-F255-4B69-A063-C7C2597FA70F}" destId="{8C0FEE49-8411-44BF-8A8C-918D83A2DC7F}" srcOrd="0" destOrd="0" presId="urn:microsoft.com/office/officeart/2018/2/layout/IconCircleList"/>
    <dgm:cxn modelId="{B703DCD2-6321-408F-A67E-80E53C47AD5C}" srcId="{4095DFBC-F66A-4D87-95F8-3A750B5CFEEA}" destId="{633B54C6-A183-4902-8C14-E61A82B27044}" srcOrd="0" destOrd="0" parTransId="{1E08166E-C6BB-4F61-AD63-538EB3DC6527}" sibTransId="{3480F978-F255-4B69-A063-C7C2597FA70F}"/>
    <dgm:cxn modelId="{D30CF2D3-BC8F-45EA-816C-B082244187C2}" type="presOf" srcId="{FCB8A2F3-FA87-4231-9530-2E1F7150AF67}" destId="{1556B7A1-F95E-4883-AA1B-0C2CA129108F}" srcOrd="0" destOrd="0" presId="urn:microsoft.com/office/officeart/2018/2/layout/IconCircleList"/>
    <dgm:cxn modelId="{C1004EE0-0076-49DF-ACE3-5B9659A90151}" type="presOf" srcId="{04C77EB2-0DA9-474A-9455-52CBF7CF2901}" destId="{E15367E4-C739-4669-826A-38101453D975}" srcOrd="0" destOrd="0" presId="urn:microsoft.com/office/officeart/2018/2/layout/IconCircleList"/>
    <dgm:cxn modelId="{5904D8E6-9083-4C77-9732-2E9C4DF8C850}" type="presOf" srcId="{633B54C6-A183-4902-8C14-E61A82B27044}" destId="{A47F212F-DB82-4AC7-98E2-EB95C2A0CD47}" srcOrd="0" destOrd="0" presId="urn:microsoft.com/office/officeart/2018/2/layout/IconCircleList"/>
    <dgm:cxn modelId="{A68E98BE-35D5-4F52-B052-1443FE91D31F}" type="presParOf" srcId="{43B4727A-3F03-473C-B384-CA2956841F62}" destId="{84BD70DA-BD24-4962-A7FA-C897835CF8B6}" srcOrd="0" destOrd="0" presId="urn:microsoft.com/office/officeart/2018/2/layout/IconCircleList"/>
    <dgm:cxn modelId="{78F9F290-853E-478D-BC67-21B6D6D8B3C8}" type="presParOf" srcId="{84BD70DA-BD24-4962-A7FA-C897835CF8B6}" destId="{3BC00059-96CE-4B8E-A190-46829D992DCF}" srcOrd="0" destOrd="0" presId="urn:microsoft.com/office/officeart/2018/2/layout/IconCircleList"/>
    <dgm:cxn modelId="{3E577022-0884-4B92-A7BA-CF9530497925}" type="presParOf" srcId="{3BC00059-96CE-4B8E-A190-46829D992DCF}" destId="{44C0EDB6-4CC9-4B92-879B-77439775CE05}" srcOrd="0" destOrd="0" presId="urn:microsoft.com/office/officeart/2018/2/layout/IconCircleList"/>
    <dgm:cxn modelId="{2F5F5A7A-5FC1-4AF5-88BB-89714EB5680B}" type="presParOf" srcId="{3BC00059-96CE-4B8E-A190-46829D992DCF}" destId="{A347487D-5569-4468-8A6B-9ED4423D741D}" srcOrd="1" destOrd="0" presId="urn:microsoft.com/office/officeart/2018/2/layout/IconCircleList"/>
    <dgm:cxn modelId="{9A9D8B83-B57D-4169-B7FE-E000CB9C11B0}" type="presParOf" srcId="{3BC00059-96CE-4B8E-A190-46829D992DCF}" destId="{A1083C11-44C7-4363-9B06-FCFDE9701FC2}" srcOrd="2" destOrd="0" presId="urn:microsoft.com/office/officeart/2018/2/layout/IconCircleList"/>
    <dgm:cxn modelId="{B1E06F3E-8089-45B0-AA1C-D7BAA827BED8}" type="presParOf" srcId="{3BC00059-96CE-4B8E-A190-46829D992DCF}" destId="{A47F212F-DB82-4AC7-98E2-EB95C2A0CD47}" srcOrd="3" destOrd="0" presId="urn:microsoft.com/office/officeart/2018/2/layout/IconCircleList"/>
    <dgm:cxn modelId="{05EEF8DE-0A13-41A5-A350-E3F0F6366DD2}" type="presParOf" srcId="{84BD70DA-BD24-4962-A7FA-C897835CF8B6}" destId="{8C0FEE49-8411-44BF-8A8C-918D83A2DC7F}" srcOrd="1" destOrd="0" presId="urn:microsoft.com/office/officeart/2018/2/layout/IconCircleList"/>
    <dgm:cxn modelId="{AE932F4A-3868-487C-BB6F-9F1A1034A13D}" type="presParOf" srcId="{84BD70DA-BD24-4962-A7FA-C897835CF8B6}" destId="{B056F6A4-C33F-4B7D-AB1F-C54423346636}" srcOrd="2" destOrd="0" presId="urn:microsoft.com/office/officeart/2018/2/layout/IconCircleList"/>
    <dgm:cxn modelId="{A2BC908A-F21F-4C08-B139-72851E1A1389}" type="presParOf" srcId="{B056F6A4-C33F-4B7D-AB1F-C54423346636}" destId="{66731BDE-C845-4B2B-AE45-5095D91C4BE4}" srcOrd="0" destOrd="0" presId="urn:microsoft.com/office/officeart/2018/2/layout/IconCircleList"/>
    <dgm:cxn modelId="{8902F6D3-5447-45A9-9E3F-CF85A50E441A}" type="presParOf" srcId="{B056F6A4-C33F-4B7D-AB1F-C54423346636}" destId="{85FE97DC-20E6-420D-85B3-8A1565879EED}" srcOrd="1" destOrd="0" presId="urn:microsoft.com/office/officeart/2018/2/layout/IconCircleList"/>
    <dgm:cxn modelId="{92C27369-1EB9-418E-B9BE-8E75FCF09A96}" type="presParOf" srcId="{B056F6A4-C33F-4B7D-AB1F-C54423346636}" destId="{E663AF8C-C25A-46DB-A679-9E14E0D41B10}" srcOrd="2" destOrd="0" presId="urn:microsoft.com/office/officeart/2018/2/layout/IconCircleList"/>
    <dgm:cxn modelId="{9F71DF67-1692-4B2B-937C-987D26EA60FE}" type="presParOf" srcId="{B056F6A4-C33F-4B7D-AB1F-C54423346636}" destId="{2EFF505D-CB53-4D55-B12D-CAF20EC6A720}" srcOrd="3" destOrd="0" presId="urn:microsoft.com/office/officeart/2018/2/layout/IconCircleList"/>
    <dgm:cxn modelId="{21232E97-8BCA-4A59-86B7-69E35027E465}" type="presParOf" srcId="{84BD70DA-BD24-4962-A7FA-C897835CF8B6}" destId="{2ECFE230-E70F-4231-8BA2-8A17FF2720AC}" srcOrd="3" destOrd="0" presId="urn:microsoft.com/office/officeart/2018/2/layout/IconCircleList"/>
    <dgm:cxn modelId="{DA387D13-B877-4D3E-957A-EAC8148F2E75}" type="presParOf" srcId="{84BD70DA-BD24-4962-A7FA-C897835CF8B6}" destId="{E61963B9-CD6E-44C6-875E-3BEE86869B91}" srcOrd="4" destOrd="0" presId="urn:microsoft.com/office/officeart/2018/2/layout/IconCircleList"/>
    <dgm:cxn modelId="{D33828D5-6EF8-4236-ABDE-D19E4B0FCA7D}" type="presParOf" srcId="{E61963B9-CD6E-44C6-875E-3BEE86869B91}" destId="{C6AA053E-3DEB-4493-939F-F8E138A493F7}" srcOrd="0" destOrd="0" presId="urn:microsoft.com/office/officeart/2018/2/layout/IconCircleList"/>
    <dgm:cxn modelId="{7196B1C0-DAC9-4802-8A57-9048DC08E5B1}" type="presParOf" srcId="{E61963B9-CD6E-44C6-875E-3BEE86869B91}" destId="{D6A53D55-7372-46BE-A507-7A5EBBC12549}" srcOrd="1" destOrd="0" presId="urn:microsoft.com/office/officeart/2018/2/layout/IconCircleList"/>
    <dgm:cxn modelId="{56DB2CC6-1441-4429-9F3A-0C9FDDC2A611}" type="presParOf" srcId="{E61963B9-CD6E-44C6-875E-3BEE86869B91}" destId="{0CEDC275-172E-4793-BC7C-498A8EC79003}" srcOrd="2" destOrd="0" presId="urn:microsoft.com/office/officeart/2018/2/layout/IconCircleList"/>
    <dgm:cxn modelId="{36257966-1A74-459E-825F-01486D387599}" type="presParOf" srcId="{E61963B9-CD6E-44C6-875E-3BEE86869B91}" destId="{F9920F77-0805-49EB-AD68-E9874177422F}" srcOrd="3" destOrd="0" presId="urn:microsoft.com/office/officeart/2018/2/layout/IconCircleList"/>
    <dgm:cxn modelId="{39D49A0C-BD25-43A0-BDEF-623563ECC464}" type="presParOf" srcId="{84BD70DA-BD24-4962-A7FA-C897835CF8B6}" destId="{1556B7A1-F95E-4883-AA1B-0C2CA129108F}" srcOrd="5" destOrd="0" presId="urn:microsoft.com/office/officeart/2018/2/layout/IconCircleList"/>
    <dgm:cxn modelId="{0E743729-A571-43E9-BBBD-4601EB6E3CAE}" type="presParOf" srcId="{84BD70DA-BD24-4962-A7FA-C897835CF8B6}" destId="{6C14BB51-97BE-4657-8254-FA7C00804F19}" srcOrd="6" destOrd="0" presId="urn:microsoft.com/office/officeart/2018/2/layout/IconCircleList"/>
    <dgm:cxn modelId="{802F2326-49B3-4989-AED5-DCB0DED470C1}" type="presParOf" srcId="{6C14BB51-97BE-4657-8254-FA7C00804F19}" destId="{843877DF-87E2-47E1-828C-C3A263D75486}" srcOrd="0" destOrd="0" presId="urn:microsoft.com/office/officeart/2018/2/layout/IconCircleList"/>
    <dgm:cxn modelId="{58A30100-A263-4C72-887C-F276E557BB24}" type="presParOf" srcId="{6C14BB51-97BE-4657-8254-FA7C00804F19}" destId="{05BFAD12-BA67-4574-B469-A5AB52FF0E56}" srcOrd="1" destOrd="0" presId="urn:microsoft.com/office/officeart/2018/2/layout/IconCircleList"/>
    <dgm:cxn modelId="{84608E7E-848C-4D26-BA2B-422A8C75EF66}" type="presParOf" srcId="{6C14BB51-97BE-4657-8254-FA7C00804F19}" destId="{6876F1DE-5230-4150-A3B9-63B448A7AC9C}" srcOrd="2" destOrd="0" presId="urn:microsoft.com/office/officeart/2018/2/layout/IconCircleList"/>
    <dgm:cxn modelId="{4FB7F5BE-97B6-45FC-8690-340108A60BCE}" type="presParOf" srcId="{6C14BB51-97BE-4657-8254-FA7C00804F19}" destId="{E15367E4-C739-4669-826A-38101453D97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7B4A44F-C057-4342-BDCE-29969FD6E06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ACA4B12-7977-4A65-9051-53C272BEB6E0}">
      <dgm:prSet/>
      <dgm:spPr/>
      <dgm:t>
        <a:bodyPr/>
        <a:lstStyle/>
        <a:p>
          <a:pPr>
            <a:defRPr b="1"/>
          </a:pPr>
          <a:r>
            <a:rPr lang="en-CA"/>
            <a:t>Greying out buttons</a:t>
          </a:r>
          <a:endParaRPr lang="en-US"/>
        </a:p>
      </dgm:t>
    </dgm:pt>
    <dgm:pt modelId="{6A935F08-9EB9-4F56-8BB1-0CF01337A8B3}" type="parTrans" cxnId="{83E687F8-2E58-4A17-917B-45BF79F19C74}">
      <dgm:prSet/>
      <dgm:spPr/>
      <dgm:t>
        <a:bodyPr/>
        <a:lstStyle/>
        <a:p>
          <a:endParaRPr lang="en-US"/>
        </a:p>
      </dgm:t>
    </dgm:pt>
    <dgm:pt modelId="{AB00BF99-FF8D-4435-B74C-4AD4F41BBCCA}" type="sibTrans" cxnId="{83E687F8-2E58-4A17-917B-45BF79F19C74}">
      <dgm:prSet/>
      <dgm:spPr/>
      <dgm:t>
        <a:bodyPr/>
        <a:lstStyle/>
        <a:p>
          <a:endParaRPr lang="en-US"/>
        </a:p>
      </dgm:t>
    </dgm:pt>
    <dgm:pt modelId="{16187AB2-D001-405B-A591-8CA83055AE7E}">
      <dgm:prSet/>
      <dgm:spPr/>
      <dgm:t>
        <a:bodyPr/>
        <a:lstStyle/>
        <a:p>
          <a:pPr>
            <a:defRPr b="1"/>
          </a:pPr>
          <a:r>
            <a:rPr lang="en-CA"/>
            <a:t>Hiding state based HUD when the state information isn’t important.</a:t>
          </a:r>
          <a:endParaRPr lang="en-US"/>
        </a:p>
      </dgm:t>
    </dgm:pt>
    <dgm:pt modelId="{5C05C8C6-F34A-4457-B038-0461C48066E4}" type="parTrans" cxnId="{B99E545A-9A14-4BCB-93CC-CF8344570B9A}">
      <dgm:prSet/>
      <dgm:spPr/>
      <dgm:t>
        <a:bodyPr/>
        <a:lstStyle/>
        <a:p>
          <a:endParaRPr lang="en-US"/>
        </a:p>
      </dgm:t>
    </dgm:pt>
    <dgm:pt modelId="{2E412E63-8AEF-4BB9-8D66-C71B4BE76C51}" type="sibTrans" cxnId="{B99E545A-9A14-4BCB-93CC-CF8344570B9A}">
      <dgm:prSet/>
      <dgm:spPr/>
      <dgm:t>
        <a:bodyPr/>
        <a:lstStyle/>
        <a:p>
          <a:endParaRPr lang="en-US"/>
        </a:p>
      </dgm:t>
    </dgm:pt>
    <dgm:pt modelId="{B477EBD0-2774-4940-924F-A224AD1C5756}">
      <dgm:prSet/>
      <dgm:spPr/>
      <dgm:t>
        <a:bodyPr/>
        <a:lstStyle/>
        <a:p>
          <a:r>
            <a:rPr lang="en-CA"/>
            <a:t>Only show health when health is less than 100%</a:t>
          </a:r>
          <a:endParaRPr lang="en-US"/>
        </a:p>
      </dgm:t>
    </dgm:pt>
    <dgm:pt modelId="{B0B8C29B-290B-4AE8-8EFF-295BC1430C3A}" type="parTrans" cxnId="{C21DC94E-07FA-4EAE-93D7-66AAA721B299}">
      <dgm:prSet/>
      <dgm:spPr/>
      <dgm:t>
        <a:bodyPr/>
        <a:lstStyle/>
        <a:p>
          <a:endParaRPr lang="en-US"/>
        </a:p>
      </dgm:t>
    </dgm:pt>
    <dgm:pt modelId="{06E32224-C710-459D-A650-0A18C006989A}" type="sibTrans" cxnId="{C21DC94E-07FA-4EAE-93D7-66AAA721B299}">
      <dgm:prSet/>
      <dgm:spPr/>
      <dgm:t>
        <a:bodyPr/>
        <a:lstStyle/>
        <a:p>
          <a:endParaRPr lang="en-US"/>
        </a:p>
      </dgm:t>
    </dgm:pt>
    <dgm:pt modelId="{705D244F-0ED5-4525-B0CB-C7B61A6D226B}">
      <dgm:prSet/>
      <dgm:spPr/>
      <dgm:t>
        <a:bodyPr/>
        <a:lstStyle/>
        <a:p>
          <a:pPr>
            <a:defRPr b="1"/>
          </a:pPr>
          <a:r>
            <a:rPr lang="en-CA" dirty="0"/>
            <a:t>Zooming in on a specific area of the game world to ignore the res</a:t>
          </a:r>
          <a:endParaRPr lang="en-US" dirty="0"/>
        </a:p>
      </dgm:t>
    </dgm:pt>
    <dgm:pt modelId="{A25AAD85-135C-49C7-BFB0-D43B7089892D}" type="parTrans" cxnId="{052D0470-02E1-4626-8203-44B3F0A14720}">
      <dgm:prSet/>
      <dgm:spPr/>
      <dgm:t>
        <a:bodyPr/>
        <a:lstStyle/>
        <a:p>
          <a:endParaRPr lang="en-US"/>
        </a:p>
      </dgm:t>
    </dgm:pt>
    <dgm:pt modelId="{44CAA7A6-1DE2-41E6-BE7C-3E1ED9CF9673}" type="sibTrans" cxnId="{052D0470-02E1-4626-8203-44B3F0A14720}">
      <dgm:prSet/>
      <dgm:spPr/>
      <dgm:t>
        <a:bodyPr/>
        <a:lstStyle/>
        <a:p>
          <a:endParaRPr lang="en-US"/>
        </a:p>
      </dgm:t>
    </dgm:pt>
    <dgm:pt modelId="{BDFB9310-5D45-4C54-A5A3-DE2B793C4D95}" type="pres">
      <dgm:prSet presAssocID="{B7B4A44F-C057-4342-BDCE-29969FD6E069}" presName="root" presStyleCnt="0">
        <dgm:presLayoutVars>
          <dgm:dir/>
          <dgm:resizeHandles val="exact"/>
        </dgm:presLayoutVars>
      </dgm:prSet>
      <dgm:spPr/>
    </dgm:pt>
    <dgm:pt modelId="{0CE0B901-F7AC-4467-BEDC-E4120D49ECF0}" type="pres">
      <dgm:prSet presAssocID="{9ACA4B12-7977-4A65-9051-53C272BEB6E0}" presName="compNode" presStyleCnt="0"/>
      <dgm:spPr/>
    </dgm:pt>
    <dgm:pt modelId="{C5E9D057-8948-4D95-B93B-B700128018B3}" type="pres">
      <dgm:prSet presAssocID="{9ACA4B12-7977-4A65-9051-53C272BEB6E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stache Face with Solid Fill"/>
        </a:ext>
      </dgm:extLst>
    </dgm:pt>
    <dgm:pt modelId="{9FE46A4E-5DAB-4F3E-BB99-FBFB32BA6881}" type="pres">
      <dgm:prSet presAssocID="{9ACA4B12-7977-4A65-9051-53C272BEB6E0}" presName="iconSpace" presStyleCnt="0"/>
      <dgm:spPr/>
    </dgm:pt>
    <dgm:pt modelId="{2608D78A-DCC9-4358-9C45-8DB41A3593C4}" type="pres">
      <dgm:prSet presAssocID="{9ACA4B12-7977-4A65-9051-53C272BEB6E0}" presName="parTx" presStyleLbl="revTx" presStyleIdx="0" presStyleCnt="6">
        <dgm:presLayoutVars>
          <dgm:chMax val="0"/>
          <dgm:chPref val="0"/>
        </dgm:presLayoutVars>
      </dgm:prSet>
      <dgm:spPr/>
    </dgm:pt>
    <dgm:pt modelId="{9DCA9536-C0CB-4E44-A018-3743CCB91D3F}" type="pres">
      <dgm:prSet presAssocID="{9ACA4B12-7977-4A65-9051-53C272BEB6E0}" presName="txSpace" presStyleCnt="0"/>
      <dgm:spPr/>
    </dgm:pt>
    <dgm:pt modelId="{59EDFB97-52D5-4358-B1C6-11F79D2D71E8}" type="pres">
      <dgm:prSet presAssocID="{9ACA4B12-7977-4A65-9051-53C272BEB6E0}" presName="desTx" presStyleLbl="revTx" presStyleIdx="1" presStyleCnt="6">
        <dgm:presLayoutVars/>
      </dgm:prSet>
      <dgm:spPr/>
    </dgm:pt>
    <dgm:pt modelId="{22776595-C90C-46B6-B548-D9EA6718D546}" type="pres">
      <dgm:prSet presAssocID="{AB00BF99-FF8D-4435-B74C-4AD4F41BBCCA}" presName="sibTrans" presStyleCnt="0"/>
      <dgm:spPr/>
    </dgm:pt>
    <dgm:pt modelId="{98840DBA-EAF3-444F-920A-D9B7B149F456}" type="pres">
      <dgm:prSet presAssocID="{16187AB2-D001-405B-A591-8CA83055AE7E}" presName="compNode" presStyleCnt="0"/>
      <dgm:spPr/>
    </dgm:pt>
    <dgm:pt modelId="{691DC388-6775-4932-A471-2F211C7E7271}" type="pres">
      <dgm:prSet presAssocID="{16187AB2-D001-405B-A591-8CA83055AE7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64EF3756-9D7F-46EE-990A-F4943C76F5E6}" type="pres">
      <dgm:prSet presAssocID="{16187AB2-D001-405B-A591-8CA83055AE7E}" presName="iconSpace" presStyleCnt="0"/>
      <dgm:spPr/>
    </dgm:pt>
    <dgm:pt modelId="{6B4FB327-7F49-45B0-8216-7CF5910D03F5}" type="pres">
      <dgm:prSet presAssocID="{16187AB2-D001-405B-A591-8CA83055AE7E}" presName="parTx" presStyleLbl="revTx" presStyleIdx="2" presStyleCnt="6">
        <dgm:presLayoutVars>
          <dgm:chMax val="0"/>
          <dgm:chPref val="0"/>
        </dgm:presLayoutVars>
      </dgm:prSet>
      <dgm:spPr/>
    </dgm:pt>
    <dgm:pt modelId="{A71D75CD-AB97-4B8C-8E99-E00B5673114C}" type="pres">
      <dgm:prSet presAssocID="{16187AB2-D001-405B-A591-8CA83055AE7E}" presName="txSpace" presStyleCnt="0"/>
      <dgm:spPr/>
    </dgm:pt>
    <dgm:pt modelId="{2BC7DB4A-1BE2-4D82-8EAE-FA75B9D09B8A}" type="pres">
      <dgm:prSet presAssocID="{16187AB2-D001-405B-A591-8CA83055AE7E}" presName="desTx" presStyleLbl="revTx" presStyleIdx="3" presStyleCnt="6">
        <dgm:presLayoutVars/>
      </dgm:prSet>
      <dgm:spPr/>
    </dgm:pt>
    <dgm:pt modelId="{14D5C5F1-65E6-433F-8FF3-5AB521F42263}" type="pres">
      <dgm:prSet presAssocID="{2E412E63-8AEF-4BB9-8D66-C71B4BE76C51}" presName="sibTrans" presStyleCnt="0"/>
      <dgm:spPr/>
    </dgm:pt>
    <dgm:pt modelId="{A161FCFD-DFF5-44CB-A1E4-C31AD2DD834A}" type="pres">
      <dgm:prSet presAssocID="{705D244F-0ED5-4525-B0CB-C7B61A6D226B}" presName="compNode" presStyleCnt="0"/>
      <dgm:spPr/>
    </dgm:pt>
    <dgm:pt modelId="{6B808671-0FFD-41F5-AEEC-1B06AC2367FE}" type="pres">
      <dgm:prSet presAssocID="{705D244F-0ED5-4525-B0CB-C7B61A6D226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md(terminal)1"/>
        </a:ext>
      </dgm:extLst>
    </dgm:pt>
    <dgm:pt modelId="{1D4A5F74-17A9-4EB4-B80B-8320548652DB}" type="pres">
      <dgm:prSet presAssocID="{705D244F-0ED5-4525-B0CB-C7B61A6D226B}" presName="iconSpace" presStyleCnt="0"/>
      <dgm:spPr/>
    </dgm:pt>
    <dgm:pt modelId="{B198B850-B2A3-49C9-A863-9A0A9D98C892}" type="pres">
      <dgm:prSet presAssocID="{705D244F-0ED5-4525-B0CB-C7B61A6D226B}" presName="parTx" presStyleLbl="revTx" presStyleIdx="4" presStyleCnt="6">
        <dgm:presLayoutVars>
          <dgm:chMax val="0"/>
          <dgm:chPref val="0"/>
        </dgm:presLayoutVars>
      </dgm:prSet>
      <dgm:spPr/>
    </dgm:pt>
    <dgm:pt modelId="{29E7583F-A98F-451F-AF6F-F1ED00A1A0FF}" type="pres">
      <dgm:prSet presAssocID="{705D244F-0ED5-4525-B0CB-C7B61A6D226B}" presName="txSpace" presStyleCnt="0"/>
      <dgm:spPr/>
    </dgm:pt>
    <dgm:pt modelId="{DDB460C2-EE82-44DC-944D-B90C0AA5543E}" type="pres">
      <dgm:prSet presAssocID="{705D244F-0ED5-4525-B0CB-C7B61A6D226B}" presName="desTx" presStyleLbl="revTx" presStyleIdx="5" presStyleCnt="6">
        <dgm:presLayoutVars/>
      </dgm:prSet>
      <dgm:spPr/>
    </dgm:pt>
  </dgm:ptLst>
  <dgm:cxnLst>
    <dgm:cxn modelId="{49CF9F35-2F39-4342-BA9E-253C259FD857}" type="presOf" srcId="{9ACA4B12-7977-4A65-9051-53C272BEB6E0}" destId="{2608D78A-DCC9-4358-9C45-8DB41A3593C4}" srcOrd="0" destOrd="0" presId="urn:microsoft.com/office/officeart/2018/5/layout/CenteredIconLabelDescriptionList"/>
    <dgm:cxn modelId="{B5E8ED41-DD42-45F6-8CAC-8EFCBCA4200C}" type="presOf" srcId="{B7B4A44F-C057-4342-BDCE-29969FD6E069}" destId="{BDFB9310-5D45-4C54-A5A3-DE2B793C4D95}" srcOrd="0" destOrd="0" presId="urn:microsoft.com/office/officeart/2018/5/layout/CenteredIconLabelDescriptionList"/>
    <dgm:cxn modelId="{C21DC94E-07FA-4EAE-93D7-66AAA721B299}" srcId="{16187AB2-D001-405B-A591-8CA83055AE7E}" destId="{B477EBD0-2774-4940-924F-A224AD1C5756}" srcOrd="0" destOrd="0" parTransId="{B0B8C29B-290B-4AE8-8EFF-295BC1430C3A}" sibTransId="{06E32224-C710-459D-A650-0A18C006989A}"/>
    <dgm:cxn modelId="{052D0470-02E1-4626-8203-44B3F0A14720}" srcId="{B7B4A44F-C057-4342-BDCE-29969FD6E069}" destId="{705D244F-0ED5-4525-B0CB-C7B61A6D226B}" srcOrd="2" destOrd="0" parTransId="{A25AAD85-135C-49C7-BFB0-D43B7089892D}" sibTransId="{44CAA7A6-1DE2-41E6-BE7C-3E1ED9CF9673}"/>
    <dgm:cxn modelId="{2E968F53-3E4D-418A-AE7C-4C78691AE7D1}" type="presOf" srcId="{705D244F-0ED5-4525-B0CB-C7B61A6D226B}" destId="{B198B850-B2A3-49C9-A863-9A0A9D98C892}" srcOrd="0" destOrd="0" presId="urn:microsoft.com/office/officeart/2018/5/layout/CenteredIconLabelDescriptionList"/>
    <dgm:cxn modelId="{B99E545A-9A14-4BCB-93CC-CF8344570B9A}" srcId="{B7B4A44F-C057-4342-BDCE-29969FD6E069}" destId="{16187AB2-D001-405B-A591-8CA83055AE7E}" srcOrd="1" destOrd="0" parTransId="{5C05C8C6-F34A-4457-B038-0461C48066E4}" sibTransId="{2E412E63-8AEF-4BB9-8D66-C71B4BE76C51}"/>
    <dgm:cxn modelId="{2CA245F6-2918-4309-BE10-900C04BC5BB6}" type="presOf" srcId="{B477EBD0-2774-4940-924F-A224AD1C5756}" destId="{2BC7DB4A-1BE2-4D82-8EAE-FA75B9D09B8A}" srcOrd="0" destOrd="0" presId="urn:microsoft.com/office/officeart/2018/5/layout/CenteredIconLabelDescriptionList"/>
    <dgm:cxn modelId="{83E687F8-2E58-4A17-917B-45BF79F19C74}" srcId="{B7B4A44F-C057-4342-BDCE-29969FD6E069}" destId="{9ACA4B12-7977-4A65-9051-53C272BEB6E0}" srcOrd="0" destOrd="0" parTransId="{6A935F08-9EB9-4F56-8BB1-0CF01337A8B3}" sibTransId="{AB00BF99-FF8D-4435-B74C-4AD4F41BBCCA}"/>
    <dgm:cxn modelId="{DAFDB0FB-2174-4575-9DC8-A6AC7981FB62}" type="presOf" srcId="{16187AB2-D001-405B-A591-8CA83055AE7E}" destId="{6B4FB327-7F49-45B0-8216-7CF5910D03F5}" srcOrd="0" destOrd="0" presId="urn:microsoft.com/office/officeart/2018/5/layout/CenteredIconLabelDescriptionList"/>
    <dgm:cxn modelId="{733D8450-03C4-4BEE-97F0-DE6FBF134A95}" type="presParOf" srcId="{BDFB9310-5D45-4C54-A5A3-DE2B793C4D95}" destId="{0CE0B901-F7AC-4467-BEDC-E4120D49ECF0}" srcOrd="0" destOrd="0" presId="urn:microsoft.com/office/officeart/2018/5/layout/CenteredIconLabelDescriptionList"/>
    <dgm:cxn modelId="{FC137A7E-8575-4818-BDC3-AA545C5EBD25}" type="presParOf" srcId="{0CE0B901-F7AC-4467-BEDC-E4120D49ECF0}" destId="{C5E9D057-8948-4D95-B93B-B700128018B3}" srcOrd="0" destOrd="0" presId="urn:microsoft.com/office/officeart/2018/5/layout/CenteredIconLabelDescriptionList"/>
    <dgm:cxn modelId="{7F3FAC4A-8F27-48D6-9E2B-DFEA05E32A05}" type="presParOf" srcId="{0CE0B901-F7AC-4467-BEDC-E4120D49ECF0}" destId="{9FE46A4E-5DAB-4F3E-BB99-FBFB32BA6881}" srcOrd="1" destOrd="0" presId="urn:microsoft.com/office/officeart/2018/5/layout/CenteredIconLabelDescriptionList"/>
    <dgm:cxn modelId="{657518EB-13AC-4192-B4FC-369F50E3FDC4}" type="presParOf" srcId="{0CE0B901-F7AC-4467-BEDC-E4120D49ECF0}" destId="{2608D78A-DCC9-4358-9C45-8DB41A3593C4}" srcOrd="2" destOrd="0" presId="urn:microsoft.com/office/officeart/2018/5/layout/CenteredIconLabelDescriptionList"/>
    <dgm:cxn modelId="{250B776F-6AAC-4988-BA5D-91625F3255A4}" type="presParOf" srcId="{0CE0B901-F7AC-4467-BEDC-E4120D49ECF0}" destId="{9DCA9536-C0CB-4E44-A018-3743CCB91D3F}" srcOrd="3" destOrd="0" presId="urn:microsoft.com/office/officeart/2018/5/layout/CenteredIconLabelDescriptionList"/>
    <dgm:cxn modelId="{15B1208E-ED87-4FAF-B73F-5BA7A590153D}" type="presParOf" srcId="{0CE0B901-F7AC-4467-BEDC-E4120D49ECF0}" destId="{59EDFB97-52D5-4358-B1C6-11F79D2D71E8}" srcOrd="4" destOrd="0" presId="urn:microsoft.com/office/officeart/2018/5/layout/CenteredIconLabelDescriptionList"/>
    <dgm:cxn modelId="{064547D3-ABE5-4F45-AEAC-BAB7108EC61C}" type="presParOf" srcId="{BDFB9310-5D45-4C54-A5A3-DE2B793C4D95}" destId="{22776595-C90C-46B6-B548-D9EA6718D546}" srcOrd="1" destOrd="0" presId="urn:microsoft.com/office/officeart/2018/5/layout/CenteredIconLabelDescriptionList"/>
    <dgm:cxn modelId="{21821C68-1ABC-4325-BE9A-476353C278E8}" type="presParOf" srcId="{BDFB9310-5D45-4C54-A5A3-DE2B793C4D95}" destId="{98840DBA-EAF3-444F-920A-D9B7B149F456}" srcOrd="2" destOrd="0" presId="urn:microsoft.com/office/officeart/2018/5/layout/CenteredIconLabelDescriptionList"/>
    <dgm:cxn modelId="{34951BBE-BBBE-43BE-808F-A38616F1C7A3}" type="presParOf" srcId="{98840DBA-EAF3-444F-920A-D9B7B149F456}" destId="{691DC388-6775-4932-A471-2F211C7E7271}" srcOrd="0" destOrd="0" presId="urn:microsoft.com/office/officeart/2018/5/layout/CenteredIconLabelDescriptionList"/>
    <dgm:cxn modelId="{C5642B96-718B-4FFF-B563-55E036653822}" type="presParOf" srcId="{98840DBA-EAF3-444F-920A-D9B7B149F456}" destId="{64EF3756-9D7F-46EE-990A-F4943C76F5E6}" srcOrd="1" destOrd="0" presId="urn:microsoft.com/office/officeart/2018/5/layout/CenteredIconLabelDescriptionList"/>
    <dgm:cxn modelId="{BE75784D-F0AB-4FDD-AE6D-45A2FEF010F3}" type="presParOf" srcId="{98840DBA-EAF3-444F-920A-D9B7B149F456}" destId="{6B4FB327-7F49-45B0-8216-7CF5910D03F5}" srcOrd="2" destOrd="0" presId="urn:microsoft.com/office/officeart/2018/5/layout/CenteredIconLabelDescriptionList"/>
    <dgm:cxn modelId="{07BDCEF2-AB34-448D-A00E-98A1B6231247}" type="presParOf" srcId="{98840DBA-EAF3-444F-920A-D9B7B149F456}" destId="{A71D75CD-AB97-4B8C-8E99-E00B5673114C}" srcOrd="3" destOrd="0" presId="urn:microsoft.com/office/officeart/2018/5/layout/CenteredIconLabelDescriptionList"/>
    <dgm:cxn modelId="{4EE056ED-E12F-4F58-B35D-98A60CDE61C2}" type="presParOf" srcId="{98840DBA-EAF3-444F-920A-D9B7B149F456}" destId="{2BC7DB4A-1BE2-4D82-8EAE-FA75B9D09B8A}" srcOrd="4" destOrd="0" presId="urn:microsoft.com/office/officeart/2018/5/layout/CenteredIconLabelDescriptionList"/>
    <dgm:cxn modelId="{9CF28DD9-7D0E-41B8-BCA0-26073E131189}" type="presParOf" srcId="{BDFB9310-5D45-4C54-A5A3-DE2B793C4D95}" destId="{14D5C5F1-65E6-433F-8FF3-5AB521F42263}" srcOrd="3" destOrd="0" presId="urn:microsoft.com/office/officeart/2018/5/layout/CenteredIconLabelDescriptionList"/>
    <dgm:cxn modelId="{3E760BA1-8C52-4721-93F8-2D9376490C0D}" type="presParOf" srcId="{BDFB9310-5D45-4C54-A5A3-DE2B793C4D95}" destId="{A161FCFD-DFF5-44CB-A1E4-C31AD2DD834A}" srcOrd="4" destOrd="0" presId="urn:microsoft.com/office/officeart/2018/5/layout/CenteredIconLabelDescriptionList"/>
    <dgm:cxn modelId="{ECED784E-B4D2-48D7-9473-6FA29F9A609D}" type="presParOf" srcId="{A161FCFD-DFF5-44CB-A1E4-C31AD2DD834A}" destId="{6B808671-0FFD-41F5-AEEC-1B06AC2367FE}" srcOrd="0" destOrd="0" presId="urn:microsoft.com/office/officeart/2018/5/layout/CenteredIconLabelDescriptionList"/>
    <dgm:cxn modelId="{627C3624-CAC7-4601-BBE5-099BCDB8A379}" type="presParOf" srcId="{A161FCFD-DFF5-44CB-A1E4-C31AD2DD834A}" destId="{1D4A5F74-17A9-4EB4-B80B-8320548652DB}" srcOrd="1" destOrd="0" presId="urn:microsoft.com/office/officeart/2018/5/layout/CenteredIconLabelDescriptionList"/>
    <dgm:cxn modelId="{F4804CD3-CE93-4B97-BD08-D7E893C3C915}" type="presParOf" srcId="{A161FCFD-DFF5-44CB-A1E4-C31AD2DD834A}" destId="{B198B850-B2A3-49C9-A863-9A0A9D98C892}" srcOrd="2" destOrd="0" presId="urn:microsoft.com/office/officeart/2018/5/layout/CenteredIconLabelDescriptionList"/>
    <dgm:cxn modelId="{7D115F6F-1A39-4BDE-9200-F65CA551B166}" type="presParOf" srcId="{A161FCFD-DFF5-44CB-A1E4-C31AD2DD834A}" destId="{29E7583F-A98F-451F-AF6F-F1ED00A1A0FF}" srcOrd="3" destOrd="0" presId="urn:microsoft.com/office/officeart/2018/5/layout/CenteredIconLabelDescriptionList"/>
    <dgm:cxn modelId="{008BF745-586C-4B75-9D57-FBDEB70A13A7}" type="presParOf" srcId="{A161FCFD-DFF5-44CB-A1E4-C31AD2DD834A}" destId="{DDB460C2-EE82-44DC-944D-B90C0AA5543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C7169-BB3A-4B59-A0C0-B314207C3110}">
      <dsp:nvSpPr>
        <dsp:cNvPr id="0" name=""/>
        <dsp:cNvSpPr/>
      </dsp:nvSpPr>
      <dsp:spPr>
        <a:xfrm>
          <a:off x="252704" y="136931"/>
          <a:ext cx="1356750" cy="13567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859EEF-CBEC-4F7D-A22C-1CA245128DCD}">
      <dsp:nvSpPr>
        <dsp:cNvPr id="0" name=""/>
        <dsp:cNvSpPr/>
      </dsp:nvSpPr>
      <dsp:spPr>
        <a:xfrm>
          <a:off x="537622" y="421848"/>
          <a:ext cx="786915" cy="7869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E7A33E-9DFB-4A20-8B0F-DA91E7AF6C0D}">
      <dsp:nvSpPr>
        <dsp:cNvPr id="0" name=""/>
        <dsp:cNvSpPr/>
      </dsp:nvSpPr>
      <dsp:spPr>
        <a:xfrm>
          <a:off x="1900188" y="136931"/>
          <a:ext cx="3198055" cy="1356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/>
            <a:t>Returns every member of the container once</a:t>
          </a:r>
          <a:endParaRPr lang="en-US" sz="2400" kern="1200"/>
        </a:p>
      </dsp:txBody>
      <dsp:txXfrm>
        <a:off x="1900188" y="136931"/>
        <a:ext cx="3198055" cy="1356750"/>
      </dsp:txXfrm>
    </dsp:sp>
    <dsp:sp modelId="{9200DEDB-9083-427D-9F04-F75A1CBBBA4A}">
      <dsp:nvSpPr>
        <dsp:cNvPr id="0" name=""/>
        <dsp:cNvSpPr/>
      </dsp:nvSpPr>
      <dsp:spPr>
        <a:xfrm>
          <a:off x="5655480" y="136931"/>
          <a:ext cx="1356750" cy="13567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E89305-0291-4A7A-BFBC-6EB330D2728B}">
      <dsp:nvSpPr>
        <dsp:cNvPr id="0" name=""/>
        <dsp:cNvSpPr/>
      </dsp:nvSpPr>
      <dsp:spPr>
        <a:xfrm>
          <a:off x="5940398" y="421848"/>
          <a:ext cx="786915" cy="7869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D9832C-2502-4015-B74E-F216E3C712E0}">
      <dsp:nvSpPr>
        <dsp:cNvPr id="0" name=""/>
        <dsp:cNvSpPr/>
      </dsp:nvSpPr>
      <dsp:spPr>
        <a:xfrm>
          <a:off x="7302964" y="136931"/>
          <a:ext cx="3198055" cy="1356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/>
            <a:t>Has knowledge of the end of the container</a:t>
          </a:r>
          <a:endParaRPr lang="en-US" sz="2400" kern="1200"/>
        </a:p>
      </dsp:txBody>
      <dsp:txXfrm>
        <a:off x="7302964" y="136931"/>
        <a:ext cx="3198055" cy="1356750"/>
      </dsp:txXfrm>
    </dsp:sp>
    <dsp:sp modelId="{941974BD-31FA-46DD-A8C6-23DCA79D685B}">
      <dsp:nvSpPr>
        <dsp:cNvPr id="0" name=""/>
        <dsp:cNvSpPr/>
      </dsp:nvSpPr>
      <dsp:spPr>
        <a:xfrm>
          <a:off x="252704" y="2105551"/>
          <a:ext cx="1356750" cy="135675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E263DB-6266-4CE7-96C1-28C70671A3CD}">
      <dsp:nvSpPr>
        <dsp:cNvPr id="0" name=""/>
        <dsp:cNvSpPr/>
      </dsp:nvSpPr>
      <dsp:spPr>
        <a:xfrm>
          <a:off x="537622" y="2390469"/>
          <a:ext cx="786915" cy="7869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156CCA-5893-4902-A9F9-BF8F28B5CE88}">
      <dsp:nvSpPr>
        <dsp:cNvPr id="0" name=""/>
        <dsp:cNvSpPr/>
      </dsp:nvSpPr>
      <dsp:spPr>
        <a:xfrm>
          <a:off x="1900188" y="2105551"/>
          <a:ext cx="3198055" cy="1356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/>
            <a:t>Visits members in a pre-defined order*</a:t>
          </a:r>
          <a:endParaRPr lang="en-US" sz="2400" kern="1200"/>
        </a:p>
      </dsp:txBody>
      <dsp:txXfrm>
        <a:off x="1900188" y="2105551"/>
        <a:ext cx="3198055" cy="1356750"/>
      </dsp:txXfrm>
    </dsp:sp>
    <dsp:sp modelId="{A947FBDF-F2FA-4405-8968-4D1CE0D08834}">
      <dsp:nvSpPr>
        <dsp:cNvPr id="0" name=""/>
        <dsp:cNvSpPr/>
      </dsp:nvSpPr>
      <dsp:spPr>
        <a:xfrm>
          <a:off x="5655480" y="2105551"/>
          <a:ext cx="1356750" cy="135675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B6E0E7-32C3-48B9-B762-58DAF8AC709F}">
      <dsp:nvSpPr>
        <dsp:cNvPr id="0" name=""/>
        <dsp:cNvSpPr/>
      </dsp:nvSpPr>
      <dsp:spPr>
        <a:xfrm>
          <a:off x="5940398" y="2390469"/>
          <a:ext cx="786915" cy="7869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E301D-CCED-41F0-9614-C273706C05D6}">
      <dsp:nvSpPr>
        <dsp:cNvPr id="0" name=""/>
        <dsp:cNvSpPr/>
      </dsp:nvSpPr>
      <dsp:spPr>
        <a:xfrm>
          <a:off x="7302964" y="2105551"/>
          <a:ext cx="3198055" cy="1356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/>
            <a:t>Provides methodology for moving from one member to the next</a:t>
          </a:r>
          <a:endParaRPr lang="en-US" sz="2400" kern="1200"/>
        </a:p>
      </dsp:txBody>
      <dsp:txXfrm>
        <a:off x="7302964" y="2105551"/>
        <a:ext cx="3198055" cy="13567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B5B2B9-42C4-4E1E-8597-4A77E78C8250}">
      <dsp:nvSpPr>
        <dsp:cNvPr id="0" name=""/>
        <dsp:cNvSpPr/>
      </dsp:nvSpPr>
      <dsp:spPr>
        <a:xfrm>
          <a:off x="631612" y="157116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36522C-511C-482A-AA72-D037998C48C8}">
      <dsp:nvSpPr>
        <dsp:cNvPr id="0" name=""/>
        <dsp:cNvSpPr/>
      </dsp:nvSpPr>
      <dsp:spPr>
        <a:xfrm>
          <a:off x="1048425" y="573929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977F65-5313-4AFB-903D-DC7219E28EDC}">
      <dsp:nvSpPr>
        <dsp:cNvPr id="0" name=""/>
        <dsp:cNvSpPr/>
      </dsp:nvSpPr>
      <dsp:spPr>
        <a:xfrm>
          <a:off x="6393" y="2722117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600" kern="1200"/>
            <a:t>Separates access logic from container implementation</a:t>
          </a:r>
          <a:endParaRPr lang="en-US" sz="1600" kern="1200"/>
        </a:p>
      </dsp:txBody>
      <dsp:txXfrm>
        <a:off x="6393" y="2722117"/>
        <a:ext cx="3206250" cy="720000"/>
      </dsp:txXfrm>
    </dsp:sp>
    <dsp:sp modelId="{12BEB49A-1F39-40D4-BF14-CC3D662E5049}">
      <dsp:nvSpPr>
        <dsp:cNvPr id="0" name=""/>
        <dsp:cNvSpPr/>
      </dsp:nvSpPr>
      <dsp:spPr>
        <a:xfrm>
          <a:off x="4398956" y="157116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58DAAA-D0AE-46C2-A92E-2188A1D12848}">
      <dsp:nvSpPr>
        <dsp:cNvPr id="0" name=""/>
        <dsp:cNvSpPr/>
      </dsp:nvSpPr>
      <dsp:spPr>
        <a:xfrm>
          <a:off x="4815768" y="573929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6D7090-BA8D-4459-9544-A873B8A1E1E2}">
      <dsp:nvSpPr>
        <dsp:cNvPr id="0" name=""/>
        <dsp:cNvSpPr/>
      </dsp:nvSpPr>
      <dsp:spPr>
        <a:xfrm>
          <a:off x="3773737" y="2722117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600" kern="1200"/>
            <a:t>If the container implementation is changed no logic accessing the container needs to change</a:t>
          </a:r>
          <a:endParaRPr lang="en-US" sz="1600" kern="1200"/>
        </a:p>
      </dsp:txBody>
      <dsp:txXfrm>
        <a:off x="3773737" y="2722117"/>
        <a:ext cx="3206250" cy="720000"/>
      </dsp:txXfrm>
    </dsp:sp>
    <dsp:sp modelId="{75C630C0-E8EC-43A1-A270-F060D3571585}">
      <dsp:nvSpPr>
        <dsp:cNvPr id="0" name=""/>
        <dsp:cNvSpPr/>
      </dsp:nvSpPr>
      <dsp:spPr>
        <a:xfrm>
          <a:off x="8166300" y="157116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10B8CC-6610-4EE4-AD7A-2844AFFFD4CA}">
      <dsp:nvSpPr>
        <dsp:cNvPr id="0" name=""/>
        <dsp:cNvSpPr/>
      </dsp:nvSpPr>
      <dsp:spPr>
        <a:xfrm>
          <a:off x="8583112" y="573929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8DBAA-AC64-4C59-9EED-830DC57B70A5}">
      <dsp:nvSpPr>
        <dsp:cNvPr id="0" name=""/>
        <dsp:cNvSpPr/>
      </dsp:nvSpPr>
      <dsp:spPr>
        <a:xfrm>
          <a:off x="7541081" y="2722117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600" kern="1200"/>
            <a:t>Iterating is very often a necessity in game programming, best to do it right</a:t>
          </a:r>
          <a:endParaRPr lang="en-US" sz="1600" kern="1200"/>
        </a:p>
      </dsp:txBody>
      <dsp:txXfrm>
        <a:off x="7541081" y="2722117"/>
        <a:ext cx="32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5D23B-0A6F-47BE-AFBA-A3436EED9210}">
      <dsp:nvSpPr>
        <dsp:cNvPr id="0" name=""/>
        <dsp:cNvSpPr/>
      </dsp:nvSpPr>
      <dsp:spPr>
        <a:xfrm>
          <a:off x="252704" y="136931"/>
          <a:ext cx="1356750" cy="13567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AFB166-85D8-45B0-A49B-A5673E19DDB9}">
      <dsp:nvSpPr>
        <dsp:cNvPr id="0" name=""/>
        <dsp:cNvSpPr/>
      </dsp:nvSpPr>
      <dsp:spPr>
        <a:xfrm>
          <a:off x="537622" y="421848"/>
          <a:ext cx="786915" cy="7869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0757A-28D0-449E-9ECF-12B800C26868}">
      <dsp:nvSpPr>
        <dsp:cNvPr id="0" name=""/>
        <dsp:cNvSpPr/>
      </dsp:nvSpPr>
      <dsp:spPr>
        <a:xfrm>
          <a:off x="1900188" y="136931"/>
          <a:ext cx="3198055" cy="1356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A handle is similar to a pointer, in that they both are used to access an object</a:t>
          </a:r>
          <a:endParaRPr lang="en-US" sz="1900" kern="1200"/>
        </a:p>
      </dsp:txBody>
      <dsp:txXfrm>
        <a:off x="1900188" y="136931"/>
        <a:ext cx="3198055" cy="1356750"/>
      </dsp:txXfrm>
    </dsp:sp>
    <dsp:sp modelId="{8FE38C6B-E0ED-4C2F-B56D-1D8448578024}">
      <dsp:nvSpPr>
        <dsp:cNvPr id="0" name=""/>
        <dsp:cNvSpPr/>
      </dsp:nvSpPr>
      <dsp:spPr>
        <a:xfrm>
          <a:off x="5655480" y="136931"/>
          <a:ext cx="1356750" cy="13567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663D92-0EC7-4A17-BAD8-1C10ED13FE8D}">
      <dsp:nvSpPr>
        <dsp:cNvPr id="0" name=""/>
        <dsp:cNvSpPr/>
      </dsp:nvSpPr>
      <dsp:spPr>
        <a:xfrm>
          <a:off x="5940398" y="421848"/>
          <a:ext cx="786915" cy="7869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1CFA6-CABB-4310-8F8F-E5EDA0081AA7}">
      <dsp:nvSpPr>
        <dsp:cNvPr id="0" name=""/>
        <dsp:cNvSpPr/>
      </dsp:nvSpPr>
      <dsp:spPr>
        <a:xfrm>
          <a:off x="7302964" y="136931"/>
          <a:ext cx="3198055" cy="1356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A pointer contains the address of the item it points at</a:t>
          </a:r>
          <a:endParaRPr lang="en-US" sz="1900" kern="1200"/>
        </a:p>
      </dsp:txBody>
      <dsp:txXfrm>
        <a:off x="7302964" y="136931"/>
        <a:ext cx="3198055" cy="1356750"/>
      </dsp:txXfrm>
    </dsp:sp>
    <dsp:sp modelId="{E88466D9-49D8-4E52-AD2F-A76FD57C5AD2}">
      <dsp:nvSpPr>
        <dsp:cNvPr id="0" name=""/>
        <dsp:cNvSpPr/>
      </dsp:nvSpPr>
      <dsp:spPr>
        <a:xfrm>
          <a:off x="252704" y="2105551"/>
          <a:ext cx="1356750" cy="135675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2BD34D-0732-4BCB-86D7-492D83CC3E08}">
      <dsp:nvSpPr>
        <dsp:cNvPr id="0" name=""/>
        <dsp:cNvSpPr/>
      </dsp:nvSpPr>
      <dsp:spPr>
        <a:xfrm>
          <a:off x="537622" y="2390469"/>
          <a:ext cx="786915" cy="7869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60F37F-22F5-4822-8F51-82310475E8AA}">
      <dsp:nvSpPr>
        <dsp:cNvPr id="0" name=""/>
        <dsp:cNvSpPr/>
      </dsp:nvSpPr>
      <dsp:spPr>
        <a:xfrm>
          <a:off x="1900188" y="2105551"/>
          <a:ext cx="3198055" cy="1356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A handle is an abstraction of a reference</a:t>
          </a:r>
          <a:endParaRPr lang="en-US" sz="1900" kern="1200"/>
        </a:p>
      </dsp:txBody>
      <dsp:txXfrm>
        <a:off x="1900188" y="2105551"/>
        <a:ext cx="3198055" cy="1356750"/>
      </dsp:txXfrm>
    </dsp:sp>
    <dsp:sp modelId="{FD400F29-992A-49B4-AEBE-E10E1AD07D5F}">
      <dsp:nvSpPr>
        <dsp:cNvPr id="0" name=""/>
        <dsp:cNvSpPr/>
      </dsp:nvSpPr>
      <dsp:spPr>
        <a:xfrm>
          <a:off x="5655480" y="2105551"/>
          <a:ext cx="1356750" cy="135675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B0E729-1F33-402F-8EEC-D658FDC667FB}">
      <dsp:nvSpPr>
        <dsp:cNvPr id="0" name=""/>
        <dsp:cNvSpPr/>
      </dsp:nvSpPr>
      <dsp:spPr>
        <a:xfrm>
          <a:off x="5940398" y="2390469"/>
          <a:ext cx="786915" cy="7869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E257E2-06F2-49E3-ADB1-60DDB3F0DBBF}">
      <dsp:nvSpPr>
        <dsp:cNvPr id="0" name=""/>
        <dsp:cNvSpPr/>
      </dsp:nvSpPr>
      <dsp:spPr>
        <a:xfrm>
          <a:off x="7302964" y="2105551"/>
          <a:ext cx="3198055" cy="1356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A handle at its most simple may be an integer that is the index in a table that the item the handle points at exists in (ID)</a:t>
          </a:r>
          <a:endParaRPr lang="en-US" sz="1900" kern="1200"/>
        </a:p>
      </dsp:txBody>
      <dsp:txXfrm>
        <a:off x="7302964" y="2105551"/>
        <a:ext cx="3198055" cy="13567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C2F06-E654-4FA9-B997-D94C248F1AD7}">
      <dsp:nvSpPr>
        <dsp:cNvPr id="0" name=""/>
        <dsp:cNvSpPr/>
      </dsp:nvSpPr>
      <dsp:spPr>
        <a:xfrm>
          <a:off x="153604" y="588101"/>
          <a:ext cx="905580" cy="90558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3B20DF-E964-4814-8A5C-11E3BDAD2B05}">
      <dsp:nvSpPr>
        <dsp:cNvPr id="0" name=""/>
        <dsp:cNvSpPr/>
      </dsp:nvSpPr>
      <dsp:spPr>
        <a:xfrm>
          <a:off x="343776" y="778273"/>
          <a:ext cx="525236" cy="5252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A8788-20FF-4A02-8BB7-2A7D949A214F}">
      <dsp:nvSpPr>
        <dsp:cNvPr id="0" name=""/>
        <dsp:cNvSpPr/>
      </dsp:nvSpPr>
      <dsp:spPr>
        <a:xfrm>
          <a:off x="1253237" y="58810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Instead of each object loading assets and storing them in memory individually, asset loading is centralised</a:t>
          </a:r>
          <a:endParaRPr lang="en-US" sz="1200" kern="1200"/>
        </a:p>
      </dsp:txBody>
      <dsp:txXfrm>
        <a:off x="1253237" y="588101"/>
        <a:ext cx="2134582" cy="905580"/>
      </dsp:txXfrm>
    </dsp:sp>
    <dsp:sp modelId="{849A7977-E81F-4485-96C3-148D604FA865}">
      <dsp:nvSpPr>
        <dsp:cNvPr id="0" name=""/>
        <dsp:cNvSpPr/>
      </dsp:nvSpPr>
      <dsp:spPr>
        <a:xfrm>
          <a:off x="3759754" y="588101"/>
          <a:ext cx="905580" cy="90558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EDFF50-FF69-4917-B46E-DDA9842C0099}">
      <dsp:nvSpPr>
        <dsp:cNvPr id="0" name=""/>
        <dsp:cNvSpPr/>
      </dsp:nvSpPr>
      <dsp:spPr>
        <a:xfrm>
          <a:off x="3949926" y="778273"/>
          <a:ext cx="525236" cy="5252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B684E3-0E0A-4FA2-823F-DAA18CA961D6}">
      <dsp:nvSpPr>
        <dsp:cNvPr id="0" name=""/>
        <dsp:cNvSpPr/>
      </dsp:nvSpPr>
      <dsp:spPr>
        <a:xfrm>
          <a:off x="4859388" y="58810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Assets may be reference by pointer / name / handle</a:t>
          </a:r>
          <a:endParaRPr lang="en-US" sz="1200" kern="1200"/>
        </a:p>
      </dsp:txBody>
      <dsp:txXfrm>
        <a:off x="4859388" y="588101"/>
        <a:ext cx="2134582" cy="905580"/>
      </dsp:txXfrm>
    </dsp:sp>
    <dsp:sp modelId="{877FB71F-6236-417D-B4DE-3364665CF773}">
      <dsp:nvSpPr>
        <dsp:cNvPr id="0" name=""/>
        <dsp:cNvSpPr/>
      </dsp:nvSpPr>
      <dsp:spPr>
        <a:xfrm>
          <a:off x="7365905" y="588101"/>
          <a:ext cx="905580" cy="90558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E9B3E9-5DFF-4A2F-A3D7-30AA16230B21}">
      <dsp:nvSpPr>
        <dsp:cNvPr id="0" name=""/>
        <dsp:cNvSpPr/>
      </dsp:nvSpPr>
      <dsp:spPr>
        <a:xfrm>
          <a:off x="7556076" y="778273"/>
          <a:ext cx="525236" cy="5252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04D34-D3A0-4847-9D20-A41C92DBABE8}">
      <dsp:nvSpPr>
        <dsp:cNvPr id="0" name=""/>
        <dsp:cNvSpPr/>
      </dsp:nvSpPr>
      <dsp:spPr>
        <a:xfrm>
          <a:off x="8465538" y="58810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Can support further design pattern modifications (lazy loading)</a:t>
          </a:r>
          <a:endParaRPr lang="en-US" sz="1200" kern="1200"/>
        </a:p>
      </dsp:txBody>
      <dsp:txXfrm>
        <a:off x="8465538" y="588101"/>
        <a:ext cx="2134582" cy="905580"/>
      </dsp:txXfrm>
    </dsp:sp>
    <dsp:sp modelId="{11FEFB95-688B-4A74-B97C-AE361279C343}">
      <dsp:nvSpPr>
        <dsp:cNvPr id="0" name=""/>
        <dsp:cNvSpPr/>
      </dsp:nvSpPr>
      <dsp:spPr>
        <a:xfrm>
          <a:off x="153604" y="2105551"/>
          <a:ext cx="905580" cy="90558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6D55A2-8DA9-4E45-9143-6A9B982A357C}">
      <dsp:nvSpPr>
        <dsp:cNvPr id="0" name=""/>
        <dsp:cNvSpPr/>
      </dsp:nvSpPr>
      <dsp:spPr>
        <a:xfrm>
          <a:off x="343776" y="2295723"/>
          <a:ext cx="525236" cy="5252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C91E0-5AF9-41BA-AB17-09A9B66B2CB9}">
      <dsp:nvSpPr>
        <dsp:cNvPr id="0" name=""/>
        <dsp:cNvSpPr/>
      </dsp:nvSpPr>
      <dsp:spPr>
        <a:xfrm>
          <a:off x="1253237" y="210555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Ensures that only unique assets exist in memory</a:t>
          </a:r>
          <a:endParaRPr lang="en-US" sz="1200" kern="1200"/>
        </a:p>
      </dsp:txBody>
      <dsp:txXfrm>
        <a:off x="1253237" y="2105551"/>
        <a:ext cx="2134582" cy="905580"/>
      </dsp:txXfrm>
    </dsp:sp>
    <dsp:sp modelId="{ACB4B81E-07A1-4E84-8261-203325F75695}">
      <dsp:nvSpPr>
        <dsp:cNvPr id="0" name=""/>
        <dsp:cNvSpPr/>
      </dsp:nvSpPr>
      <dsp:spPr>
        <a:xfrm>
          <a:off x="3759754" y="2105551"/>
          <a:ext cx="905580" cy="90558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32B134-D688-4803-A8F2-210F44FEC4C6}">
      <dsp:nvSpPr>
        <dsp:cNvPr id="0" name=""/>
        <dsp:cNvSpPr/>
      </dsp:nvSpPr>
      <dsp:spPr>
        <a:xfrm>
          <a:off x="3949926" y="2295723"/>
          <a:ext cx="525236" cy="52523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EBB256-C224-47F5-BBA0-D96256954A08}">
      <dsp:nvSpPr>
        <dsp:cNvPr id="0" name=""/>
        <dsp:cNvSpPr/>
      </dsp:nvSpPr>
      <dsp:spPr>
        <a:xfrm>
          <a:off x="4859388" y="210555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If 100 things use the same asset, the asset is loaded once, then each of the 100 things uses a reference to the same one asset</a:t>
          </a:r>
          <a:endParaRPr lang="en-US" sz="1200" kern="1200"/>
        </a:p>
      </dsp:txBody>
      <dsp:txXfrm>
        <a:off x="4859388" y="2105551"/>
        <a:ext cx="2134582" cy="9055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61EF0A-147A-4A82-AD8F-105581AD0181}">
      <dsp:nvSpPr>
        <dsp:cNvPr id="0" name=""/>
        <dsp:cNvSpPr/>
      </dsp:nvSpPr>
      <dsp:spPr>
        <a:xfrm>
          <a:off x="153604" y="588101"/>
          <a:ext cx="905580" cy="90558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159CAB-5EC5-4A27-9E68-25F79B6E4E16}">
      <dsp:nvSpPr>
        <dsp:cNvPr id="0" name=""/>
        <dsp:cNvSpPr/>
      </dsp:nvSpPr>
      <dsp:spPr>
        <a:xfrm>
          <a:off x="343776" y="778273"/>
          <a:ext cx="525236" cy="5252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8D0889-71E6-45AE-8312-7317DEFD754C}">
      <dsp:nvSpPr>
        <dsp:cNvPr id="0" name=""/>
        <dsp:cNvSpPr/>
      </dsp:nvSpPr>
      <dsp:spPr>
        <a:xfrm>
          <a:off x="1253237" y="58810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Move the control logic for each object into a system</a:t>
          </a:r>
          <a:endParaRPr lang="en-US" sz="1600" kern="1200"/>
        </a:p>
      </dsp:txBody>
      <dsp:txXfrm>
        <a:off x="1253237" y="588101"/>
        <a:ext cx="2134582" cy="905580"/>
      </dsp:txXfrm>
    </dsp:sp>
    <dsp:sp modelId="{FB4EF74F-FF65-4A17-9761-4EDC9FD4DE34}">
      <dsp:nvSpPr>
        <dsp:cNvPr id="0" name=""/>
        <dsp:cNvSpPr/>
      </dsp:nvSpPr>
      <dsp:spPr>
        <a:xfrm>
          <a:off x="3759754" y="588101"/>
          <a:ext cx="905580" cy="90558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39664D-5F59-4D7C-9D0A-7B01A6A3C719}">
      <dsp:nvSpPr>
        <dsp:cNvPr id="0" name=""/>
        <dsp:cNvSpPr/>
      </dsp:nvSpPr>
      <dsp:spPr>
        <a:xfrm>
          <a:off x="3949926" y="778273"/>
          <a:ext cx="525236" cy="5252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C843A1-9907-415E-A557-0523802925AE}">
      <dsp:nvSpPr>
        <dsp:cNvPr id="0" name=""/>
        <dsp:cNvSpPr/>
      </dsp:nvSpPr>
      <dsp:spPr>
        <a:xfrm>
          <a:off x="4859388" y="58810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Allow systems to register with the central controller (The Engine)</a:t>
          </a:r>
          <a:endParaRPr lang="en-US" sz="1600" kern="1200"/>
        </a:p>
      </dsp:txBody>
      <dsp:txXfrm>
        <a:off x="4859388" y="588101"/>
        <a:ext cx="2134582" cy="905580"/>
      </dsp:txXfrm>
    </dsp:sp>
    <dsp:sp modelId="{66A10401-B434-4618-B7A3-D840A4A2192E}">
      <dsp:nvSpPr>
        <dsp:cNvPr id="0" name=""/>
        <dsp:cNvSpPr/>
      </dsp:nvSpPr>
      <dsp:spPr>
        <a:xfrm>
          <a:off x="7365905" y="588101"/>
          <a:ext cx="905580" cy="90558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544D1D-8757-479C-B856-53090C75D2D4}">
      <dsp:nvSpPr>
        <dsp:cNvPr id="0" name=""/>
        <dsp:cNvSpPr/>
      </dsp:nvSpPr>
      <dsp:spPr>
        <a:xfrm>
          <a:off x="7556076" y="778273"/>
          <a:ext cx="525236" cy="5252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0869DD-B609-48E4-84B0-66FC158B7085}">
      <dsp:nvSpPr>
        <dsp:cNvPr id="0" name=""/>
        <dsp:cNvSpPr/>
      </dsp:nvSpPr>
      <dsp:spPr>
        <a:xfrm>
          <a:off x="8465538" y="58810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Propagate updates from the central controller to each system</a:t>
          </a:r>
          <a:endParaRPr lang="en-US" sz="1600" kern="1200"/>
        </a:p>
      </dsp:txBody>
      <dsp:txXfrm>
        <a:off x="8465538" y="588101"/>
        <a:ext cx="2134582" cy="905580"/>
      </dsp:txXfrm>
    </dsp:sp>
    <dsp:sp modelId="{83623381-BACF-4DEB-975B-CA655A4043A3}">
      <dsp:nvSpPr>
        <dsp:cNvPr id="0" name=""/>
        <dsp:cNvSpPr/>
      </dsp:nvSpPr>
      <dsp:spPr>
        <a:xfrm>
          <a:off x="153604" y="2105551"/>
          <a:ext cx="905580" cy="90558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775E85-4DD0-4099-A116-C60E4AEF3F09}">
      <dsp:nvSpPr>
        <dsp:cNvPr id="0" name=""/>
        <dsp:cNvSpPr/>
      </dsp:nvSpPr>
      <dsp:spPr>
        <a:xfrm>
          <a:off x="343776" y="2295723"/>
          <a:ext cx="525236" cy="5252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2725B-2EF4-41F6-9726-08FBC1F42506}">
      <dsp:nvSpPr>
        <dsp:cNvPr id="0" name=""/>
        <dsp:cNvSpPr/>
      </dsp:nvSpPr>
      <dsp:spPr>
        <a:xfrm>
          <a:off x="1253237" y="210555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Central controller is simple now</a:t>
          </a:r>
          <a:endParaRPr lang="en-US" sz="1600" kern="1200"/>
        </a:p>
      </dsp:txBody>
      <dsp:txXfrm>
        <a:off x="1253237" y="2105551"/>
        <a:ext cx="2134582" cy="905580"/>
      </dsp:txXfrm>
    </dsp:sp>
    <dsp:sp modelId="{148CAA1A-A946-4802-8E16-3B3EAF66CCA8}">
      <dsp:nvSpPr>
        <dsp:cNvPr id="0" name=""/>
        <dsp:cNvSpPr/>
      </dsp:nvSpPr>
      <dsp:spPr>
        <a:xfrm>
          <a:off x="3759754" y="2105551"/>
          <a:ext cx="905580" cy="90558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9E35CA-3F11-4AB3-9B23-76939EFC883A}">
      <dsp:nvSpPr>
        <dsp:cNvPr id="0" name=""/>
        <dsp:cNvSpPr/>
      </dsp:nvSpPr>
      <dsp:spPr>
        <a:xfrm>
          <a:off x="3949926" y="2295723"/>
          <a:ext cx="525236" cy="52523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F41C2F-0FDB-47E0-935E-CC599558C9A9}">
      <dsp:nvSpPr>
        <dsp:cNvPr id="0" name=""/>
        <dsp:cNvSpPr/>
      </dsp:nvSpPr>
      <dsp:spPr>
        <a:xfrm>
          <a:off x="4859388" y="210555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Objects can be added and removed from the systems, only updating those that need to be</a:t>
          </a:r>
          <a:endParaRPr lang="en-US" sz="1600" kern="1200"/>
        </a:p>
      </dsp:txBody>
      <dsp:txXfrm>
        <a:off x="4859388" y="2105551"/>
        <a:ext cx="2134582" cy="905580"/>
      </dsp:txXfrm>
    </dsp:sp>
    <dsp:sp modelId="{8EF5D081-85A8-4F97-B1AF-EE694CA1ABD8}">
      <dsp:nvSpPr>
        <dsp:cNvPr id="0" name=""/>
        <dsp:cNvSpPr/>
      </dsp:nvSpPr>
      <dsp:spPr>
        <a:xfrm>
          <a:off x="7365905" y="2105551"/>
          <a:ext cx="905580" cy="90558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691183-6659-4DCF-A67B-F548AF8C6F9D}">
      <dsp:nvSpPr>
        <dsp:cNvPr id="0" name=""/>
        <dsp:cNvSpPr/>
      </dsp:nvSpPr>
      <dsp:spPr>
        <a:xfrm>
          <a:off x="7556076" y="2295723"/>
          <a:ext cx="525236" cy="52523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C2265-2BE3-40B5-97A3-C3ADAFA605B0}">
      <dsp:nvSpPr>
        <dsp:cNvPr id="0" name=""/>
        <dsp:cNvSpPr/>
      </dsp:nvSpPr>
      <dsp:spPr>
        <a:xfrm>
          <a:off x="8465538" y="2105551"/>
          <a:ext cx="2134582" cy="905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Adding new object types does not require a change of the central controller</a:t>
          </a:r>
          <a:endParaRPr lang="en-US" sz="1600" kern="1200"/>
        </a:p>
      </dsp:txBody>
      <dsp:txXfrm>
        <a:off x="8465538" y="2105551"/>
        <a:ext cx="2134582" cy="9055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0EDB6-4CC9-4B92-879B-77439775CE05}">
      <dsp:nvSpPr>
        <dsp:cNvPr id="0" name=""/>
        <dsp:cNvSpPr/>
      </dsp:nvSpPr>
      <dsp:spPr>
        <a:xfrm>
          <a:off x="252704" y="136931"/>
          <a:ext cx="1356750" cy="13567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47487D-5569-4468-8A6B-9ED4423D741D}">
      <dsp:nvSpPr>
        <dsp:cNvPr id="0" name=""/>
        <dsp:cNvSpPr/>
      </dsp:nvSpPr>
      <dsp:spPr>
        <a:xfrm>
          <a:off x="537622" y="421848"/>
          <a:ext cx="786915" cy="7869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7F212F-DB82-4AC7-98E2-EB95C2A0CD47}">
      <dsp:nvSpPr>
        <dsp:cNvPr id="0" name=""/>
        <dsp:cNvSpPr/>
      </dsp:nvSpPr>
      <dsp:spPr>
        <a:xfrm>
          <a:off x="1900188" y="136931"/>
          <a:ext cx="3198055" cy="1356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/>
            <a:t>Shielding takes many forms:</a:t>
          </a:r>
          <a:endParaRPr lang="en-US" sz="2400" kern="1200"/>
        </a:p>
      </dsp:txBody>
      <dsp:txXfrm>
        <a:off x="1900188" y="136931"/>
        <a:ext cx="3198055" cy="1356750"/>
      </dsp:txXfrm>
    </dsp:sp>
    <dsp:sp modelId="{66731BDE-C845-4B2B-AE45-5095D91C4BE4}">
      <dsp:nvSpPr>
        <dsp:cNvPr id="0" name=""/>
        <dsp:cNvSpPr/>
      </dsp:nvSpPr>
      <dsp:spPr>
        <a:xfrm>
          <a:off x="5655480" y="136931"/>
          <a:ext cx="1356750" cy="13567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FE97DC-20E6-420D-85B3-8A1565879EED}">
      <dsp:nvSpPr>
        <dsp:cNvPr id="0" name=""/>
        <dsp:cNvSpPr/>
      </dsp:nvSpPr>
      <dsp:spPr>
        <a:xfrm>
          <a:off x="5940398" y="421848"/>
          <a:ext cx="786915" cy="7869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FF505D-CB53-4D55-B12D-CAF20EC6A720}">
      <dsp:nvSpPr>
        <dsp:cNvPr id="0" name=""/>
        <dsp:cNvSpPr/>
      </dsp:nvSpPr>
      <dsp:spPr>
        <a:xfrm>
          <a:off x="7302964" y="136931"/>
          <a:ext cx="3198055" cy="1356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/>
            <a:t>Disabling controls that are not needed during the current game context</a:t>
          </a:r>
          <a:endParaRPr lang="en-US" sz="2400" kern="1200"/>
        </a:p>
      </dsp:txBody>
      <dsp:txXfrm>
        <a:off x="7302964" y="136931"/>
        <a:ext cx="3198055" cy="1356750"/>
      </dsp:txXfrm>
    </dsp:sp>
    <dsp:sp modelId="{C6AA053E-3DEB-4493-939F-F8E138A493F7}">
      <dsp:nvSpPr>
        <dsp:cNvPr id="0" name=""/>
        <dsp:cNvSpPr/>
      </dsp:nvSpPr>
      <dsp:spPr>
        <a:xfrm>
          <a:off x="252704" y="2105551"/>
          <a:ext cx="1356750" cy="135675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A53D55-7372-46BE-A507-7A5EBBC12549}">
      <dsp:nvSpPr>
        <dsp:cNvPr id="0" name=""/>
        <dsp:cNvSpPr/>
      </dsp:nvSpPr>
      <dsp:spPr>
        <a:xfrm>
          <a:off x="537622" y="2390469"/>
          <a:ext cx="786915" cy="7869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920F77-0805-49EB-AD68-E9874177422F}">
      <dsp:nvSpPr>
        <dsp:cNvPr id="0" name=""/>
        <dsp:cNvSpPr/>
      </dsp:nvSpPr>
      <dsp:spPr>
        <a:xfrm>
          <a:off x="1900188" y="2105551"/>
          <a:ext cx="3198055" cy="1356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/>
            <a:t>Requiring confirmation before performing the action</a:t>
          </a:r>
          <a:endParaRPr lang="en-US" sz="2400" kern="1200"/>
        </a:p>
      </dsp:txBody>
      <dsp:txXfrm>
        <a:off x="1900188" y="2105551"/>
        <a:ext cx="3198055" cy="1356750"/>
      </dsp:txXfrm>
    </dsp:sp>
    <dsp:sp modelId="{843877DF-87E2-47E1-828C-C3A263D75486}">
      <dsp:nvSpPr>
        <dsp:cNvPr id="0" name=""/>
        <dsp:cNvSpPr/>
      </dsp:nvSpPr>
      <dsp:spPr>
        <a:xfrm>
          <a:off x="5655480" y="2105551"/>
          <a:ext cx="1356750" cy="135675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BFAD12-BA67-4574-B469-A5AB52FF0E56}">
      <dsp:nvSpPr>
        <dsp:cNvPr id="0" name=""/>
        <dsp:cNvSpPr/>
      </dsp:nvSpPr>
      <dsp:spPr>
        <a:xfrm>
          <a:off x="5940398" y="2390469"/>
          <a:ext cx="786915" cy="7869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367E4-C739-4669-826A-38101453D975}">
      <dsp:nvSpPr>
        <dsp:cNvPr id="0" name=""/>
        <dsp:cNvSpPr/>
      </dsp:nvSpPr>
      <dsp:spPr>
        <a:xfrm>
          <a:off x="7302964" y="2105551"/>
          <a:ext cx="3198055" cy="1356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/>
            <a:t>Could require double clicking, or other modifications to the input</a:t>
          </a:r>
          <a:endParaRPr lang="en-US" sz="2400" kern="1200"/>
        </a:p>
      </dsp:txBody>
      <dsp:txXfrm>
        <a:off x="7302964" y="2105551"/>
        <a:ext cx="3198055" cy="135675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E9D057-8948-4D95-B93B-B700128018B3}">
      <dsp:nvSpPr>
        <dsp:cNvPr id="0" name=""/>
        <dsp:cNvSpPr/>
      </dsp:nvSpPr>
      <dsp:spPr>
        <a:xfrm>
          <a:off x="1048424" y="845850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8D78A-DCC9-4358-9C45-8DB41A3593C4}">
      <dsp:nvSpPr>
        <dsp:cNvPr id="0" name=""/>
        <dsp:cNvSpPr/>
      </dsp:nvSpPr>
      <dsp:spPr>
        <a:xfrm>
          <a:off x="6393" y="2050061"/>
          <a:ext cx="3206250" cy="48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1700" kern="1200"/>
            <a:t>Greying out buttons</a:t>
          </a:r>
          <a:endParaRPr lang="en-US" sz="1700" kern="1200"/>
        </a:p>
      </dsp:txBody>
      <dsp:txXfrm>
        <a:off x="6393" y="2050061"/>
        <a:ext cx="3206250" cy="480937"/>
      </dsp:txXfrm>
    </dsp:sp>
    <dsp:sp modelId="{59EDFB97-52D5-4358-B1C6-11F79D2D71E8}">
      <dsp:nvSpPr>
        <dsp:cNvPr id="0" name=""/>
        <dsp:cNvSpPr/>
      </dsp:nvSpPr>
      <dsp:spPr>
        <a:xfrm>
          <a:off x="6393" y="2569150"/>
          <a:ext cx="3206250" cy="184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1DC388-6775-4932-A471-2F211C7E7271}">
      <dsp:nvSpPr>
        <dsp:cNvPr id="0" name=""/>
        <dsp:cNvSpPr/>
      </dsp:nvSpPr>
      <dsp:spPr>
        <a:xfrm>
          <a:off x="4815768" y="845850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FB327-7F49-45B0-8216-7CF5910D03F5}">
      <dsp:nvSpPr>
        <dsp:cNvPr id="0" name=""/>
        <dsp:cNvSpPr/>
      </dsp:nvSpPr>
      <dsp:spPr>
        <a:xfrm>
          <a:off x="3773737" y="2050061"/>
          <a:ext cx="3206250" cy="48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1700" kern="1200"/>
            <a:t>Hiding state based HUD when the state information isn’t important.</a:t>
          </a:r>
          <a:endParaRPr lang="en-US" sz="1700" kern="1200"/>
        </a:p>
      </dsp:txBody>
      <dsp:txXfrm>
        <a:off x="3773737" y="2050061"/>
        <a:ext cx="3206250" cy="480937"/>
      </dsp:txXfrm>
    </dsp:sp>
    <dsp:sp modelId="{2BC7DB4A-1BE2-4D82-8EAE-FA75B9D09B8A}">
      <dsp:nvSpPr>
        <dsp:cNvPr id="0" name=""/>
        <dsp:cNvSpPr/>
      </dsp:nvSpPr>
      <dsp:spPr>
        <a:xfrm>
          <a:off x="3773737" y="2569150"/>
          <a:ext cx="3206250" cy="184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kern="1200"/>
            <a:t>Only show health when health is less than 100%</a:t>
          </a:r>
          <a:endParaRPr lang="en-US" sz="1300" kern="1200"/>
        </a:p>
      </dsp:txBody>
      <dsp:txXfrm>
        <a:off x="3773737" y="2569150"/>
        <a:ext cx="3206250" cy="184233"/>
      </dsp:txXfrm>
    </dsp:sp>
    <dsp:sp modelId="{6B808671-0FFD-41F5-AEEC-1B06AC2367FE}">
      <dsp:nvSpPr>
        <dsp:cNvPr id="0" name=""/>
        <dsp:cNvSpPr/>
      </dsp:nvSpPr>
      <dsp:spPr>
        <a:xfrm>
          <a:off x="8583112" y="845850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8B850-B2A3-49C9-A863-9A0A9D98C892}">
      <dsp:nvSpPr>
        <dsp:cNvPr id="0" name=""/>
        <dsp:cNvSpPr/>
      </dsp:nvSpPr>
      <dsp:spPr>
        <a:xfrm>
          <a:off x="7541081" y="2050061"/>
          <a:ext cx="3206250" cy="48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1700" kern="1200" dirty="0"/>
            <a:t>Zooming in on a specific area of the game world to ignore the res</a:t>
          </a:r>
          <a:endParaRPr lang="en-US" sz="1700" kern="1200" dirty="0"/>
        </a:p>
      </dsp:txBody>
      <dsp:txXfrm>
        <a:off x="7541081" y="2050061"/>
        <a:ext cx="3206250" cy="480937"/>
      </dsp:txXfrm>
    </dsp:sp>
    <dsp:sp modelId="{DDB460C2-EE82-44DC-944D-B90C0AA5543E}">
      <dsp:nvSpPr>
        <dsp:cNvPr id="0" name=""/>
        <dsp:cNvSpPr/>
      </dsp:nvSpPr>
      <dsp:spPr>
        <a:xfrm>
          <a:off x="7541081" y="2569150"/>
          <a:ext cx="3206250" cy="184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5F2C-B345-46E7-B7F4-3ECDFB4F00CD}" type="datetimeFigureOut">
              <a:rPr lang="en-CA" smtClean="0"/>
              <a:t>2020-04-03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C5A8-6960-416C-8720-B485C2F35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6179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5F2C-B345-46E7-B7F4-3ECDFB4F00CD}" type="datetimeFigureOut">
              <a:rPr lang="en-CA" smtClean="0"/>
              <a:t>2020-04-03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C5A8-6960-416C-8720-B485C2F35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5421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5F2C-B345-46E7-B7F4-3ECDFB4F00CD}" type="datetimeFigureOut">
              <a:rPr lang="en-CA" smtClean="0"/>
              <a:t>2020-04-03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C5A8-6960-416C-8720-B485C2F35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56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5F2C-B345-46E7-B7F4-3ECDFB4F00CD}" type="datetimeFigureOut">
              <a:rPr lang="en-CA" smtClean="0"/>
              <a:t>2020-04-03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C5A8-6960-416C-8720-B485C2F35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9227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5F2C-B345-46E7-B7F4-3ECDFB4F00CD}" type="datetimeFigureOut">
              <a:rPr lang="en-CA" smtClean="0"/>
              <a:t>2020-04-03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C5A8-6960-416C-8720-B485C2F35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9579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5F2C-B345-46E7-B7F4-3ECDFB4F00CD}" type="datetimeFigureOut">
              <a:rPr lang="en-CA" smtClean="0"/>
              <a:t>2020-04-03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C5A8-6960-416C-8720-B485C2F35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3376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5F2C-B345-46E7-B7F4-3ECDFB4F00CD}" type="datetimeFigureOut">
              <a:rPr lang="en-CA" smtClean="0"/>
              <a:t>2020-04-03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C5A8-6960-416C-8720-B485C2F35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7928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5F2C-B345-46E7-B7F4-3ECDFB4F00CD}" type="datetimeFigureOut">
              <a:rPr lang="en-CA" smtClean="0"/>
              <a:t>2020-04-03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04CEC5A8-6960-416C-8720-B485C2F35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905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5F2C-B345-46E7-B7F4-3ECDFB4F00CD}" type="datetimeFigureOut">
              <a:rPr lang="en-CA" smtClean="0"/>
              <a:t>2020-04-03</a:t>
            </a:fld>
            <a:endParaRPr lang="en-CA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C5A8-6960-416C-8720-B485C2F35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434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5F2C-B345-46E7-B7F4-3ECDFB4F00CD}" type="datetimeFigureOut">
              <a:rPr lang="en-CA" smtClean="0"/>
              <a:t>2020-04-03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C5A8-6960-416C-8720-B485C2F35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0598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5F2C-B345-46E7-B7F4-3ECDFB4F00CD}" type="datetimeFigureOut">
              <a:rPr lang="en-CA" smtClean="0"/>
              <a:t>2020-04-03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C5A8-6960-416C-8720-B485C2F35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7636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68C35F2C-B345-46E7-B7F4-3ECDFB4F00CD}" type="datetimeFigureOut">
              <a:rPr lang="en-CA" smtClean="0"/>
              <a:t>2020-04-03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04CEC5A8-6960-416C-8720-B485C2F35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81759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4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svg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FDB1A4-18C9-4CEA-B2CB-77E45ECEC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>
            <a:normAutofit/>
          </a:bodyPr>
          <a:lstStyle/>
          <a:p>
            <a:r>
              <a:rPr lang="en-CA" dirty="0"/>
              <a:t>Design Patterns &amp; Object Diagrams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EFFC63-059B-4FB9-AD01-59569A6C7A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/>
          <a:p>
            <a:r>
              <a:rPr lang="en-CA" dirty="0"/>
              <a:t>Game 253</a:t>
            </a:r>
          </a:p>
        </p:txBody>
      </p:sp>
    </p:spTree>
    <p:extLst>
      <p:ext uri="{BB962C8B-B14F-4D97-AF65-F5344CB8AC3E}">
        <p14:creationId xmlns:p14="http://schemas.microsoft.com/office/powerpoint/2010/main" val="1169932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92087-DAFA-4166-A2AB-05535019C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D038E-6A10-407C-BB62-B5CF2B725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CA" dirty="0"/>
              <a:t>Iterator</a:t>
            </a:r>
          </a:p>
          <a:p>
            <a:r>
              <a:rPr lang="en-CA" dirty="0"/>
              <a:t>Handle</a:t>
            </a:r>
          </a:p>
          <a:p>
            <a:r>
              <a:rPr lang="en-CA" dirty="0"/>
              <a:t>Model Database</a:t>
            </a:r>
          </a:p>
          <a:p>
            <a:r>
              <a:rPr lang="en-CA" dirty="0"/>
              <a:t>Appearance Map</a:t>
            </a:r>
          </a:p>
          <a:p>
            <a:r>
              <a:rPr lang="en-CA" dirty="0"/>
              <a:t>Magnetism</a:t>
            </a:r>
          </a:p>
          <a:p>
            <a:r>
              <a:rPr lang="en-CA" dirty="0"/>
              <a:t>Shield</a:t>
            </a:r>
          </a:p>
          <a:p>
            <a:r>
              <a:rPr lang="en-CA" dirty="0"/>
              <a:t>Visual State</a:t>
            </a:r>
          </a:p>
          <a:p>
            <a:r>
              <a:rPr lang="en-CA" dirty="0"/>
              <a:t>Automatic Mode Cancellation</a:t>
            </a:r>
          </a:p>
          <a:p>
            <a:r>
              <a:rPr lang="en-CA" dirty="0"/>
              <a:t>Focus</a:t>
            </a:r>
          </a:p>
          <a:p>
            <a:r>
              <a:rPr lang="en-CA" dirty="0"/>
              <a:t>Progress</a:t>
            </a:r>
          </a:p>
          <a:p>
            <a:r>
              <a:rPr lang="en-CA" b="1" dirty="0"/>
              <a:t>Object Diagrams</a:t>
            </a:r>
          </a:p>
        </p:txBody>
      </p:sp>
    </p:spTree>
    <p:extLst>
      <p:ext uri="{BB962C8B-B14F-4D97-AF65-F5344CB8AC3E}">
        <p14:creationId xmlns:p14="http://schemas.microsoft.com/office/powerpoint/2010/main" val="2148561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8E7309-7FDE-41C4-9368-E95F0B3B7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Iterator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9529AB-EBFF-4E51-8448-4D4695656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Access members of a container without knowing the structure of the container</a:t>
            </a:r>
          </a:p>
        </p:txBody>
      </p:sp>
    </p:spTree>
    <p:extLst>
      <p:ext uri="{BB962C8B-B14F-4D97-AF65-F5344CB8AC3E}">
        <p14:creationId xmlns:p14="http://schemas.microsoft.com/office/powerpoint/2010/main" val="3676921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E68A48-4471-448A-84DE-A8EF143CB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CA" dirty="0"/>
              <a:t>Iterator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44A53402-C894-4D76-9EBE-293624CAE0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6500740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2970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0CBE-57F3-4553-A87E-E4833BF68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Standard Template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A53A6-252F-4C6A-9F7A-C59DE04F7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Container::iterator is a type used to declare an iterator</a:t>
            </a:r>
          </a:p>
          <a:p>
            <a:r>
              <a:rPr lang="en-CA" dirty="0"/>
              <a:t>Container::begin() returns an iterator to the first member</a:t>
            </a:r>
          </a:p>
          <a:p>
            <a:r>
              <a:rPr lang="en-CA" dirty="0" err="1"/>
              <a:t>Container:end</a:t>
            </a:r>
            <a:r>
              <a:rPr lang="en-CA" dirty="0"/>
              <a:t>() returns a past-the-end iterator</a:t>
            </a:r>
          </a:p>
          <a:p>
            <a:r>
              <a:rPr lang="en-CA" dirty="0"/>
              <a:t>STL Iterators</a:t>
            </a:r>
          </a:p>
          <a:p>
            <a:pPr lvl="1"/>
            <a:r>
              <a:rPr lang="en-CA" dirty="0"/>
              <a:t>- operator++() moves to the next member</a:t>
            </a:r>
          </a:p>
          <a:p>
            <a:pPr lvl="1"/>
            <a:r>
              <a:rPr lang="en-CA" dirty="0"/>
              <a:t>- operator*() retrieves the member value</a:t>
            </a:r>
          </a:p>
          <a:p>
            <a:pPr lvl="1"/>
            <a:r>
              <a:rPr lang="en-CA" dirty="0"/>
              <a:t>- operator==() compares iterators</a:t>
            </a:r>
          </a:p>
          <a:p>
            <a:pPr lvl="1"/>
            <a:r>
              <a:rPr lang="en-CA" dirty="0"/>
              <a:t>- operator!=() compares iterators</a:t>
            </a:r>
          </a:p>
        </p:txBody>
      </p:sp>
    </p:spTree>
    <p:extLst>
      <p:ext uri="{BB962C8B-B14F-4D97-AF65-F5344CB8AC3E}">
        <p14:creationId xmlns:p14="http://schemas.microsoft.com/office/powerpoint/2010/main" val="4042230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29F28-F94B-48D1-8717-486A1E44B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CA" dirty="0"/>
              <a:t>Y Iterate </a:t>
            </a:r>
            <a:r>
              <a:rPr lang="en-CA" dirty="0" err="1"/>
              <a:t>Tho</a:t>
            </a:r>
            <a:r>
              <a:rPr lang="en-CA" dirty="0"/>
              <a:t>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73AC85-90CC-45B3-853B-F248107FED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8369892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364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29E41-BE27-4DEC-B927-EB4CFBBE6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C++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C12954-819F-426D-9715-95CDABBB0E20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5285558"/>
              </p:ext>
            </p:extLst>
          </p:nvPr>
        </p:nvGraphicFramePr>
        <p:xfrm>
          <a:off x="1967706" y="2658269"/>
          <a:ext cx="8170863" cy="247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3" imgW="8171640" imgH="2473200" progId="Word.OpenDocumentText.12">
                  <p:embed/>
                </p:oleObj>
              </mc:Choice>
              <mc:Fallback>
                <p:oleObj name="Document" r:id="rId3" imgW="8171640" imgH="2473200" progId="Word.OpenDocumentText.12">
                  <p:embed/>
                  <p:pic>
                    <p:nvPicPr>
                      <p:cNvPr id="4" name="Content Placeholder 3">
                        <a:extLst>
                          <a:ext uri="{FF2B5EF4-FFF2-40B4-BE49-F238E27FC236}">
                            <a16:creationId xmlns:a16="http://schemas.microsoft.com/office/drawing/2014/main" id="{55C12954-819F-426D-9715-95CDABBB0E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7706" y="2658269"/>
                        <a:ext cx="8170863" cy="2473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5728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997AE-606C-4C0E-94DC-0F053DD96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6310" y="499533"/>
            <a:ext cx="3706761" cy="1658198"/>
          </a:xfrm>
        </p:spPr>
        <p:txBody>
          <a:bodyPr>
            <a:normAutofit/>
          </a:bodyPr>
          <a:lstStyle/>
          <a:p>
            <a:r>
              <a:rPr lang="en-CA" sz="4400"/>
              <a:t>Iterator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2235B8-C4F0-443A-AF54-A685EF624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960" y="640080"/>
            <a:ext cx="3618294" cy="558810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2762DD7-7A89-470B-B456-CFD1D7154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6310" y="2011680"/>
            <a:ext cx="3706761" cy="3864732"/>
          </a:xfrm>
        </p:spPr>
        <p:txBody>
          <a:bodyPr>
            <a:normAutofit/>
          </a:bodyPr>
          <a:lstStyle/>
          <a:p>
            <a:r>
              <a:rPr lang="en-US" sz="2000"/>
              <a:t>A simple implementation of the iterator pattern for a container of game objects.</a:t>
            </a:r>
          </a:p>
        </p:txBody>
      </p:sp>
    </p:spTree>
    <p:extLst>
      <p:ext uri="{BB962C8B-B14F-4D97-AF65-F5344CB8AC3E}">
        <p14:creationId xmlns:p14="http://schemas.microsoft.com/office/powerpoint/2010/main" val="3136044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6CD82-CDAD-47FA-89BA-589C172D2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Handle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1A3C5-1DCA-418C-AC41-38D227CE4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Provides access to an object without revealing the identity of the object</a:t>
            </a:r>
          </a:p>
        </p:txBody>
      </p:sp>
    </p:spTree>
    <p:extLst>
      <p:ext uri="{BB962C8B-B14F-4D97-AF65-F5344CB8AC3E}">
        <p14:creationId xmlns:p14="http://schemas.microsoft.com/office/powerpoint/2010/main" val="724378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AA3A30-4F2E-4F8C-B289-74F5794D0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CA" dirty="0"/>
              <a:t>Handle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8CB4B042-D104-4ADA-B6F7-5FEEF1C03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9174649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6873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6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BAD1F-DB40-452B-A31F-BEB2A50EF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Asset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0504A-49CB-48E0-A8A1-505CC82C0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Centralised storage for all assets in game</a:t>
            </a:r>
          </a:p>
        </p:txBody>
      </p:sp>
    </p:spTree>
    <p:extLst>
      <p:ext uri="{BB962C8B-B14F-4D97-AF65-F5344CB8AC3E}">
        <p14:creationId xmlns:p14="http://schemas.microsoft.com/office/powerpoint/2010/main" val="564930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C2A0AD-20D4-4AE4-BCA1-10C5CA90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CA" dirty="0"/>
              <a:t>Asset Database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443272B8-EFFC-44AB-88EB-ADD37B9916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3729975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5471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0A46B-C9C6-41B5-8FA4-AC8E71A4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6310" y="499533"/>
            <a:ext cx="3706761" cy="1658198"/>
          </a:xfrm>
        </p:spPr>
        <p:txBody>
          <a:bodyPr>
            <a:normAutofit/>
          </a:bodyPr>
          <a:lstStyle/>
          <a:p>
            <a:r>
              <a:rPr lang="en-CA" sz="4400"/>
              <a:t>Asset Database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1F81B1-1F96-4BEB-AA81-679DE0143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510" y="640080"/>
            <a:ext cx="4135195" cy="558810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D0B24C-FECF-47B5-BC1F-D232EA2E8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6310" y="2011680"/>
            <a:ext cx="3706761" cy="3864732"/>
          </a:xfrm>
        </p:spPr>
        <p:txBody>
          <a:bodyPr>
            <a:normAutofit/>
          </a:bodyPr>
          <a:lstStyle/>
          <a:p>
            <a:r>
              <a:rPr lang="en-US" sz="2000" dirty="0"/>
              <a:t>A simple implementation of an asset database that can store meshes</a:t>
            </a:r>
          </a:p>
        </p:txBody>
      </p:sp>
    </p:spTree>
    <p:extLst>
      <p:ext uri="{BB962C8B-B14F-4D97-AF65-F5344CB8AC3E}">
        <p14:creationId xmlns:p14="http://schemas.microsoft.com/office/powerpoint/2010/main" val="1100264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7443CC-6F33-4DE5-A95D-6C553558B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Appearance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2E78-61F9-420E-B51F-B1B641022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  <a:latin typeface="+mj-lt"/>
              </a:rPr>
              <a:t>Isolates an objects state from the visual appearance of the object</a:t>
            </a:r>
          </a:p>
        </p:txBody>
      </p:sp>
    </p:spTree>
    <p:extLst>
      <p:ext uri="{BB962C8B-B14F-4D97-AF65-F5344CB8AC3E}">
        <p14:creationId xmlns:p14="http://schemas.microsoft.com/office/powerpoint/2010/main" val="1148567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F3AC3-2D59-468E-AB2E-B8CA3AA56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Appearance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E32FF-2498-468A-9A75-414385E4E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Objects in game can change their appearance, usually due to their state</a:t>
            </a:r>
          </a:p>
          <a:p>
            <a:r>
              <a:rPr lang="en-CA" dirty="0"/>
              <a:t>Placing all the object appearance logic inside their controller can make the logic overly complex</a:t>
            </a:r>
          </a:p>
          <a:p>
            <a:r>
              <a:rPr lang="en-CA" dirty="0"/>
              <a:t>Instead make a representation that maps the object states and times to appearances (Unity – </a:t>
            </a:r>
            <a:r>
              <a:rPr lang="en-CA" dirty="0" err="1"/>
              <a:t>Mecanim</a:t>
            </a:r>
            <a:r>
              <a:rPr lang="en-CA" dirty="0"/>
              <a:t> State Machine)</a:t>
            </a:r>
          </a:p>
        </p:txBody>
      </p:sp>
    </p:spTree>
    <p:extLst>
      <p:ext uri="{BB962C8B-B14F-4D97-AF65-F5344CB8AC3E}">
        <p14:creationId xmlns:p14="http://schemas.microsoft.com/office/powerpoint/2010/main" val="926537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86088-EC0F-4B7F-BDD9-C47CC57C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6310" y="499533"/>
            <a:ext cx="3706761" cy="1658198"/>
          </a:xfrm>
        </p:spPr>
        <p:txBody>
          <a:bodyPr>
            <a:normAutofit/>
          </a:bodyPr>
          <a:lstStyle/>
          <a:p>
            <a:r>
              <a:rPr lang="en-CA" sz="4400"/>
              <a:t>Appearance Map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2479BF1-15BA-43FD-BCA9-1BE79C388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89" y="640080"/>
            <a:ext cx="6574236" cy="5588101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4457867-8C7B-4A93-8FDE-ABFBAB293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6310" y="2011680"/>
            <a:ext cx="3706761" cy="3864732"/>
          </a:xfrm>
        </p:spPr>
        <p:txBody>
          <a:bodyPr>
            <a:normAutofit/>
          </a:bodyPr>
          <a:lstStyle/>
          <a:p>
            <a:r>
              <a:rPr lang="en-US" sz="2000" dirty="0"/>
              <a:t>A simple implementation of an appearance map</a:t>
            </a:r>
          </a:p>
        </p:txBody>
      </p:sp>
    </p:spTree>
    <p:extLst>
      <p:ext uri="{BB962C8B-B14F-4D97-AF65-F5344CB8AC3E}">
        <p14:creationId xmlns:p14="http://schemas.microsoft.com/office/powerpoint/2010/main" val="1905299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7249B3-3E8C-4071-BD87-835B9C904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Mini Kernal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891A9-FF29-4B28-853A-0A6AFA1D4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  <a:latin typeface="+mj-lt"/>
              </a:rPr>
              <a:t>Control logic localisation</a:t>
            </a:r>
          </a:p>
        </p:txBody>
      </p:sp>
    </p:spTree>
    <p:extLst>
      <p:ext uri="{BB962C8B-B14F-4D97-AF65-F5344CB8AC3E}">
        <p14:creationId xmlns:p14="http://schemas.microsoft.com/office/powerpoint/2010/main" val="3929412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4010C-05AA-482C-A0DB-193D66066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CA" dirty="0"/>
              <a:t>Mini </a:t>
            </a:r>
            <a:r>
              <a:rPr lang="en-CA" dirty="0" err="1"/>
              <a:t>Kernal</a:t>
            </a:r>
            <a:endParaRPr lang="en-CA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8CAC64-5187-4BA4-95B6-3C01463CFC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9681450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3446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BF153-1D25-4221-A78C-014AE44D2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6310" y="499533"/>
            <a:ext cx="3706761" cy="1658198"/>
          </a:xfrm>
        </p:spPr>
        <p:txBody>
          <a:bodyPr>
            <a:normAutofit/>
          </a:bodyPr>
          <a:lstStyle/>
          <a:p>
            <a:r>
              <a:rPr lang="en-CA" sz="4400" dirty="0"/>
              <a:t>Mini </a:t>
            </a:r>
            <a:r>
              <a:rPr lang="en-CA" sz="4400" dirty="0" err="1"/>
              <a:t>Kernal</a:t>
            </a:r>
            <a:endParaRPr lang="en-CA" sz="4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DDCAFE-BEF8-4A9A-91D8-FD0F15E8F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842049"/>
            <a:ext cx="6912217" cy="5184162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9FF0FE-74D9-4B6A-81AC-EFD445466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6310" y="2011680"/>
            <a:ext cx="3706761" cy="3864732"/>
          </a:xfrm>
        </p:spPr>
        <p:txBody>
          <a:bodyPr>
            <a:normAutofit/>
          </a:bodyPr>
          <a:lstStyle/>
          <a:p>
            <a:r>
              <a:rPr lang="en-US" sz="2000" dirty="0"/>
              <a:t>A simple implementation of a mini </a:t>
            </a:r>
            <a:r>
              <a:rPr lang="en-US" sz="2000" dirty="0" err="1"/>
              <a:t>kernal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21178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18DBBA-1278-4F49-A4E9-F6CCF2ECE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Usability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CDB62-15B9-4229-8BB9-8064DF32D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  <a:latin typeface="+mj-lt"/>
              </a:rPr>
              <a:t>A set of patterns that try to make content more user friendly</a:t>
            </a:r>
          </a:p>
        </p:txBody>
      </p:sp>
    </p:spTree>
    <p:extLst>
      <p:ext uri="{BB962C8B-B14F-4D97-AF65-F5344CB8AC3E}">
        <p14:creationId xmlns:p14="http://schemas.microsoft.com/office/powerpoint/2010/main" val="3340747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C17090-7D05-467D-A980-894B6CD54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Magnetism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35604-2471-4754-8B84-500DAA6A1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  <a:latin typeface="+mj-lt"/>
              </a:rPr>
              <a:t>Hit detection made easier to use</a:t>
            </a:r>
          </a:p>
        </p:txBody>
      </p:sp>
    </p:spTree>
    <p:extLst>
      <p:ext uri="{BB962C8B-B14F-4D97-AF65-F5344CB8AC3E}">
        <p14:creationId xmlns:p14="http://schemas.microsoft.com/office/powerpoint/2010/main" val="1827116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6490-77D9-40FB-BFA0-ABE332D37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Magnetism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DD6F8-BE9C-40BB-81E8-14EA56C06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Small objects can be hard to click on, so instead of performing accurate hit detection, we use simpler hit detection</a:t>
            </a:r>
          </a:p>
          <a:p>
            <a:r>
              <a:rPr lang="en-CA" dirty="0"/>
              <a:t>This decreases the complexity of click detection on small objects (more frames, yay)</a:t>
            </a:r>
          </a:p>
        </p:txBody>
      </p:sp>
    </p:spTree>
    <p:extLst>
      <p:ext uri="{BB962C8B-B14F-4D97-AF65-F5344CB8AC3E}">
        <p14:creationId xmlns:p14="http://schemas.microsoft.com/office/powerpoint/2010/main" val="4230643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34BA4-6620-4ED4-8E35-625EDD0A4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Magnetism</a:t>
            </a:r>
          </a:p>
        </p:txBody>
      </p:sp>
      <p:pic>
        <p:nvPicPr>
          <p:cNvPr id="5" name="Content Placeholder 4" descr="Game controller">
            <a:extLst>
              <a:ext uri="{FF2B5EF4-FFF2-40B4-BE49-F238E27FC236}">
                <a16:creationId xmlns:a16="http://schemas.microsoft.com/office/drawing/2014/main" id="{F7556DDA-DAE7-4459-B8F1-994AD008111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8901" y="2157731"/>
            <a:ext cx="914400" cy="914400"/>
          </a:xfrm>
        </p:spPr>
      </p:pic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262F0830-9266-453B-87B0-893832A09C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CA" dirty="0"/>
              <a:t>A: check the mouse position, read the pixel at that position and check its transparency</a:t>
            </a:r>
          </a:p>
          <a:p>
            <a:r>
              <a:rPr lang="en-CA" dirty="0"/>
              <a:t>B: check if the mouse position is inside the box before reading the pixel and checking transparency</a:t>
            </a:r>
          </a:p>
          <a:p>
            <a:r>
              <a:rPr lang="en-CA" dirty="0"/>
              <a:t>C: check if the mouse position’s distance from the icon is less than the radius of our bounding circle</a:t>
            </a:r>
          </a:p>
        </p:txBody>
      </p:sp>
      <p:pic>
        <p:nvPicPr>
          <p:cNvPr id="6" name="Content Placeholder 4" descr="Game controller">
            <a:extLst>
              <a:ext uri="{FF2B5EF4-FFF2-40B4-BE49-F238E27FC236}">
                <a16:creationId xmlns:a16="http://schemas.microsoft.com/office/drawing/2014/main" id="{B52C6943-F596-42DA-A436-217161C9B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8901" y="3328670"/>
            <a:ext cx="914400" cy="914400"/>
          </a:xfrm>
          <a:prstGeom prst="rect">
            <a:avLst/>
          </a:prstGeom>
        </p:spPr>
      </p:pic>
      <p:pic>
        <p:nvPicPr>
          <p:cNvPr id="7" name="Content Placeholder 4" descr="Game controller">
            <a:extLst>
              <a:ext uri="{FF2B5EF4-FFF2-40B4-BE49-F238E27FC236}">
                <a16:creationId xmlns:a16="http://schemas.microsoft.com/office/drawing/2014/main" id="{85CE0C29-5042-44AB-B982-A7681A8C52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98901" y="4564639"/>
            <a:ext cx="914400" cy="914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92EF883-DD40-4989-8F60-09DC598B1517}"/>
              </a:ext>
            </a:extLst>
          </p:cNvPr>
          <p:cNvSpPr/>
          <p:nvPr/>
        </p:nvSpPr>
        <p:spPr>
          <a:xfrm>
            <a:off x="4865403" y="3494925"/>
            <a:ext cx="781396" cy="5818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B59CCAC-6FE4-467D-8624-B6CB38F59F21}"/>
              </a:ext>
            </a:extLst>
          </p:cNvPr>
          <p:cNvSpPr/>
          <p:nvPr/>
        </p:nvSpPr>
        <p:spPr>
          <a:xfrm>
            <a:off x="4733871" y="4499609"/>
            <a:ext cx="1044460" cy="104446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0789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96A9E35-B465-43A7-94AC-F8BEDE1DA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25" y="499533"/>
            <a:ext cx="6562726" cy="1658198"/>
          </a:xfrm>
        </p:spPr>
        <p:txBody>
          <a:bodyPr>
            <a:normAutofit/>
          </a:bodyPr>
          <a:lstStyle/>
          <a:p>
            <a:r>
              <a:rPr lang="en-CA" dirty="0"/>
              <a:t>Magnetism</a:t>
            </a:r>
          </a:p>
        </p:txBody>
      </p:sp>
      <p:pic>
        <p:nvPicPr>
          <p:cNvPr id="7" name="Content Placeholder 4" descr="Game controller">
            <a:extLst>
              <a:ext uri="{FF2B5EF4-FFF2-40B4-BE49-F238E27FC236}">
                <a16:creationId xmlns:a16="http://schemas.microsoft.com/office/drawing/2014/main" id="{6FB35DDD-E8FF-48F2-A0E2-B0C59EBA9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985" y="1703445"/>
            <a:ext cx="3448478" cy="344847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58B5F-BEAD-4655-A7DB-3FC54D6C3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2557" y="2011680"/>
            <a:ext cx="6428994" cy="3766185"/>
          </a:xfrm>
        </p:spPr>
        <p:txBody>
          <a:bodyPr>
            <a:normAutofit/>
          </a:bodyPr>
          <a:lstStyle/>
          <a:p>
            <a:r>
              <a:rPr lang="en-CA" dirty="0"/>
              <a:t>Instead of checking if they click on the actual icon, let them click within a radius of the icon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6FB3B2-CFD4-498C-936A-338A1A848019}"/>
              </a:ext>
            </a:extLst>
          </p:cNvPr>
          <p:cNvSpPr/>
          <p:nvPr/>
        </p:nvSpPr>
        <p:spPr>
          <a:xfrm>
            <a:off x="451689" y="1526149"/>
            <a:ext cx="3803070" cy="380307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6389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A1960-14BD-4B18-9C88-A13B7A0F5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 dirty="0">
                <a:solidFill>
                  <a:schemeClr val="tx1"/>
                </a:solidFill>
              </a:rPr>
              <a:t>Shield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E2040-C6AA-45B3-94D8-2BEA65C06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  <a:latin typeface="+mj-lt"/>
              </a:rPr>
              <a:t>Controls that would cause undesirable consequences are protected from accidental use</a:t>
            </a:r>
          </a:p>
        </p:txBody>
      </p:sp>
    </p:spTree>
    <p:extLst>
      <p:ext uri="{BB962C8B-B14F-4D97-AF65-F5344CB8AC3E}">
        <p14:creationId xmlns:p14="http://schemas.microsoft.com/office/powerpoint/2010/main" val="36409190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BE765-987C-40C7-9EAD-B88183DA6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CA" dirty="0"/>
              <a:t>Shield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398F6B-E45D-48E5-BE4F-59F40B9ACB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6555864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8332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4CE86D-12BB-496B-8B7B-89DEA72B6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Visual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91A21-81C4-4957-9FC3-8A1932669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+mj-lt"/>
              </a:rPr>
              <a:t>Representing data visually so the player can more easily keep track of it</a:t>
            </a:r>
          </a:p>
        </p:txBody>
      </p:sp>
    </p:spTree>
    <p:extLst>
      <p:ext uri="{BB962C8B-B14F-4D97-AF65-F5344CB8AC3E}">
        <p14:creationId xmlns:p14="http://schemas.microsoft.com/office/powerpoint/2010/main" val="3879671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32187-A1D9-4591-908C-D999A1283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Visual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39B83-91C5-4DFC-B5D8-BA8110CE4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Consider:</a:t>
            </a:r>
          </a:p>
          <a:p>
            <a:pPr lvl="1"/>
            <a:r>
              <a:rPr lang="en-CA" dirty="0"/>
              <a:t>- Entities may have status effects, the visual state of which may be particle effects, or other VFX, to represent the status effect (On Fire looks like they are on fire)</a:t>
            </a:r>
          </a:p>
          <a:p>
            <a:pPr lvl="1"/>
            <a:r>
              <a:rPr lang="en-CA" dirty="0"/>
              <a:t>- The screen may have VFX applied to it based on entity state</a:t>
            </a:r>
          </a:p>
          <a:p>
            <a:pPr lvl="1"/>
            <a:r>
              <a:rPr lang="en-CA" dirty="0"/>
              <a:t>- Pulsing, bloody screen edges on low health</a:t>
            </a:r>
          </a:p>
          <a:p>
            <a:pPr lvl="1"/>
            <a:r>
              <a:rPr lang="en-CA" dirty="0"/>
              <a:t>- Heads Up Display</a:t>
            </a:r>
          </a:p>
        </p:txBody>
      </p:sp>
    </p:spTree>
    <p:extLst>
      <p:ext uri="{BB962C8B-B14F-4D97-AF65-F5344CB8AC3E}">
        <p14:creationId xmlns:p14="http://schemas.microsoft.com/office/powerpoint/2010/main" val="2639573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5000E9-F41B-46B8-BF42-DFE1BF1E5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Automatic Mode Cancellation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29C50-4CB8-42C1-BA87-CAE90C155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  <a:latin typeface="+mj-lt"/>
              </a:rPr>
              <a:t>Automatically switch between contexts depending on input</a:t>
            </a:r>
          </a:p>
        </p:txBody>
      </p:sp>
    </p:spTree>
    <p:extLst>
      <p:ext uri="{BB962C8B-B14F-4D97-AF65-F5344CB8AC3E}">
        <p14:creationId xmlns:p14="http://schemas.microsoft.com/office/powerpoint/2010/main" val="3416816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E3A536-71BE-44C0-839D-5F8F056A2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F7FAF-4768-447D-A998-95CE51EB2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0"/>
            <a:ext cx="8096684" cy="3766185"/>
          </a:xfrm>
        </p:spPr>
        <p:txBody>
          <a:bodyPr>
            <a:normAutofit/>
          </a:bodyPr>
          <a:lstStyle/>
          <a:p>
            <a:r>
              <a:rPr lang="en-CA" dirty="0"/>
              <a:t>Consider:</a:t>
            </a:r>
          </a:p>
          <a:p>
            <a:pPr lvl="1"/>
            <a:r>
              <a:rPr lang="en-CA" dirty="0"/>
              <a:t>- The player is currently searching a container, which uses mouse input to navigate (it is an in game menu)</a:t>
            </a:r>
          </a:p>
          <a:p>
            <a:pPr lvl="1"/>
            <a:r>
              <a:rPr lang="en-CA" dirty="0"/>
              <a:t>- If the player uses movement input, automatically close the menu, and return to standard gameplay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52035-6C66-419B-825A-870FA7CC5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CA" dirty="0"/>
              <a:t>Automatic Mode Cancellation</a:t>
            </a:r>
          </a:p>
        </p:txBody>
      </p:sp>
    </p:spTree>
    <p:extLst>
      <p:ext uri="{BB962C8B-B14F-4D97-AF65-F5344CB8AC3E}">
        <p14:creationId xmlns:p14="http://schemas.microsoft.com/office/powerpoint/2010/main" val="23510782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F16441-4BD3-4514-9BDC-0D9F0E2FE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AF9A7-99EB-4DFC-AAEB-7A5EEA8BE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  <a:latin typeface="+mj-lt"/>
              </a:rPr>
              <a:t>Reduce the amount of information on screen to only what is necessary</a:t>
            </a:r>
          </a:p>
        </p:txBody>
      </p:sp>
    </p:spTree>
    <p:extLst>
      <p:ext uri="{BB962C8B-B14F-4D97-AF65-F5344CB8AC3E}">
        <p14:creationId xmlns:p14="http://schemas.microsoft.com/office/powerpoint/2010/main" val="11479602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0106F-560B-4D8A-96F9-E726FFC62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CA" dirty="0"/>
              <a:t>Focus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5B11CC-13C4-433A-9C85-3E0C6321A8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404198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44791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7A9A5-BBFC-4DB7-B02D-33BE5DC16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20F23-38D8-48F9-A867-38B25DBE0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  <a:latin typeface="+mj-lt"/>
              </a:rPr>
              <a:t>Visually depicts the progress of an operation</a:t>
            </a:r>
          </a:p>
        </p:txBody>
      </p:sp>
    </p:spTree>
    <p:extLst>
      <p:ext uri="{BB962C8B-B14F-4D97-AF65-F5344CB8AC3E}">
        <p14:creationId xmlns:p14="http://schemas.microsoft.com/office/powerpoint/2010/main" val="30381175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F10FA-E269-40DB-964A-7DB9375FD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5A01E-3ED1-4BF4-BB56-DA535F03C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If we don’t show the player something when we are loading, they may think the application is frozen</a:t>
            </a:r>
          </a:p>
          <a:p>
            <a:r>
              <a:rPr lang="en-CA" dirty="0"/>
              <a:t>This can be used elsewhere too:</a:t>
            </a:r>
          </a:p>
          <a:p>
            <a:pPr lvl="1"/>
            <a:r>
              <a:rPr lang="en-CA" dirty="0"/>
              <a:t>XP to next level</a:t>
            </a:r>
          </a:p>
          <a:p>
            <a:pPr lvl="1"/>
            <a:r>
              <a:rPr lang="en-CA" dirty="0"/>
              <a:t>Quest Progression</a:t>
            </a:r>
          </a:p>
          <a:p>
            <a:pPr lvl="1"/>
            <a:r>
              <a:rPr lang="en-CA" dirty="0"/>
              <a:t>Recipe Completion</a:t>
            </a:r>
          </a:p>
          <a:p>
            <a:pPr lvl="1"/>
            <a:r>
              <a:rPr lang="en-CA" dirty="0"/>
              <a:t>Et Cetera</a:t>
            </a:r>
          </a:p>
        </p:txBody>
      </p:sp>
    </p:spTree>
    <p:extLst>
      <p:ext uri="{BB962C8B-B14F-4D97-AF65-F5344CB8AC3E}">
        <p14:creationId xmlns:p14="http://schemas.microsoft.com/office/powerpoint/2010/main" val="17822444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71686-4DED-4C86-9561-FC4224E31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Object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8BD97-036E-42AA-BC90-D12B70FCB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  <a:latin typeface="+mj-lt"/>
              </a:rPr>
              <a:t>A pause frame of game state represented in a class diagram</a:t>
            </a:r>
          </a:p>
        </p:txBody>
      </p:sp>
    </p:spTree>
    <p:extLst>
      <p:ext uri="{BB962C8B-B14F-4D97-AF65-F5344CB8AC3E}">
        <p14:creationId xmlns:p14="http://schemas.microsoft.com/office/powerpoint/2010/main" val="37511582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FAC14-D3BC-4BAC-9BE8-ED1DF4210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6310" y="499533"/>
            <a:ext cx="3706761" cy="1658198"/>
          </a:xfrm>
        </p:spPr>
        <p:txBody>
          <a:bodyPr>
            <a:normAutofit/>
          </a:bodyPr>
          <a:lstStyle/>
          <a:p>
            <a:r>
              <a:rPr lang="en-CA" sz="4400"/>
              <a:t>Object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DDAEBE-2FC9-4EEC-A811-B63DD32AC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1740637"/>
            <a:ext cx="6912217" cy="338698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D56214D-A149-45CC-9CE7-44E44AA4E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6310" y="2011680"/>
            <a:ext cx="3706761" cy="3864732"/>
          </a:xfrm>
        </p:spPr>
        <p:txBody>
          <a:bodyPr>
            <a:normAutofit/>
          </a:bodyPr>
          <a:lstStyle/>
          <a:p>
            <a:r>
              <a:rPr lang="en-US" sz="2000" dirty="0"/>
              <a:t>See how it is very similar to a class diagram, but representing only the classes, and values that this ‘tree’ </a:t>
            </a:r>
            <a:r>
              <a:rPr lang="en-US" sz="2000" dirty="0" err="1"/>
              <a:t>GameObject</a:t>
            </a:r>
            <a:r>
              <a:rPr lang="en-US" sz="2000" dirty="0"/>
              <a:t> has.</a:t>
            </a:r>
          </a:p>
        </p:txBody>
      </p:sp>
    </p:spTree>
    <p:extLst>
      <p:ext uri="{BB962C8B-B14F-4D97-AF65-F5344CB8AC3E}">
        <p14:creationId xmlns:p14="http://schemas.microsoft.com/office/powerpoint/2010/main" val="17309397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0CA89-513C-4761-AA5F-8D0417D9F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 dirty="0">
                <a:solidFill>
                  <a:schemeClr val="tx1"/>
                </a:solidFill>
              </a:rPr>
              <a:t>Have a good week!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F084E-B027-4A39-8609-FACEF8FA7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  <a:latin typeface="+mj-lt"/>
              </a:rPr>
              <a:t>Stay safe out there!</a:t>
            </a:r>
            <a:endParaRPr lang="en-US" sz="32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52858823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rgbClr val="000000"/>
      </a:dk1>
      <a:lt1>
        <a:srgbClr val="FFFFFF"/>
      </a:lt1>
      <a:dk2>
        <a:srgbClr val="303034"/>
      </a:dk2>
      <a:lt2>
        <a:srgbClr val="DFDFE4"/>
      </a:lt2>
      <a:accent1>
        <a:srgbClr val="00AEEF"/>
      </a:accent1>
      <a:accent2>
        <a:srgbClr val="8CC600"/>
      </a:accent2>
      <a:accent3>
        <a:srgbClr val="FFBE00"/>
      </a:accent3>
      <a:accent4>
        <a:srgbClr val="FF0097"/>
      </a:accent4>
      <a:accent5>
        <a:srgbClr val="0071BC"/>
      </a:accent5>
      <a:accent6>
        <a:srgbClr val="FF8600"/>
      </a:accent6>
      <a:hlink>
        <a:srgbClr val="2424F0"/>
      </a:hlink>
      <a:folHlink>
        <a:srgbClr val="808080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9FF7CA0D-8839-4012-B51C-B152F9BD65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987</Words>
  <Application>Microsoft Office PowerPoint</Application>
  <PresentationFormat>Widescreen</PresentationFormat>
  <Paragraphs>129</Paragraphs>
  <Slides>37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 Light</vt:lpstr>
      <vt:lpstr>Metropolitan</vt:lpstr>
      <vt:lpstr>Document</vt:lpstr>
      <vt:lpstr>Design Patterns &amp; Object Diagrams</vt:lpstr>
      <vt:lpstr>Introduction</vt:lpstr>
      <vt:lpstr>Iterator</vt:lpstr>
      <vt:lpstr>Iterator</vt:lpstr>
      <vt:lpstr>Standard Template Library</vt:lpstr>
      <vt:lpstr>Y Iterate Tho?</vt:lpstr>
      <vt:lpstr>C++</vt:lpstr>
      <vt:lpstr>Iterator</vt:lpstr>
      <vt:lpstr>Handle</vt:lpstr>
      <vt:lpstr>Handle</vt:lpstr>
      <vt:lpstr>Asset Database</vt:lpstr>
      <vt:lpstr>Asset Database</vt:lpstr>
      <vt:lpstr>Asset Database</vt:lpstr>
      <vt:lpstr>Appearance Map</vt:lpstr>
      <vt:lpstr>Appearance Map</vt:lpstr>
      <vt:lpstr>Appearance Map</vt:lpstr>
      <vt:lpstr>Mini Kernal</vt:lpstr>
      <vt:lpstr>Mini Kernal</vt:lpstr>
      <vt:lpstr>Mini Kernal</vt:lpstr>
      <vt:lpstr>Usability Patterns</vt:lpstr>
      <vt:lpstr>Magnetism</vt:lpstr>
      <vt:lpstr>Magnetism</vt:lpstr>
      <vt:lpstr>Magnetism</vt:lpstr>
      <vt:lpstr>Magnetism</vt:lpstr>
      <vt:lpstr>Shield</vt:lpstr>
      <vt:lpstr>Shield</vt:lpstr>
      <vt:lpstr>Visual State</vt:lpstr>
      <vt:lpstr>Visual State</vt:lpstr>
      <vt:lpstr>Automatic Mode Cancellation</vt:lpstr>
      <vt:lpstr>Automatic Mode Cancellation</vt:lpstr>
      <vt:lpstr>Focus</vt:lpstr>
      <vt:lpstr>Focus</vt:lpstr>
      <vt:lpstr>Progress</vt:lpstr>
      <vt:lpstr>Progress</vt:lpstr>
      <vt:lpstr>Object Diagram</vt:lpstr>
      <vt:lpstr>Object Diagram</vt:lpstr>
      <vt:lpstr>Have a good week!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Patterns &amp; Object Diagrams</dc:title>
  <dc:creator>Aidan Dearing</dc:creator>
  <cp:lastModifiedBy>Aidan Dearing</cp:lastModifiedBy>
  <cp:revision>2</cp:revision>
  <dcterms:created xsi:type="dcterms:W3CDTF">2020-04-02T14:47:59Z</dcterms:created>
  <dcterms:modified xsi:type="dcterms:W3CDTF">2020-04-03T17:44:48Z</dcterms:modified>
</cp:coreProperties>
</file>