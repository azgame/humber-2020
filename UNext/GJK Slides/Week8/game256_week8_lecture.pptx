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8" r:id="rId8"/>
    <p:sldId id="262" r:id="rId9"/>
    <p:sldId id="263" r:id="rId10"/>
    <p:sldId id="269" r:id="rId11"/>
    <p:sldId id="264" r:id="rId12"/>
    <p:sldId id="270" r:id="rId13"/>
    <p:sldId id="267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33FE"/>
    <a:srgbClr val="9BFE9B"/>
    <a:srgbClr val="050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E13ADD-5D25-423E-B80B-753512887C1F}" v="422" dt="2019-04-08T18:13:35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27E13ADD-5D25-423E-B80B-753512887C1F}"/>
    <pc:docChg chg="undo custSel mod addSld delSld modSld sldOrd">
      <pc:chgData name="Aidan Dearing" userId="549f97a1b1354368" providerId="LiveId" clId="{27E13ADD-5D25-423E-B80B-753512887C1F}" dt="2019-04-08T18:13:40.217" v="3347" actId="26606"/>
      <pc:docMkLst>
        <pc:docMk/>
      </pc:docMkLst>
      <pc:sldChg chg="modSp modTransition">
        <pc:chgData name="Aidan Dearing" userId="549f97a1b1354368" providerId="LiveId" clId="{27E13ADD-5D25-423E-B80B-753512887C1F}" dt="2019-03-08T05:05:07.625" v="3337"/>
        <pc:sldMkLst>
          <pc:docMk/>
          <pc:sldMk cId="2037795218" sldId="257"/>
        </pc:sldMkLst>
        <pc:spChg chg="mod">
          <ac:chgData name="Aidan Dearing" userId="549f97a1b1354368" providerId="LiveId" clId="{27E13ADD-5D25-423E-B80B-753512887C1F}" dt="2019-03-08T04:49:14.502" v="2715" actId="20577"/>
          <ac:spMkLst>
            <pc:docMk/>
            <pc:sldMk cId="2037795218" sldId="257"/>
            <ac:spMk id="3" creationId="{94307814-8F34-4EC8-8409-03039967FBF4}"/>
          </ac:spMkLst>
        </pc:spChg>
      </pc:sldChg>
      <pc:sldChg chg="modSp modTransition">
        <pc:chgData name="Aidan Dearing" userId="549f97a1b1354368" providerId="LiveId" clId="{27E13ADD-5D25-423E-B80B-753512887C1F}" dt="2019-03-08T05:05:07.625" v="3337"/>
        <pc:sldMkLst>
          <pc:docMk/>
          <pc:sldMk cId="2703017024" sldId="258"/>
        </pc:sldMkLst>
        <pc:spChg chg="mod">
          <ac:chgData name="Aidan Dearing" userId="549f97a1b1354368" providerId="LiveId" clId="{27E13ADD-5D25-423E-B80B-753512887C1F}" dt="2019-03-07T23:04:31.548" v="204" actId="20577"/>
          <ac:spMkLst>
            <pc:docMk/>
            <pc:sldMk cId="2703017024" sldId="258"/>
            <ac:spMk id="3" creationId="{C5BA0DFB-467E-4AE5-AD1B-D3711E287DCB}"/>
          </ac:spMkLst>
        </pc:spChg>
      </pc:sldChg>
      <pc:sldChg chg="addSp modSp mod modTransition setBg">
        <pc:chgData name="Aidan Dearing" userId="549f97a1b1354368" providerId="LiveId" clId="{27E13ADD-5D25-423E-B80B-753512887C1F}" dt="2019-03-08T05:05:07.625" v="3337"/>
        <pc:sldMkLst>
          <pc:docMk/>
          <pc:sldMk cId="3040157984" sldId="259"/>
        </pc:sldMkLst>
        <pc:spChg chg="mod">
          <ac:chgData name="Aidan Dearing" userId="549f97a1b1354368" providerId="LiveId" clId="{27E13ADD-5D25-423E-B80B-753512887C1F}" dt="2019-03-07T23:06:31.136" v="215" actId="26606"/>
          <ac:spMkLst>
            <pc:docMk/>
            <pc:sldMk cId="3040157984" sldId="259"/>
            <ac:spMk id="2" creationId="{6931E794-CAD8-4067-A118-024AD1AF1054}"/>
          </ac:spMkLst>
        </pc:spChg>
        <pc:spChg chg="mod">
          <ac:chgData name="Aidan Dearing" userId="549f97a1b1354368" providerId="LiveId" clId="{27E13ADD-5D25-423E-B80B-753512887C1F}" dt="2019-03-07T23:06:31.136" v="215" actId="26606"/>
          <ac:spMkLst>
            <pc:docMk/>
            <pc:sldMk cId="3040157984" sldId="259"/>
            <ac:spMk id="3" creationId="{971A6766-74B3-4FFF-8A10-0B06E4FC0B09}"/>
          </ac:spMkLst>
        </pc:spChg>
        <pc:spChg chg="add">
          <ac:chgData name="Aidan Dearing" userId="549f97a1b1354368" providerId="LiveId" clId="{27E13ADD-5D25-423E-B80B-753512887C1F}" dt="2019-03-07T23:06:31.136" v="215" actId="26606"/>
          <ac:spMkLst>
            <pc:docMk/>
            <pc:sldMk cId="3040157984" sldId="259"/>
            <ac:spMk id="8" creationId="{D75627FE-0AC5-4349-AC08-45A58BEC9B8C}"/>
          </ac:spMkLst>
        </pc:spChg>
        <pc:spChg chg="add">
          <ac:chgData name="Aidan Dearing" userId="549f97a1b1354368" providerId="LiveId" clId="{27E13ADD-5D25-423E-B80B-753512887C1F}" dt="2019-03-07T23:06:31.136" v="215" actId="26606"/>
          <ac:spMkLst>
            <pc:docMk/>
            <pc:sldMk cId="3040157984" sldId="259"/>
            <ac:spMk id="33" creationId="{BC2574CF-1D35-4994-87BD-5A3378E1AB34}"/>
          </ac:spMkLst>
        </pc:spChg>
        <pc:grpChg chg="add">
          <ac:chgData name="Aidan Dearing" userId="549f97a1b1354368" providerId="LiveId" clId="{27E13ADD-5D25-423E-B80B-753512887C1F}" dt="2019-03-07T23:06:31.136" v="215" actId="26606"/>
          <ac:grpSpMkLst>
            <pc:docMk/>
            <pc:sldMk cId="3040157984" sldId="259"/>
            <ac:grpSpMk id="10" creationId="{F87AAF7B-2090-475D-9C3E-FDC03DD87A88}"/>
          </ac:grpSpMkLst>
        </pc:grpChg>
        <pc:cxnChg chg="add">
          <ac:chgData name="Aidan Dearing" userId="549f97a1b1354368" providerId="LiveId" clId="{27E13ADD-5D25-423E-B80B-753512887C1F}" dt="2019-03-07T23:06:31.136" v="215" actId="26606"/>
          <ac:cxnSpMkLst>
            <pc:docMk/>
            <pc:sldMk cId="3040157984" sldId="259"/>
            <ac:cxnSpMk id="35" creationId="{68B6AB33-DFE6-4FE4-94FE-C9E25424AD16}"/>
          </ac:cxnSpMkLst>
        </pc:cxn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1604657235" sldId="260"/>
        </pc:sldMkLst>
        <pc:spChg chg="mod">
          <ac:chgData name="Aidan Dearing" userId="549f97a1b1354368" providerId="LiveId" clId="{27E13ADD-5D25-423E-B80B-753512887C1F}" dt="2019-03-07T22:47:17.052" v="125" actId="20577"/>
          <ac:spMkLst>
            <pc:docMk/>
            <pc:sldMk cId="1604657235" sldId="260"/>
            <ac:spMk id="2" creationId="{91488E9E-BF43-4545-9879-CE1E556DE5E6}"/>
          </ac:spMkLst>
        </pc:spChg>
        <pc:spChg chg="del mod">
          <ac:chgData name="Aidan Dearing" userId="549f97a1b1354368" providerId="LiveId" clId="{27E13ADD-5D25-423E-B80B-753512887C1F}" dt="2019-03-07T22:47:28.960" v="126"/>
          <ac:spMkLst>
            <pc:docMk/>
            <pc:sldMk cId="1604657235" sldId="260"/>
            <ac:spMk id="3" creationId="{8C79CDFE-F1CC-42D2-AAEE-E23B1066001C}"/>
          </ac:spMkLst>
        </pc:spChg>
        <pc:spChg chg="add">
          <ac:chgData name="Aidan Dearing" userId="549f97a1b1354368" providerId="LiveId" clId="{27E13ADD-5D25-423E-B80B-753512887C1F}" dt="2019-03-07T22:47:11.487" v="109" actId="26606"/>
          <ac:spMkLst>
            <pc:docMk/>
            <pc:sldMk cId="1604657235" sldId="260"/>
            <ac:spMk id="8" creationId="{D75627FE-0AC5-4349-AC08-45A58BEC9B8C}"/>
          </ac:spMkLst>
        </pc:spChg>
        <pc:spChg chg="add">
          <ac:chgData name="Aidan Dearing" userId="549f97a1b1354368" providerId="LiveId" clId="{27E13ADD-5D25-423E-B80B-753512887C1F}" dt="2019-03-07T22:47:11.487" v="109" actId="26606"/>
          <ac:spMkLst>
            <pc:docMk/>
            <pc:sldMk cId="1604657235" sldId="260"/>
            <ac:spMk id="33" creationId="{BC2574CF-1D35-4994-87BD-5A3378E1AB34}"/>
          </ac:spMkLst>
        </pc:spChg>
        <pc:grpChg chg="add">
          <ac:chgData name="Aidan Dearing" userId="549f97a1b1354368" providerId="LiveId" clId="{27E13ADD-5D25-423E-B80B-753512887C1F}" dt="2019-03-07T22:47:11.487" v="109" actId="26606"/>
          <ac:grpSpMkLst>
            <pc:docMk/>
            <pc:sldMk cId="1604657235" sldId="260"/>
            <ac:grpSpMk id="10" creationId="{F87AAF7B-2090-475D-9C3E-FDC03DD87A88}"/>
          </ac:grpSpMkLst>
        </pc:grpChg>
        <pc:graphicFrameChg chg="add mod">
          <ac:chgData name="Aidan Dearing" userId="549f97a1b1354368" providerId="LiveId" clId="{27E13ADD-5D25-423E-B80B-753512887C1F}" dt="2019-03-07T23:00:59.206" v="138"/>
          <ac:graphicFrameMkLst>
            <pc:docMk/>
            <pc:sldMk cId="1604657235" sldId="260"/>
            <ac:graphicFrameMk id="4" creationId="{30D83979-8D96-4AC3-BE7B-9C6E0906C843}"/>
          </ac:graphicFrameMkLst>
        </pc:graphicFrameChg>
        <pc:cxnChg chg="add">
          <ac:chgData name="Aidan Dearing" userId="549f97a1b1354368" providerId="LiveId" clId="{27E13ADD-5D25-423E-B80B-753512887C1F}" dt="2019-03-07T22:47:11.487" v="109" actId="26606"/>
          <ac:cxnSpMkLst>
            <pc:docMk/>
            <pc:sldMk cId="1604657235" sldId="260"/>
            <ac:cxnSpMk id="35" creationId="{68B6AB33-DFE6-4FE4-94FE-C9E25424AD16}"/>
          </ac:cxnSpMkLst>
        </pc:cxnChg>
      </pc:sldChg>
      <pc:sldChg chg="addSp delSp modSp add mod ord modTransition setBg setClrOvrMap">
        <pc:chgData name="Aidan Dearing" userId="549f97a1b1354368" providerId="LiveId" clId="{27E13ADD-5D25-423E-B80B-753512887C1F}" dt="2019-03-08T05:05:07.625" v="3337"/>
        <pc:sldMkLst>
          <pc:docMk/>
          <pc:sldMk cId="3907941885" sldId="262"/>
        </pc:sldMkLst>
        <pc:spChg chg="mo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2" creationId="{B63C3054-3158-46AC-8611-7A7BDA715342}"/>
          </ac:spMkLst>
        </pc:spChg>
        <pc:spChg chg="mod">
          <ac:chgData name="Aidan Dearing" userId="549f97a1b1354368" providerId="LiveId" clId="{27E13ADD-5D25-423E-B80B-753512887C1F}" dt="2019-03-08T01:39:48.509" v="1210" actId="20577"/>
          <ac:spMkLst>
            <pc:docMk/>
            <pc:sldMk cId="3907941885" sldId="262"/>
            <ac:spMk id="3" creationId="{DE699913-D77D-4D40-86E4-50D0D7FF1BAB}"/>
          </ac:spMkLst>
        </pc:spChg>
        <pc:spChg chg="add del">
          <ac:chgData name="Aidan Dearing" userId="549f97a1b1354368" providerId="LiveId" clId="{27E13ADD-5D25-423E-B80B-753512887C1F}" dt="2019-03-07T23:14:03.602" v="847" actId="26606"/>
          <ac:spMkLst>
            <pc:docMk/>
            <pc:sldMk cId="3907941885" sldId="262"/>
            <ac:spMk id="8" creationId="{90F08744-9D7B-4693-B8D6-2A5210AE96F6}"/>
          </ac:spMkLst>
        </pc:spChg>
        <pc:spChg chg="add del">
          <ac:chgData name="Aidan Dearing" userId="549f97a1b1354368" providerId="LiveId" clId="{27E13ADD-5D25-423E-B80B-753512887C1F}" dt="2019-03-07T23:14:03.602" v="847" actId="26606"/>
          <ac:spMkLst>
            <pc:docMk/>
            <pc:sldMk cId="3907941885" sldId="262"/>
            <ac:spMk id="10" creationId="{5B2E630F-F386-44FA-B1A1-C10A9BF4346C}"/>
          </ac:spMkLst>
        </pc:spChg>
        <pc:spChg chg="add del">
          <ac:chgData name="Aidan Dearing" userId="549f97a1b1354368" providerId="LiveId" clId="{27E13ADD-5D25-423E-B80B-753512887C1F}" dt="2019-03-07T23:14:03.602" v="847" actId="26606"/>
          <ac:spMkLst>
            <pc:docMk/>
            <pc:sldMk cId="3907941885" sldId="262"/>
            <ac:spMk id="12" creationId="{73567C09-8B4D-49A6-A711-C44C5807D8DD}"/>
          </ac:spMkLst>
        </pc:spChg>
        <pc:spChg chg="ad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14" creationId="{117C30F0-5A38-4B60-B632-3AF7C2780824}"/>
          </ac:spMkLst>
        </pc:spChg>
        <pc:spChg chg="ad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15" creationId="{F3C5918A-1DC5-4CF3-AA27-00AA3088AA9F}"/>
          </ac:spMkLst>
        </pc:spChg>
        <pc:spChg chg="ad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16" creationId="{A200CBA5-3F2B-4AAC-9F86-99AFECC19C1D}"/>
          </ac:spMkLst>
        </pc:spChg>
        <pc:spChg chg="ad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17" creationId="{B786683A-6FD6-4BF7-B3B0-DC397677391F}"/>
          </ac:spMkLst>
        </pc:spChg>
        <pc:spChg chg="add">
          <ac:chgData name="Aidan Dearing" userId="549f97a1b1354368" providerId="LiveId" clId="{27E13ADD-5D25-423E-B80B-753512887C1F}" dt="2019-03-07T23:14:03.639" v="848" actId="26606"/>
          <ac:spMkLst>
            <pc:docMk/>
            <pc:sldMk cId="3907941885" sldId="262"/>
            <ac:spMk id="18" creationId="{05169E50-59FB-4AEE-B61D-44A882A4CD2C}"/>
          </ac:spMkLst>
        </pc:spChg>
      </pc:sldChg>
      <pc:sldChg chg="addSp delSp modSp add mod ord modTransition setBg">
        <pc:chgData name="Aidan Dearing" userId="549f97a1b1354368" providerId="LiveId" clId="{27E13ADD-5D25-423E-B80B-753512887C1F}" dt="2019-03-08T05:05:07.625" v="3337"/>
        <pc:sldMkLst>
          <pc:docMk/>
          <pc:sldMk cId="1681600704" sldId="263"/>
        </pc:sldMkLst>
        <pc:spChg chg="mod">
          <ac:chgData name="Aidan Dearing" userId="549f97a1b1354368" providerId="LiveId" clId="{27E13ADD-5D25-423E-B80B-753512887C1F}" dt="2019-03-08T01:35:27.956" v="913" actId="26606"/>
          <ac:spMkLst>
            <pc:docMk/>
            <pc:sldMk cId="1681600704" sldId="263"/>
            <ac:spMk id="2" creationId="{830D3497-958C-42DF-A075-AE7CFEF1F17E}"/>
          </ac:spMkLst>
        </pc:spChg>
        <pc:spChg chg="del">
          <ac:chgData name="Aidan Dearing" userId="549f97a1b1354368" providerId="LiveId" clId="{27E13ADD-5D25-423E-B80B-753512887C1F}" dt="2019-03-08T01:35:07.607" v="910" actId="931"/>
          <ac:spMkLst>
            <pc:docMk/>
            <pc:sldMk cId="1681600704" sldId="263"/>
            <ac:spMk id="3" creationId="{81E1E9F9-B23F-4A1C-9ACA-CCBE4EA8B7A3}"/>
          </ac:spMkLst>
        </pc:spChg>
        <pc:spChg chg="add mod">
          <ac:chgData name="Aidan Dearing" userId="549f97a1b1354368" providerId="LiveId" clId="{27E13ADD-5D25-423E-B80B-753512887C1F}" dt="2019-03-08T01:39:02.221" v="1090" actId="207"/>
          <ac:spMkLst>
            <pc:docMk/>
            <pc:sldMk cId="1681600704" sldId="263"/>
            <ac:spMk id="6" creationId="{3EB4DBA4-DF1A-48FA-8871-7FFAE77A9BD0}"/>
          </ac:spMkLst>
        </pc:spChg>
        <pc:spChg chg="add">
          <ac:chgData name="Aidan Dearing" userId="549f97a1b1354368" providerId="LiveId" clId="{27E13ADD-5D25-423E-B80B-753512887C1F}" dt="2019-03-08T01:35:27.956" v="913" actId="26606"/>
          <ac:spMkLst>
            <pc:docMk/>
            <pc:sldMk cId="1681600704" sldId="263"/>
            <ac:spMk id="39" creationId="{B60B5995-5863-433A-BD78-B159F305FD8F}"/>
          </ac:spMkLst>
        </pc:spChg>
        <pc:spChg chg="add">
          <ac:chgData name="Aidan Dearing" userId="549f97a1b1354368" providerId="LiveId" clId="{27E13ADD-5D25-423E-B80B-753512887C1F}" dt="2019-03-08T01:35:27.956" v="913" actId="26606"/>
          <ac:spMkLst>
            <pc:docMk/>
            <pc:sldMk cId="1681600704" sldId="263"/>
            <ac:spMk id="64" creationId="{E972DE0D-2E53-4159-ABD3-C601524262C2}"/>
          </ac:spMkLst>
        </pc:spChg>
        <pc:grpChg chg="add">
          <ac:chgData name="Aidan Dearing" userId="549f97a1b1354368" providerId="LiveId" clId="{27E13ADD-5D25-423E-B80B-753512887C1F}" dt="2019-03-08T01:35:27.956" v="913" actId="26606"/>
          <ac:grpSpMkLst>
            <pc:docMk/>
            <pc:sldMk cId="1681600704" sldId="263"/>
            <ac:grpSpMk id="11" creationId="{C80F8371-F698-4D1B-B743-029FAE04C80F}"/>
          </ac:grpSpMkLst>
        </pc:grpChg>
        <pc:grpChg chg="add">
          <ac:chgData name="Aidan Dearing" userId="549f97a1b1354368" providerId="LiveId" clId="{27E13ADD-5D25-423E-B80B-753512887C1F}" dt="2019-03-08T01:35:27.956" v="913" actId="26606"/>
          <ac:grpSpMkLst>
            <pc:docMk/>
            <pc:sldMk cId="1681600704" sldId="263"/>
            <ac:grpSpMk id="34" creationId="{C66BE48F-47BE-452A-A601-A289EBF2034D}"/>
          </ac:grpSpMkLst>
        </pc:grpChg>
        <pc:grpChg chg="add">
          <ac:chgData name="Aidan Dearing" userId="549f97a1b1354368" providerId="LiveId" clId="{27E13ADD-5D25-423E-B80B-753512887C1F}" dt="2019-03-08T01:35:27.956" v="913" actId="26606"/>
          <ac:grpSpMkLst>
            <pc:docMk/>
            <pc:sldMk cId="1681600704" sldId="263"/>
            <ac:grpSpMk id="41" creationId="{CB83A1FE-CD2B-4685-8958-324103F588B9}"/>
          </ac:grpSpMkLst>
        </pc:grpChg>
        <pc:picChg chg="add mod">
          <ac:chgData name="Aidan Dearing" userId="549f97a1b1354368" providerId="LiveId" clId="{27E13ADD-5D25-423E-B80B-753512887C1F}" dt="2019-03-08T01:35:27.956" v="913" actId="26606"/>
          <ac:picMkLst>
            <pc:docMk/>
            <pc:sldMk cId="1681600704" sldId="263"/>
            <ac:picMk id="5" creationId="{95933D27-A181-4FE1-8574-F8335A06F897}"/>
          </ac:picMkLst>
        </pc:picChg>
      </pc:sldChg>
      <pc:sldChg chg="addSp delSp modSp add mod modTransition setBg">
        <pc:chgData name="Aidan Dearing" userId="549f97a1b1354368" providerId="LiveId" clId="{27E13ADD-5D25-423E-B80B-753512887C1F}" dt="2019-04-08T18:13:40.217" v="3347" actId="26606"/>
        <pc:sldMkLst>
          <pc:docMk/>
          <pc:sldMk cId="2043225102" sldId="264"/>
        </pc:sldMkLst>
        <pc:spChg chg="del">
          <ac:chgData name="Aidan Dearing" userId="549f97a1b1354368" providerId="LiveId" clId="{27E13ADD-5D25-423E-B80B-753512887C1F}" dt="2019-03-08T01:40:02.157" v="1212"/>
          <ac:spMkLst>
            <pc:docMk/>
            <pc:sldMk cId="2043225102" sldId="264"/>
            <ac:spMk id="2" creationId="{0379D958-8F30-4765-96FF-A9E2091DDA38}"/>
          </ac:spMkLst>
        </pc:spChg>
        <pc:spChg chg="del">
          <ac:chgData name="Aidan Dearing" userId="549f97a1b1354368" providerId="LiveId" clId="{27E13ADD-5D25-423E-B80B-753512887C1F}" dt="2019-03-08T01:40:02.157" v="1212"/>
          <ac:spMkLst>
            <pc:docMk/>
            <pc:sldMk cId="2043225102" sldId="264"/>
            <ac:spMk id="3" creationId="{118A85A0-0344-45BB-8ADB-79A87F8FAF5F}"/>
          </ac:spMkLst>
        </pc:spChg>
        <pc:spChg chg="del">
          <ac:chgData name="Aidan Dearing" userId="549f97a1b1354368" providerId="LiveId" clId="{27E13ADD-5D25-423E-B80B-753512887C1F}" dt="2019-03-08T01:40:02.157" v="1212"/>
          <ac:spMkLst>
            <pc:docMk/>
            <pc:sldMk cId="2043225102" sldId="264"/>
            <ac:spMk id="4" creationId="{0E9BF24E-7B19-4F70-9951-9697C4A3DA6B}"/>
          </ac:spMkLst>
        </pc:spChg>
        <pc:spChg chg="add mod">
          <ac:chgData name="Aidan Dearing" userId="549f97a1b1354368" providerId="LiveId" clId="{27E13ADD-5D25-423E-B80B-753512887C1F}" dt="2019-03-08T02:41:35.124" v="2122" actId="26606"/>
          <ac:spMkLst>
            <pc:docMk/>
            <pc:sldMk cId="2043225102" sldId="264"/>
            <ac:spMk id="5" creationId="{82A4F10B-871C-40A0-AA0D-F6AA853E5382}"/>
          </ac:spMkLst>
        </pc:spChg>
        <pc:spChg chg="add del mod">
          <ac:chgData name="Aidan Dearing" userId="549f97a1b1354368" providerId="LiveId" clId="{27E13ADD-5D25-423E-B80B-753512887C1F}" dt="2019-03-08T02:41:31.317" v="2119" actId="931"/>
          <ac:spMkLst>
            <pc:docMk/>
            <pc:sldMk cId="2043225102" sldId="264"/>
            <ac:spMk id="6" creationId="{4448C4C2-E22B-4483-9616-72D0C75890AE}"/>
          </ac:spMkLst>
        </pc:spChg>
        <pc:spChg chg="add mod">
          <ac:chgData name="Aidan Dearing" userId="549f97a1b1354368" providerId="LiveId" clId="{27E13ADD-5D25-423E-B80B-753512887C1F}" dt="2019-04-08T18:13:40.217" v="3347" actId="26606"/>
          <ac:spMkLst>
            <pc:docMk/>
            <pc:sldMk cId="2043225102" sldId="264"/>
            <ac:spMk id="13" creationId="{072C76B2-672E-4FC3-A2E1-95C65B322374}"/>
          </ac:spMkLst>
        </pc:spChg>
        <pc:spChg chg="add del">
          <ac:chgData name="Aidan Dearing" userId="549f97a1b1354368" providerId="LiveId" clId="{27E13ADD-5D25-423E-B80B-753512887C1F}" dt="2019-03-08T02:48:23.672" v="2133" actId="26606"/>
          <ac:spMkLst>
            <pc:docMk/>
            <pc:sldMk cId="2043225102" sldId="264"/>
            <ac:spMk id="16" creationId="{B60B5995-5863-433A-BD78-B159F305FD8F}"/>
          </ac:spMkLst>
        </pc:spChg>
        <pc:spChg chg="add del">
          <ac:chgData name="Aidan Dearing" userId="549f97a1b1354368" providerId="LiveId" clId="{27E13ADD-5D25-423E-B80B-753512887C1F}" dt="2019-03-08T02:48:23.672" v="2133" actId="26606"/>
          <ac:spMkLst>
            <pc:docMk/>
            <pc:sldMk cId="2043225102" sldId="264"/>
            <ac:spMk id="41" creationId="{E972DE0D-2E53-4159-ABD3-C601524262C2}"/>
          </ac:spMkLst>
        </pc:spChg>
        <pc:spChg chg="add del">
          <ac:chgData name="Aidan Dearing" userId="549f97a1b1354368" providerId="LiveId" clId="{27E13ADD-5D25-423E-B80B-753512887C1F}" dt="2019-04-08T18:13:40.217" v="3347" actId="26606"/>
          <ac:spMkLst>
            <pc:docMk/>
            <pc:sldMk cId="2043225102" sldId="264"/>
            <ac:spMk id="46" creationId="{B60B5995-5863-433A-BD78-B159F305FD8F}"/>
          </ac:spMkLst>
        </pc:spChg>
        <pc:spChg chg="add del">
          <ac:chgData name="Aidan Dearing" userId="549f97a1b1354368" providerId="LiveId" clId="{27E13ADD-5D25-423E-B80B-753512887C1F}" dt="2019-04-08T18:13:40.217" v="3347" actId="26606"/>
          <ac:spMkLst>
            <pc:docMk/>
            <pc:sldMk cId="2043225102" sldId="264"/>
            <ac:spMk id="71" creationId="{E972DE0D-2E53-4159-ABD3-C601524262C2}"/>
          </ac:spMkLst>
        </pc:spChg>
        <pc:spChg chg="add">
          <ac:chgData name="Aidan Dearing" userId="549f97a1b1354368" providerId="LiveId" clId="{27E13ADD-5D25-423E-B80B-753512887C1F}" dt="2019-04-08T18:13:40.217" v="3347" actId="26606"/>
          <ac:spMkLst>
            <pc:docMk/>
            <pc:sldMk cId="2043225102" sldId="264"/>
            <ac:spMk id="76" creationId="{B60B5995-5863-433A-BD78-B159F305FD8F}"/>
          </ac:spMkLst>
        </pc:spChg>
        <pc:spChg chg="add">
          <ac:chgData name="Aidan Dearing" userId="549f97a1b1354368" providerId="LiveId" clId="{27E13ADD-5D25-423E-B80B-753512887C1F}" dt="2019-04-08T18:13:40.217" v="3347" actId="26606"/>
          <ac:spMkLst>
            <pc:docMk/>
            <pc:sldMk cId="2043225102" sldId="264"/>
            <ac:spMk id="101" creationId="{E972DE0D-2E53-4159-ABD3-C601524262C2}"/>
          </ac:spMkLst>
        </pc:spChg>
        <pc:grpChg chg="add del">
          <ac:chgData name="Aidan Dearing" userId="549f97a1b1354368" providerId="LiveId" clId="{27E13ADD-5D25-423E-B80B-753512887C1F}" dt="2019-03-08T02:48:23.672" v="2133" actId="26606"/>
          <ac:grpSpMkLst>
            <pc:docMk/>
            <pc:sldMk cId="2043225102" sldId="264"/>
            <ac:grpSpMk id="18" creationId="{CB83A1FE-CD2B-4685-8958-324103F588B9}"/>
          </ac:grpSpMkLst>
        </pc:grpChg>
        <pc:grpChg chg="add del">
          <ac:chgData name="Aidan Dearing" userId="549f97a1b1354368" providerId="LiveId" clId="{27E13ADD-5D25-423E-B80B-753512887C1F}" dt="2019-04-08T18:13:40.217" v="3347" actId="26606"/>
          <ac:grpSpMkLst>
            <pc:docMk/>
            <pc:sldMk cId="2043225102" sldId="264"/>
            <ac:grpSpMk id="48" creationId="{CB83A1FE-CD2B-4685-8958-324103F588B9}"/>
          </ac:grpSpMkLst>
        </pc:grpChg>
        <pc:grpChg chg="add">
          <ac:chgData name="Aidan Dearing" userId="549f97a1b1354368" providerId="LiveId" clId="{27E13ADD-5D25-423E-B80B-753512887C1F}" dt="2019-04-08T18:13:40.217" v="3347" actId="26606"/>
          <ac:grpSpMkLst>
            <pc:docMk/>
            <pc:sldMk cId="2043225102" sldId="264"/>
            <ac:grpSpMk id="78" creationId="{CB83A1FE-CD2B-4685-8958-324103F588B9}"/>
          </ac:grpSpMkLst>
        </pc:grpChg>
        <pc:picChg chg="add del mod">
          <ac:chgData name="Aidan Dearing" userId="549f97a1b1354368" providerId="LiveId" clId="{27E13ADD-5D25-423E-B80B-753512887C1F}" dt="2019-03-08T02:41:35.124" v="2122" actId="26606"/>
          <ac:picMkLst>
            <pc:docMk/>
            <pc:sldMk cId="2043225102" sldId="264"/>
            <ac:picMk id="8" creationId="{4DF32686-BB82-45F4-A544-05F37C5437E1}"/>
          </ac:picMkLst>
        </pc:picChg>
        <pc:picChg chg="add mod">
          <ac:chgData name="Aidan Dearing" userId="549f97a1b1354368" providerId="LiveId" clId="{27E13ADD-5D25-423E-B80B-753512887C1F}" dt="2019-04-08T18:13:40.217" v="3347" actId="26606"/>
          <ac:picMkLst>
            <pc:docMk/>
            <pc:sldMk cId="2043225102" sldId="264"/>
            <ac:picMk id="11" creationId="{4DF32686-BB82-45F4-A544-05F37C5437E1}"/>
          </ac:picMkLst>
        </pc:pic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2174348578" sldId="265"/>
        </pc:sldMkLst>
        <pc:spChg chg="mod">
          <ac:chgData name="Aidan Dearing" userId="549f97a1b1354368" providerId="LiveId" clId="{27E13ADD-5D25-423E-B80B-753512887C1F}" dt="2019-03-08T02:39:16.070" v="2081" actId="26606"/>
          <ac:spMkLst>
            <pc:docMk/>
            <pc:sldMk cId="2174348578" sldId="265"/>
            <ac:spMk id="2" creationId="{81DE229C-78A9-4FAB-B0DD-BA1873F7D189}"/>
          </ac:spMkLst>
        </pc:spChg>
        <pc:spChg chg="del mod">
          <ac:chgData name="Aidan Dearing" userId="549f97a1b1354368" providerId="LiveId" clId="{27E13ADD-5D25-423E-B80B-753512887C1F}" dt="2019-03-08T02:39:08.731" v="2079" actId="931"/>
          <ac:spMkLst>
            <pc:docMk/>
            <pc:sldMk cId="2174348578" sldId="265"/>
            <ac:spMk id="3" creationId="{D63F92A8-0D59-4E71-BF4B-01620759D01E}"/>
          </ac:spMkLst>
        </pc:spChg>
        <pc:spChg chg="add mod">
          <ac:chgData name="Aidan Dearing" userId="549f97a1b1354368" providerId="LiveId" clId="{27E13ADD-5D25-423E-B80B-753512887C1F}" dt="2019-03-08T02:40:44.787" v="2104" actId="20577"/>
          <ac:spMkLst>
            <pc:docMk/>
            <pc:sldMk cId="2174348578" sldId="265"/>
            <ac:spMk id="10" creationId="{11C3E401-43D8-478B-8BE2-4EBE979A491E}"/>
          </ac:spMkLst>
        </pc:spChg>
        <pc:spChg chg="add del">
          <ac:chgData name="Aidan Dearing" userId="549f97a1b1354368" providerId="LiveId" clId="{27E13ADD-5D25-423E-B80B-753512887C1F}" dt="2019-03-08T02:40:10.223" v="2085" actId="26606"/>
          <ac:spMkLst>
            <pc:docMk/>
            <pc:sldMk cId="2174348578" sldId="265"/>
            <ac:spMk id="13" creationId="{B60B5995-5863-433A-BD78-B159F305FD8F}"/>
          </ac:spMkLst>
        </pc:spChg>
        <pc:spChg chg="add del">
          <ac:chgData name="Aidan Dearing" userId="549f97a1b1354368" providerId="LiveId" clId="{27E13ADD-5D25-423E-B80B-753512887C1F}" dt="2019-03-08T02:40:10.223" v="2085" actId="26606"/>
          <ac:spMkLst>
            <pc:docMk/>
            <pc:sldMk cId="2174348578" sldId="265"/>
            <ac:spMk id="38" creationId="{E972DE0D-2E53-4159-ABD3-C601524262C2}"/>
          </ac:spMkLst>
        </pc:spChg>
        <pc:spChg chg="add">
          <ac:chgData name="Aidan Dearing" userId="549f97a1b1354368" providerId="LiveId" clId="{27E13ADD-5D25-423E-B80B-753512887C1F}" dt="2019-03-08T02:40:10.223" v="2085" actId="26606"/>
          <ac:spMkLst>
            <pc:docMk/>
            <pc:sldMk cId="2174348578" sldId="265"/>
            <ac:spMk id="43" creationId="{B60B5995-5863-433A-BD78-B159F305FD8F}"/>
          </ac:spMkLst>
        </pc:spChg>
        <pc:spChg chg="add">
          <ac:chgData name="Aidan Dearing" userId="549f97a1b1354368" providerId="LiveId" clId="{27E13ADD-5D25-423E-B80B-753512887C1F}" dt="2019-03-08T02:40:10.223" v="2085" actId="26606"/>
          <ac:spMkLst>
            <pc:docMk/>
            <pc:sldMk cId="2174348578" sldId="265"/>
            <ac:spMk id="68" creationId="{E972DE0D-2E53-4159-ABD3-C601524262C2}"/>
          </ac:spMkLst>
        </pc:spChg>
        <pc:grpChg chg="add del">
          <ac:chgData name="Aidan Dearing" userId="549f97a1b1354368" providerId="LiveId" clId="{27E13ADD-5D25-423E-B80B-753512887C1F}" dt="2019-03-08T02:40:10.223" v="2085" actId="26606"/>
          <ac:grpSpMkLst>
            <pc:docMk/>
            <pc:sldMk cId="2174348578" sldId="265"/>
            <ac:grpSpMk id="15" creationId="{CB83A1FE-CD2B-4685-8958-324103F588B9}"/>
          </ac:grpSpMkLst>
        </pc:grpChg>
        <pc:grpChg chg="add">
          <ac:chgData name="Aidan Dearing" userId="549f97a1b1354368" providerId="LiveId" clId="{27E13ADD-5D25-423E-B80B-753512887C1F}" dt="2019-03-08T02:40:10.223" v="2085" actId="26606"/>
          <ac:grpSpMkLst>
            <pc:docMk/>
            <pc:sldMk cId="2174348578" sldId="265"/>
            <ac:grpSpMk id="45" creationId="{CB83A1FE-CD2B-4685-8958-324103F588B9}"/>
          </ac:grpSpMkLst>
        </pc:grpChg>
        <pc:picChg chg="add del mod">
          <ac:chgData name="Aidan Dearing" userId="549f97a1b1354368" providerId="LiveId" clId="{27E13ADD-5D25-423E-B80B-753512887C1F}" dt="2019-03-08T02:39:16.070" v="2081" actId="26606"/>
          <ac:picMkLst>
            <pc:docMk/>
            <pc:sldMk cId="2174348578" sldId="265"/>
            <ac:picMk id="5" creationId="{78FCA757-04F6-4D28-946E-DD3883EDD833}"/>
          </ac:picMkLst>
        </pc:picChg>
        <pc:picChg chg="add mod">
          <ac:chgData name="Aidan Dearing" userId="549f97a1b1354368" providerId="LiveId" clId="{27E13ADD-5D25-423E-B80B-753512887C1F}" dt="2019-03-08T02:40:10.223" v="2085" actId="26606"/>
          <ac:picMkLst>
            <pc:docMk/>
            <pc:sldMk cId="2174348578" sldId="265"/>
            <ac:picMk id="8" creationId="{78FCA757-04F6-4D28-946E-DD3883EDD833}"/>
          </ac:picMkLst>
        </pc:pic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1408158023" sldId="267"/>
        </pc:sldMkLst>
        <pc:spChg chg="del">
          <ac:chgData name="Aidan Dearing" userId="549f97a1b1354368" providerId="LiveId" clId="{27E13ADD-5D25-423E-B80B-753512887C1F}" dt="2019-03-08T04:48:30.218" v="2714"/>
          <ac:spMkLst>
            <pc:docMk/>
            <pc:sldMk cId="1408158023" sldId="267"/>
            <ac:spMk id="2" creationId="{5C11AAD8-36DC-437B-BD21-1038077C5821}"/>
          </ac:spMkLst>
        </pc:spChg>
        <pc:spChg chg="del">
          <ac:chgData name="Aidan Dearing" userId="549f97a1b1354368" providerId="LiveId" clId="{27E13ADD-5D25-423E-B80B-753512887C1F}" dt="2019-03-08T04:48:30.218" v="2714"/>
          <ac:spMkLst>
            <pc:docMk/>
            <pc:sldMk cId="1408158023" sldId="267"/>
            <ac:spMk id="3" creationId="{CE89510A-D574-447E-9869-46F439E7FA96}"/>
          </ac:spMkLst>
        </pc:spChg>
        <pc:spChg chg="del">
          <ac:chgData name="Aidan Dearing" userId="549f97a1b1354368" providerId="LiveId" clId="{27E13ADD-5D25-423E-B80B-753512887C1F}" dt="2019-03-08T04:48:30.218" v="2714"/>
          <ac:spMkLst>
            <pc:docMk/>
            <pc:sldMk cId="1408158023" sldId="267"/>
            <ac:spMk id="4" creationId="{EC00E6D1-8928-47C5-B894-4A311FECBE4C}"/>
          </ac:spMkLst>
        </pc:spChg>
        <pc:spChg chg="add mod">
          <ac:chgData name="Aidan Dearing" userId="549f97a1b1354368" providerId="LiveId" clId="{27E13ADD-5D25-423E-B80B-753512887C1F}" dt="2019-03-08T04:52:52.198" v="2927" actId="26606"/>
          <ac:spMkLst>
            <pc:docMk/>
            <pc:sldMk cId="1408158023" sldId="267"/>
            <ac:spMk id="5" creationId="{822B6B9B-64AC-4149-955C-98EF15AF3178}"/>
          </ac:spMkLst>
        </pc:spChg>
        <pc:spChg chg="add del mod">
          <ac:chgData name="Aidan Dearing" userId="549f97a1b1354368" providerId="LiveId" clId="{27E13ADD-5D25-423E-B80B-753512887C1F}" dt="2019-03-08T04:51:13.711" v="2750"/>
          <ac:spMkLst>
            <pc:docMk/>
            <pc:sldMk cId="1408158023" sldId="267"/>
            <ac:spMk id="6" creationId="{BD05F718-23F6-4A49-89B6-B8044ED306AC}"/>
          </ac:spMkLst>
        </pc:spChg>
        <pc:spChg chg="add del mod">
          <ac:chgData name="Aidan Dearing" userId="549f97a1b1354368" providerId="LiveId" clId="{27E13ADD-5D25-423E-B80B-753512887C1F}" dt="2019-03-08T04:52:49.554" v="2924" actId="931"/>
          <ac:spMkLst>
            <pc:docMk/>
            <pc:sldMk cId="1408158023" sldId="267"/>
            <ac:spMk id="7" creationId="{497490BD-5133-410E-9998-BB4854AC1E08}"/>
          </ac:spMkLst>
        </pc:spChg>
        <pc:spChg chg="add mod">
          <ac:chgData name="Aidan Dearing" userId="549f97a1b1354368" providerId="LiveId" clId="{27E13ADD-5D25-423E-B80B-753512887C1F}" dt="2019-03-08T04:57:41.146" v="3286" actId="20577"/>
          <ac:spMkLst>
            <pc:docMk/>
            <pc:sldMk cId="1408158023" sldId="267"/>
            <ac:spMk id="8" creationId="{B6D06ECE-A5ED-4ED9-9066-E9682240C9A7}"/>
          </ac:spMkLst>
        </pc:spChg>
        <pc:spChg chg="add del">
          <ac:chgData name="Aidan Dearing" userId="549f97a1b1354368" providerId="LiveId" clId="{27E13ADD-5D25-423E-B80B-753512887C1F}" dt="2019-03-08T04:53:59.212" v="3042" actId="26606"/>
          <ac:spMkLst>
            <pc:docMk/>
            <pc:sldMk cId="1408158023" sldId="267"/>
            <ac:spMk id="43" creationId="{B60B5995-5863-433A-BD78-B159F305FD8F}"/>
          </ac:spMkLst>
        </pc:spChg>
        <pc:spChg chg="add del">
          <ac:chgData name="Aidan Dearing" userId="549f97a1b1354368" providerId="LiveId" clId="{27E13ADD-5D25-423E-B80B-753512887C1F}" dt="2019-03-08T04:53:59.212" v="3042" actId="26606"/>
          <ac:spMkLst>
            <pc:docMk/>
            <pc:sldMk cId="1408158023" sldId="267"/>
            <ac:spMk id="68" creationId="{E972DE0D-2E53-4159-ABD3-C601524262C2}"/>
          </ac:spMkLst>
        </pc:spChg>
        <pc:spChg chg="add">
          <ac:chgData name="Aidan Dearing" userId="549f97a1b1354368" providerId="LiveId" clId="{27E13ADD-5D25-423E-B80B-753512887C1F}" dt="2019-03-08T04:53:59.212" v="3042" actId="26606"/>
          <ac:spMkLst>
            <pc:docMk/>
            <pc:sldMk cId="1408158023" sldId="267"/>
            <ac:spMk id="101" creationId="{B60B5995-5863-433A-BD78-B159F305FD8F}"/>
          </ac:spMkLst>
        </pc:spChg>
        <pc:spChg chg="add">
          <ac:chgData name="Aidan Dearing" userId="549f97a1b1354368" providerId="LiveId" clId="{27E13ADD-5D25-423E-B80B-753512887C1F}" dt="2019-03-08T04:53:59.212" v="3042" actId="26606"/>
          <ac:spMkLst>
            <pc:docMk/>
            <pc:sldMk cId="1408158023" sldId="267"/>
            <ac:spMk id="126" creationId="{E972DE0D-2E53-4159-ABD3-C601524262C2}"/>
          </ac:spMkLst>
        </pc:spChg>
        <pc:grpChg chg="add del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15" creationId="{C80F8371-F698-4D1B-B743-029FAE04C80F}"/>
          </ac:grpSpMkLst>
        </pc:grpChg>
        <pc:grpChg chg="add del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38" creationId="{C66BE48F-47BE-452A-A601-A289EBF2034D}"/>
          </ac:grpSpMkLst>
        </pc:grpChg>
        <pc:grpChg chg="add del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45" creationId="{CB83A1FE-CD2B-4685-8958-324103F588B9}"/>
          </ac:grpSpMkLst>
        </pc:grpChg>
        <pc:grpChg chg="add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73" creationId="{C80F8371-F698-4D1B-B743-029FAE04C80F}"/>
          </ac:grpSpMkLst>
        </pc:grpChg>
        <pc:grpChg chg="add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96" creationId="{C66BE48F-47BE-452A-A601-A289EBF2034D}"/>
          </ac:grpSpMkLst>
        </pc:grpChg>
        <pc:grpChg chg="add">
          <ac:chgData name="Aidan Dearing" userId="549f97a1b1354368" providerId="LiveId" clId="{27E13ADD-5D25-423E-B80B-753512887C1F}" dt="2019-03-08T04:53:59.212" v="3042" actId="26606"/>
          <ac:grpSpMkLst>
            <pc:docMk/>
            <pc:sldMk cId="1408158023" sldId="267"/>
            <ac:grpSpMk id="103" creationId="{CB83A1FE-CD2B-4685-8958-324103F588B9}"/>
          </ac:grpSpMkLst>
        </pc:grpChg>
        <pc:picChg chg="add mod">
          <ac:chgData name="Aidan Dearing" userId="549f97a1b1354368" providerId="LiveId" clId="{27E13ADD-5D25-423E-B80B-753512887C1F}" dt="2019-03-08T04:53:59.212" v="3042" actId="26606"/>
          <ac:picMkLst>
            <pc:docMk/>
            <pc:sldMk cId="1408158023" sldId="267"/>
            <ac:picMk id="10" creationId="{7D94803C-5802-456E-B0C9-CDBDD9B456D9}"/>
          </ac:picMkLst>
        </pc:pic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577456109" sldId="268"/>
        </pc:sldMkLst>
        <pc:spChg chg="del">
          <ac:chgData name="Aidan Dearing" userId="549f97a1b1354368" providerId="LiveId" clId="{27E13ADD-5D25-423E-B80B-753512887C1F}" dt="2019-03-08T04:51:26.111" v="2754"/>
          <ac:spMkLst>
            <pc:docMk/>
            <pc:sldMk cId="577456109" sldId="268"/>
            <ac:spMk id="2" creationId="{C32C0924-CC0C-4F0A-B4D6-46DB7F8DFBD4}"/>
          </ac:spMkLst>
        </pc:spChg>
        <pc:spChg chg="del">
          <ac:chgData name="Aidan Dearing" userId="549f97a1b1354368" providerId="LiveId" clId="{27E13ADD-5D25-423E-B80B-753512887C1F}" dt="2019-03-08T04:51:26.111" v="2754"/>
          <ac:spMkLst>
            <pc:docMk/>
            <pc:sldMk cId="577456109" sldId="268"/>
            <ac:spMk id="3" creationId="{EE2C351F-30FE-46EB-9AE3-7AB2CA4A2C78}"/>
          </ac:spMkLst>
        </pc:spChg>
        <pc:spChg chg="add del mod">
          <ac:chgData name="Aidan Dearing" userId="549f97a1b1354368" providerId="LiveId" clId="{27E13ADD-5D25-423E-B80B-753512887C1F}" dt="2019-03-08T04:51:28.540" v="2755"/>
          <ac:spMkLst>
            <pc:docMk/>
            <pc:sldMk cId="577456109" sldId="268"/>
            <ac:spMk id="4" creationId="{457C9A31-82F5-4717-AB1E-BE4CDF3EC681}"/>
          </ac:spMkLst>
        </pc:spChg>
        <pc:spChg chg="add del mod">
          <ac:chgData name="Aidan Dearing" userId="549f97a1b1354368" providerId="LiveId" clId="{27E13ADD-5D25-423E-B80B-753512887C1F}" dt="2019-03-08T04:51:28.540" v="2755"/>
          <ac:spMkLst>
            <pc:docMk/>
            <pc:sldMk cId="577456109" sldId="268"/>
            <ac:spMk id="5" creationId="{60D5F2C7-F550-4825-97BF-9A7410D0DEBD}"/>
          </ac:spMkLst>
        </pc:spChg>
        <pc:spChg chg="add mod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6" creationId="{E74CDA98-784D-4AAC-A401-DFB41DFC2462}"/>
          </ac:spMkLst>
        </pc:spChg>
        <pc:spChg chg="add mod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7" creationId="{E771E65C-281F-40D8-AE8B-6E0B1F676006}"/>
          </ac:spMkLst>
        </pc:spChg>
        <pc:spChg chg="add del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38" creationId="{10CE3618-1D7A-4256-B2AF-9DB692996C65}"/>
          </ac:spMkLst>
        </pc:spChg>
        <pc:spChg chg="add del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61" creationId="{3F39476B-1A6D-47CB-AC7A-FB87EF003323}"/>
          </ac:spMkLst>
        </pc:spChg>
        <pc:spChg chg="add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92" creationId="{B7FF52F0-41C1-43AB-A827-85DF6A06445A}"/>
          </ac:spMkLst>
        </pc:spChg>
        <pc:spChg chg="add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115" creationId="{49DB63B5-3AC2-4401-94EF-046358A666F6}"/>
          </ac:spMkLst>
        </pc:spChg>
        <pc:spChg chg="add">
          <ac:chgData name="Aidan Dearing" userId="549f97a1b1354368" providerId="LiveId" clId="{27E13ADD-5D25-423E-B80B-753512887C1F}" dt="2019-03-08T05:04:56.389" v="3335" actId="26606"/>
          <ac:spMkLst>
            <pc:docMk/>
            <pc:sldMk cId="577456109" sldId="268"/>
            <ac:spMk id="117" creationId="{5BF7DBAF-F0AA-4410-8A08-2579C85088FD}"/>
          </ac:spMkLst>
        </pc:spChg>
        <pc:grpChg chg="add del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12" creationId="{B529E332-1F12-4C15-9CD2-46B47C79757D}"/>
          </ac:grpSpMkLst>
        </pc:grpChg>
        <pc:grpChg chg="add del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33" creationId="{0C40BBA1-E470-44B7-8606-F8BCF6B962A1}"/>
          </ac:grpSpMkLst>
        </pc:grpChg>
        <pc:grpChg chg="add del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40" creationId="{D91A9185-A7D5-460B-98BC-0BF2EBD3EEBE}"/>
          </ac:grpSpMkLst>
        </pc:grpChg>
        <pc:grpChg chg="add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66" creationId="{B529E332-1F12-4C15-9CD2-46B47C79757D}"/>
          </ac:grpSpMkLst>
        </pc:grpChg>
        <pc:grpChg chg="add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87" creationId="{0C40BBA1-E470-44B7-8606-F8BCF6B962A1}"/>
          </ac:grpSpMkLst>
        </pc:grpChg>
        <pc:grpChg chg="add">
          <ac:chgData name="Aidan Dearing" userId="549f97a1b1354368" providerId="LiveId" clId="{27E13ADD-5D25-423E-B80B-753512887C1F}" dt="2019-03-08T05:04:56.389" v="3335" actId="26606"/>
          <ac:grpSpMkLst>
            <pc:docMk/>
            <pc:sldMk cId="577456109" sldId="268"/>
            <ac:grpSpMk id="94" creationId="{6C144995-155B-424A-B9F4-F22B71B70CA5}"/>
          </ac:grpSpMkLst>
        </pc:grp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3206284984" sldId="269"/>
        </pc:sldMkLst>
        <pc:spChg chg="del">
          <ac:chgData name="Aidan Dearing" userId="549f97a1b1354368" providerId="LiveId" clId="{27E13ADD-5D25-423E-B80B-753512887C1F}" dt="2019-03-08T04:52:17.209" v="2857"/>
          <ac:spMkLst>
            <pc:docMk/>
            <pc:sldMk cId="3206284984" sldId="269"/>
            <ac:spMk id="2" creationId="{B8EA320D-DEF8-4695-A93E-F934AC237696}"/>
          </ac:spMkLst>
        </pc:spChg>
        <pc:spChg chg="del">
          <ac:chgData name="Aidan Dearing" userId="549f97a1b1354368" providerId="LiveId" clId="{27E13ADD-5D25-423E-B80B-753512887C1F}" dt="2019-03-08T04:52:17.209" v="2857"/>
          <ac:spMkLst>
            <pc:docMk/>
            <pc:sldMk cId="3206284984" sldId="269"/>
            <ac:spMk id="3" creationId="{80FE3FB1-5F4F-4E75-B010-282DC8E4F661}"/>
          </ac:spMkLst>
        </pc:spChg>
        <pc:spChg chg="del">
          <ac:chgData name="Aidan Dearing" userId="549f97a1b1354368" providerId="LiveId" clId="{27E13ADD-5D25-423E-B80B-753512887C1F}" dt="2019-03-08T04:52:17.209" v="2857"/>
          <ac:spMkLst>
            <pc:docMk/>
            <pc:sldMk cId="3206284984" sldId="269"/>
            <ac:spMk id="4" creationId="{B97E7EB6-E9BF-4BB3-BFCA-061785152B66}"/>
          </ac:spMkLst>
        </pc:spChg>
        <pc:spChg chg="add mod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5" creationId="{D549B80A-E142-4891-8238-A83291E148DF}"/>
          </ac:spMkLst>
        </pc:spChg>
        <pc:spChg chg="add mod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6" creationId="{DAB9CE4A-2B1C-48D5-8743-3FDDEE750F7F}"/>
          </ac:spMkLst>
        </pc:spChg>
        <pc:spChg chg="add del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37" creationId="{10CE3618-1D7A-4256-B2AF-9DB692996C65}"/>
          </ac:spMkLst>
        </pc:spChg>
        <pc:spChg chg="add del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60" creationId="{3F39476B-1A6D-47CB-AC7A-FB87EF003323}"/>
          </ac:spMkLst>
        </pc:spChg>
        <pc:spChg chg="add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91" creationId="{B7FF52F0-41C1-43AB-A827-85DF6A06445A}"/>
          </ac:spMkLst>
        </pc:spChg>
        <pc:spChg chg="add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114" creationId="{49DB63B5-3AC2-4401-94EF-046358A666F6}"/>
          </ac:spMkLst>
        </pc:spChg>
        <pc:spChg chg="add">
          <ac:chgData name="Aidan Dearing" userId="549f97a1b1354368" providerId="LiveId" clId="{27E13ADD-5D25-423E-B80B-753512887C1F}" dt="2019-03-08T05:04:59.609" v="3336" actId="26606"/>
          <ac:spMkLst>
            <pc:docMk/>
            <pc:sldMk cId="3206284984" sldId="269"/>
            <ac:spMk id="116" creationId="{5BF7DBAF-F0AA-4410-8A08-2579C85088FD}"/>
          </ac:spMkLst>
        </pc:spChg>
        <pc:grpChg chg="add del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11" creationId="{B529E332-1F12-4C15-9CD2-46B47C79757D}"/>
          </ac:grpSpMkLst>
        </pc:grpChg>
        <pc:grpChg chg="add del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32" creationId="{0C40BBA1-E470-44B7-8606-F8BCF6B962A1}"/>
          </ac:grpSpMkLst>
        </pc:grpChg>
        <pc:grpChg chg="add del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39" creationId="{D91A9185-A7D5-460B-98BC-0BF2EBD3EEBE}"/>
          </ac:grpSpMkLst>
        </pc:grpChg>
        <pc:grpChg chg="add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65" creationId="{B529E332-1F12-4C15-9CD2-46B47C79757D}"/>
          </ac:grpSpMkLst>
        </pc:grpChg>
        <pc:grpChg chg="add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86" creationId="{0C40BBA1-E470-44B7-8606-F8BCF6B962A1}"/>
          </ac:grpSpMkLst>
        </pc:grpChg>
        <pc:grpChg chg="add">
          <ac:chgData name="Aidan Dearing" userId="549f97a1b1354368" providerId="LiveId" clId="{27E13ADD-5D25-423E-B80B-753512887C1F}" dt="2019-03-08T05:04:59.609" v="3336" actId="26606"/>
          <ac:grpSpMkLst>
            <pc:docMk/>
            <pc:sldMk cId="3206284984" sldId="269"/>
            <ac:grpSpMk id="93" creationId="{6C144995-155B-424A-B9F4-F22B71B70CA5}"/>
          </ac:grpSpMkLst>
        </pc:grpChg>
      </pc:sldChg>
      <pc:sldChg chg="modSp add ord modTransition">
        <pc:chgData name="Aidan Dearing" userId="549f97a1b1354368" providerId="LiveId" clId="{27E13ADD-5D25-423E-B80B-753512887C1F}" dt="2019-03-08T05:05:07.625" v="3337"/>
        <pc:sldMkLst>
          <pc:docMk/>
          <pc:sldMk cId="991057197" sldId="270"/>
        </pc:sldMkLst>
        <pc:spChg chg="mod">
          <ac:chgData name="Aidan Dearing" userId="549f97a1b1354368" providerId="LiveId" clId="{27E13ADD-5D25-423E-B80B-753512887C1F}" dt="2019-03-08T04:54:48.135" v="3078" actId="20577"/>
          <ac:spMkLst>
            <pc:docMk/>
            <pc:sldMk cId="991057197" sldId="270"/>
            <ac:spMk id="5" creationId="{822B6B9B-64AC-4149-955C-98EF15AF3178}"/>
          </ac:spMkLst>
        </pc:spChg>
        <pc:spChg chg="mod">
          <ac:chgData name="Aidan Dearing" userId="549f97a1b1354368" providerId="LiveId" clId="{27E13ADD-5D25-423E-B80B-753512887C1F}" dt="2019-03-08T04:54:39.155" v="3052" actId="27636"/>
          <ac:spMkLst>
            <pc:docMk/>
            <pc:sldMk cId="991057197" sldId="270"/>
            <ac:spMk id="8" creationId="{B6D06ECE-A5ED-4ED9-9066-E9682240C9A7}"/>
          </ac:spMkLst>
        </pc:sp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21581638" sldId="271"/>
        </pc:sldMkLst>
        <pc:spChg chg="del">
          <ac:chgData name="Aidan Dearing" userId="549f97a1b1354368" providerId="LiveId" clId="{27E13ADD-5D25-423E-B80B-753512887C1F}" dt="2019-03-08T04:59:29.109" v="3288"/>
          <ac:spMkLst>
            <pc:docMk/>
            <pc:sldMk cId="21581638" sldId="271"/>
            <ac:spMk id="2" creationId="{F84F679B-40BB-4014-8142-0620C0D74669}"/>
          </ac:spMkLst>
        </pc:spChg>
        <pc:spChg chg="del">
          <ac:chgData name="Aidan Dearing" userId="549f97a1b1354368" providerId="LiveId" clId="{27E13ADD-5D25-423E-B80B-753512887C1F}" dt="2019-03-08T04:59:29.109" v="3288"/>
          <ac:spMkLst>
            <pc:docMk/>
            <pc:sldMk cId="21581638" sldId="271"/>
            <ac:spMk id="3" creationId="{F16C45E2-4A73-49B9-A2C4-2E54CBCEFFE1}"/>
          </ac:spMkLst>
        </pc:spChg>
        <pc:spChg chg="del">
          <ac:chgData name="Aidan Dearing" userId="549f97a1b1354368" providerId="LiveId" clId="{27E13ADD-5D25-423E-B80B-753512887C1F}" dt="2019-03-08T04:59:29.109" v="3288"/>
          <ac:spMkLst>
            <pc:docMk/>
            <pc:sldMk cId="21581638" sldId="271"/>
            <ac:spMk id="4" creationId="{D17F2EC4-C095-494D-8B71-0530602CE268}"/>
          </ac:spMkLst>
        </pc:spChg>
        <pc:spChg chg="add mod">
          <ac:chgData name="Aidan Dearing" userId="549f97a1b1354368" providerId="LiveId" clId="{27E13ADD-5D25-423E-B80B-753512887C1F}" dt="2019-03-08T05:04:25.867" v="3328" actId="26606"/>
          <ac:spMkLst>
            <pc:docMk/>
            <pc:sldMk cId="21581638" sldId="271"/>
            <ac:spMk id="5" creationId="{D895BF2C-EE8C-41DA-8FE6-F3E7A3FBCA30}"/>
          </ac:spMkLst>
        </pc:spChg>
        <pc:spChg chg="add mod">
          <ac:chgData name="Aidan Dearing" userId="549f97a1b1354368" providerId="LiveId" clId="{27E13ADD-5D25-423E-B80B-753512887C1F}" dt="2019-03-08T05:04:25.867" v="3328" actId="26606"/>
          <ac:spMkLst>
            <pc:docMk/>
            <pc:sldMk cId="21581638" sldId="271"/>
            <ac:spMk id="6" creationId="{3AA600A0-7BC8-4865-AC9F-BA7D715DE321}"/>
          </ac:spMkLst>
        </pc:spChg>
        <pc:spChg chg="add">
          <ac:chgData name="Aidan Dearing" userId="549f97a1b1354368" providerId="LiveId" clId="{27E13ADD-5D25-423E-B80B-753512887C1F}" dt="2019-03-08T05:04:25.867" v="3328" actId="26606"/>
          <ac:spMkLst>
            <pc:docMk/>
            <pc:sldMk cId="21581638" sldId="271"/>
            <ac:spMk id="37" creationId="{6BDBA639-2A71-4A60-A71A-FF1836F546CE}"/>
          </ac:spMkLst>
        </pc:spChg>
        <pc:spChg chg="add">
          <ac:chgData name="Aidan Dearing" userId="549f97a1b1354368" providerId="LiveId" clId="{27E13ADD-5D25-423E-B80B-753512887C1F}" dt="2019-03-08T05:04:25.867" v="3328" actId="26606"/>
          <ac:spMkLst>
            <pc:docMk/>
            <pc:sldMk cId="21581638" sldId="271"/>
            <ac:spMk id="60" creationId="{D9C506D7-84CB-4057-A44A-465313E78538}"/>
          </ac:spMkLst>
        </pc:spChg>
        <pc:spChg chg="add">
          <ac:chgData name="Aidan Dearing" userId="549f97a1b1354368" providerId="LiveId" clId="{27E13ADD-5D25-423E-B80B-753512887C1F}" dt="2019-03-08T05:04:25.867" v="3328" actId="26606"/>
          <ac:spMkLst>
            <pc:docMk/>
            <pc:sldMk cId="21581638" sldId="271"/>
            <ac:spMk id="62" creationId="{7842FC68-61FD-4700-8A22-BB8B071884DB}"/>
          </ac:spMkLst>
        </pc:spChg>
        <pc:grpChg chg="add">
          <ac:chgData name="Aidan Dearing" userId="549f97a1b1354368" providerId="LiveId" clId="{27E13ADD-5D25-423E-B80B-753512887C1F}" dt="2019-03-08T05:04:25.867" v="3328" actId="26606"/>
          <ac:grpSpMkLst>
            <pc:docMk/>
            <pc:sldMk cId="21581638" sldId="271"/>
            <ac:grpSpMk id="11" creationId="{B529E332-1F12-4C15-9CD2-46B47C79757D}"/>
          </ac:grpSpMkLst>
        </pc:grpChg>
        <pc:grpChg chg="add">
          <ac:chgData name="Aidan Dearing" userId="549f97a1b1354368" providerId="LiveId" clId="{27E13ADD-5D25-423E-B80B-753512887C1F}" dt="2019-03-08T05:04:25.867" v="3328" actId="26606"/>
          <ac:grpSpMkLst>
            <pc:docMk/>
            <pc:sldMk cId="21581638" sldId="271"/>
            <ac:grpSpMk id="32" creationId="{0C40BBA1-E470-44B7-8606-F8BCF6B962A1}"/>
          </ac:grpSpMkLst>
        </pc:grpChg>
        <pc:grpChg chg="add">
          <ac:chgData name="Aidan Dearing" userId="549f97a1b1354368" providerId="LiveId" clId="{27E13ADD-5D25-423E-B80B-753512887C1F}" dt="2019-03-08T05:04:25.867" v="3328" actId="26606"/>
          <ac:grpSpMkLst>
            <pc:docMk/>
            <pc:sldMk cId="21581638" sldId="271"/>
            <ac:grpSpMk id="39" creationId="{5E208A8B-5EBD-4532-BE72-26414FA7CFF6}"/>
          </ac:grpSpMkLst>
        </pc:grpChg>
      </pc:sldChg>
      <pc:sldChg chg="addSp delSp modSp add mod modTransition setBg">
        <pc:chgData name="Aidan Dearing" userId="549f97a1b1354368" providerId="LiveId" clId="{27E13ADD-5D25-423E-B80B-753512887C1F}" dt="2019-03-08T05:05:07.625" v="3337"/>
        <pc:sldMkLst>
          <pc:docMk/>
          <pc:sldMk cId="2893165829" sldId="272"/>
        </pc:sldMkLst>
        <pc:spChg chg="del">
          <ac:chgData name="Aidan Dearing" userId="549f97a1b1354368" providerId="LiveId" clId="{27E13ADD-5D25-423E-B80B-753512887C1F}" dt="2019-03-08T05:04:30.895" v="3330"/>
          <ac:spMkLst>
            <pc:docMk/>
            <pc:sldMk cId="2893165829" sldId="272"/>
            <ac:spMk id="2" creationId="{D03DA52B-F513-4C31-9237-DE169BA1166B}"/>
          </ac:spMkLst>
        </pc:spChg>
        <pc:spChg chg="del">
          <ac:chgData name="Aidan Dearing" userId="549f97a1b1354368" providerId="LiveId" clId="{27E13ADD-5D25-423E-B80B-753512887C1F}" dt="2019-03-08T05:04:30.895" v="3330"/>
          <ac:spMkLst>
            <pc:docMk/>
            <pc:sldMk cId="2893165829" sldId="272"/>
            <ac:spMk id="3" creationId="{923BB549-CDA8-4B16-80AE-97875CDB20AE}"/>
          </ac:spMkLst>
        </pc:spChg>
        <pc:spChg chg="add mod">
          <ac:chgData name="Aidan Dearing" userId="549f97a1b1354368" providerId="LiveId" clId="{27E13ADD-5D25-423E-B80B-753512887C1F}" dt="2019-03-08T05:04:38.813" v="3334" actId="26606"/>
          <ac:spMkLst>
            <pc:docMk/>
            <pc:sldMk cId="2893165829" sldId="272"/>
            <ac:spMk id="4" creationId="{53D7CE10-DF42-46D7-AAC3-1A97356B356F}"/>
          </ac:spMkLst>
        </pc:spChg>
        <pc:spChg chg="add mod">
          <ac:chgData name="Aidan Dearing" userId="549f97a1b1354368" providerId="LiveId" clId="{27E13ADD-5D25-423E-B80B-753512887C1F}" dt="2019-03-08T05:04:38.813" v="3334" actId="26606"/>
          <ac:spMkLst>
            <pc:docMk/>
            <pc:sldMk cId="2893165829" sldId="272"/>
            <ac:spMk id="5" creationId="{78DF13FD-535C-495E-81D8-B09782CF02F4}"/>
          </ac:spMkLst>
        </pc:spChg>
        <pc:spChg chg="add">
          <ac:chgData name="Aidan Dearing" userId="549f97a1b1354368" providerId="LiveId" clId="{27E13ADD-5D25-423E-B80B-753512887C1F}" dt="2019-03-08T05:04:38.813" v="3334" actId="26606"/>
          <ac:spMkLst>
            <pc:docMk/>
            <pc:sldMk cId="2893165829" sldId="272"/>
            <ac:spMk id="36" creationId="{10CE3618-1D7A-4256-B2AF-9DB692996C65}"/>
          </ac:spMkLst>
        </pc:spChg>
        <pc:spChg chg="add">
          <ac:chgData name="Aidan Dearing" userId="549f97a1b1354368" providerId="LiveId" clId="{27E13ADD-5D25-423E-B80B-753512887C1F}" dt="2019-03-08T05:04:38.813" v="3334" actId="26606"/>
          <ac:spMkLst>
            <pc:docMk/>
            <pc:sldMk cId="2893165829" sldId="272"/>
            <ac:spMk id="59" creationId="{3F39476B-1A6D-47CB-AC7A-FB87EF003323}"/>
          </ac:spMkLst>
        </pc:spChg>
        <pc:grpChg chg="add">
          <ac:chgData name="Aidan Dearing" userId="549f97a1b1354368" providerId="LiveId" clId="{27E13ADD-5D25-423E-B80B-753512887C1F}" dt="2019-03-08T05:04:38.813" v="3334" actId="26606"/>
          <ac:grpSpMkLst>
            <pc:docMk/>
            <pc:sldMk cId="2893165829" sldId="272"/>
            <ac:grpSpMk id="10" creationId="{B529E332-1F12-4C15-9CD2-46B47C79757D}"/>
          </ac:grpSpMkLst>
        </pc:grpChg>
        <pc:grpChg chg="add">
          <ac:chgData name="Aidan Dearing" userId="549f97a1b1354368" providerId="LiveId" clId="{27E13ADD-5D25-423E-B80B-753512887C1F}" dt="2019-03-08T05:04:38.813" v="3334" actId="26606"/>
          <ac:grpSpMkLst>
            <pc:docMk/>
            <pc:sldMk cId="2893165829" sldId="272"/>
            <ac:grpSpMk id="31" creationId="{0C40BBA1-E470-44B7-8606-F8BCF6B962A1}"/>
          </ac:grpSpMkLst>
        </pc:grpChg>
        <pc:grpChg chg="add">
          <ac:chgData name="Aidan Dearing" userId="549f97a1b1354368" providerId="LiveId" clId="{27E13ADD-5D25-423E-B80B-753512887C1F}" dt="2019-03-08T05:04:38.813" v="3334" actId="26606"/>
          <ac:grpSpMkLst>
            <pc:docMk/>
            <pc:sldMk cId="2893165829" sldId="272"/>
            <ac:grpSpMk id="38" creationId="{D91A9185-A7D5-460B-98BC-0BF2EBD3EEBE}"/>
          </ac:grpSpMkLst>
        </pc:gr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9A3E21F-9AA1-4497-8EE3-5C3C7223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7374" y="1263404"/>
            <a:ext cx="8247189" cy="3115075"/>
          </a:xfrm>
        </p:spPr>
        <p:txBody>
          <a:bodyPr>
            <a:normAutofit/>
          </a:bodyPr>
          <a:lstStyle/>
          <a:p>
            <a:pPr algn="l"/>
            <a:r>
              <a:rPr lang="en-CA" sz="7200">
                <a:solidFill>
                  <a:schemeClr val="accent1"/>
                </a:solidFill>
              </a:rPr>
              <a:t>GJK</a:t>
            </a:r>
            <a:br>
              <a:rPr lang="en-CA" sz="7200">
                <a:solidFill>
                  <a:schemeClr val="accent1"/>
                </a:solidFill>
              </a:rPr>
            </a:br>
            <a:r>
              <a:rPr lang="en-CA" sz="7200">
                <a:solidFill>
                  <a:schemeClr val="accent1"/>
                </a:solidFill>
              </a:rPr>
              <a:t>Origin Overlap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BB774-B92E-440A-BD01-EB8F25F6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7374" y="4560432"/>
            <a:ext cx="8300202" cy="1228171"/>
          </a:xfrm>
        </p:spPr>
        <p:txBody>
          <a:bodyPr>
            <a:normAutofit/>
          </a:bodyPr>
          <a:lstStyle/>
          <a:p>
            <a:pPr algn="l"/>
            <a:r>
              <a:rPr lang="en-CA" sz="2400" dirty="0">
                <a:solidFill>
                  <a:schemeClr val="tx1"/>
                </a:solidFill>
              </a:rPr>
              <a:t>Game 256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89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C7B716-4494-4FB9-BDF7-FA7FE81D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CA" sz="4400">
                <a:solidFill>
                  <a:schemeClr val="tx1"/>
                </a:solidFill>
              </a:rPr>
              <a:t>Overview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7814-8F34-4EC8-8409-03039967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4" y="960120"/>
            <a:ext cx="5511800" cy="4171278"/>
          </a:xfrm>
        </p:spPr>
        <p:txBody>
          <a:bodyPr>
            <a:normAutofit/>
          </a:bodyPr>
          <a:lstStyle/>
          <a:p>
            <a:r>
              <a:rPr lang="en-CA" dirty="0"/>
              <a:t>Review building simplices</a:t>
            </a:r>
          </a:p>
          <a:p>
            <a:r>
              <a:rPr lang="en-CA" dirty="0"/>
              <a:t>Triple Cross Product</a:t>
            </a:r>
          </a:p>
          <a:p>
            <a:r>
              <a:rPr lang="en-CA" dirty="0"/>
              <a:t>Tetrahedron Origin Containment</a:t>
            </a:r>
          </a:p>
        </p:txBody>
      </p:sp>
    </p:spTree>
    <p:extLst>
      <p:ext uri="{BB962C8B-B14F-4D97-AF65-F5344CB8AC3E}">
        <p14:creationId xmlns:p14="http://schemas.microsoft.com/office/powerpoint/2010/main" val="203779521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FBB24-7B78-40B8-920B-DED9FF744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CA" sz="4400" dirty="0">
                <a:solidFill>
                  <a:schemeClr val="tx1"/>
                </a:solidFill>
              </a:rPr>
              <a:t>Review building simplices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0DFB-467E-4AE5-AD1B-D3711E28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4" y="960120"/>
            <a:ext cx="5511800" cy="417127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dirty="0"/>
              <a:t>Building a point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Processing a line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Processing a triangle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Processing a tetrahedron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Determining origin overlap</a:t>
            </a:r>
          </a:p>
        </p:txBody>
      </p:sp>
    </p:spTree>
    <p:extLst>
      <p:ext uri="{BB962C8B-B14F-4D97-AF65-F5344CB8AC3E}">
        <p14:creationId xmlns:p14="http://schemas.microsoft.com/office/powerpoint/2010/main" val="270301702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1E794-CAD8-4067-A118-024AD1AF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CA" sz="4400">
                <a:solidFill>
                  <a:schemeClr val="tx1"/>
                </a:solidFill>
              </a:rPr>
              <a:t>Building a Point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A6766-74B3-4FFF-8A10-0B06E4FC0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164" y="960120"/>
            <a:ext cx="5511800" cy="4171278"/>
          </a:xfrm>
        </p:spPr>
        <p:txBody>
          <a:bodyPr>
            <a:normAutofit/>
          </a:bodyPr>
          <a:lstStyle/>
          <a:p>
            <a:r>
              <a:rPr lang="en-CA" dirty="0"/>
              <a:t>Choose a starting direction</a:t>
            </a:r>
          </a:p>
          <a:p>
            <a:r>
              <a:rPr lang="en-CA" dirty="0"/>
              <a:t>Get the support point given that direction</a:t>
            </a:r>
          </a:p>
          <a:p>
            <a:r>
              <a:rPr lang="en-CA" dirty="0"/>
              <a:t>Add that point to the simplex</a:t>
            </a:r>
          </a:p>
        </p:txBody>
      </p:sp>
    </p:spTree>
    <p:extLst>
      <p:ext uri="{BB962C8B-B14F-4D97-AF65-F5344CB8AC3E}">
        <p14:creationId xmlns:p14="http://schemas.microsoft.com/office/powerpoint/2010/main" val="304015798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75627FE-0AC5-4349-AC08-45A58BEC9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7AAF7B-2090-475D-9C3E-FDC03DD87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2DCEC33-4B31-44BC-99CB-9E4845DC4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04E0A10-D288-4B22-87A1-737B0A37D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A3E042E-4911-425A-84BB-04BF90D07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3A49226D-3129-4C5A-9641-3D03BEEA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9CC3C315-B515-4DD8-AC22-9D8417B37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A961828-F78F-4D56-A98E-037806C63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39D4F9D-3728-42C1-8302-452D51321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B4D9647E-354D-4CA8-B4A7-39172E5EA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EC74E0-5222-4ACC-BCEC-1AA189D3BC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0AE72B4-084D-42E6-ABED-5FD4650D4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C9D1F5DD-8D50-4098-8D2B-10E284752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D48F3941-C3C7-4589-AA46-067F6BB2D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6BBE9A-4BE3-4401-82C5-8041DB14E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6180330-CCD3-4D14-A652-D60C2825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616C90F6-4133-43A5-B47C-7750FE28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7C03F90-E828-4414-8A53-92069FFB6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DDE443-75AA-4F32-A2EE-272C4347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ACD281C1-1D59-453F-A33A-D83E39EB0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0217FAC-29FE-4D6B-9BB4-FF41AA756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D3CC33A-6E36-4A72-9965-8E20FB05D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F128F04E-05CD-4035-A32B-6E9ABAB93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BC2574CF-1D35-4994-87BD-5A3378E1A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7883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88E9E-BF43-4545-9879-CE1E556D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960120"/>
            <a:ext cx="3865695" cy="4171278"/>
          </a:xfrm>
        </p:spPr>
        <p:txBody>
          <a:bodyPr>
            <a:normAutofit/>
          </a:bodyPr>
          <a:lstStyle/>
          <a:p>
            <a:pPr algn="r"/>
            <a:r>
              <a:rPr lang="en-CA" sz="4400" dirty="0">
                <a:solidFill>
                  <a:schemeClr val="tx1"/>
                </a:solidFill>
              </a:rPr>
              <a:t>Building a Point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B6AB33-DFE6-4FE4-94FE-C9E25424A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D83979-8D96-4AC3-BE7B-9C6E0906C84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1527239"/>
              </p:ext>
            </p:extLst>
          </p:nvPr>
        </p:nvGraphicFramePr>
        <p:xfrm>
          <a:off x="4961731" y="2114886"/>
          <a:ext cx="6872288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7617600" imgH="1900080" progId="Word.OpenDocumentText.12">
                  <p:embed/>
                </p:oleObj>
              </mc:Choice>
              <mc:Fallback>
                <p:oleObj name="Document" r:id="rId3" imgW="7617600" imgH="1900080" progId="Word.OpenDocumentText.12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30D83979-8D96-4AC3-BE7B-9C6E0906C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1731" y="2114886"/>
                        <a:ext cx="6872288" cy="171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6572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60B5995-5863-433A-BD78-B159F305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B83A1FE-CD2B-4685-8958-324103F5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AC852F1C-C1FE-4901-89F9-F375FC014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35EDFA70-64BE-49E0-9FD7-1E647B18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7B03449-39AC-4869-A98E-271D736F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1C0BBD08-7C5B-48C8-A8E7-BAA29533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C065EAEF-9F23-485C-86CD-24C924EBE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DB35D267-7154-46DF-B257-537B06014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F0BA25BF-09E7-484B-84B2-F28DC6BE7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6B34CC28-D4BD-4ACF-953C-6BF4E133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54A65A00-B8EF-452C-B398-6D9DB989D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BCDD672E-55E6-423E-A6D6-668C4065E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6CE59B36-61CE-4150-BD70-28BDA016D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6">
              <a:extLst>
                <a:ext uri="{FF2B5EF4-FFF2-40B4-BE49-F238E27FC236}">
                  <a16:creationId xmlns:a16="http://schemas.microsoft.com/office/drawing/2014/main" id="{359BE796-1871-4668-8400-203F1713D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7DCE660E-F817-469C-A043-2880F915E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4A487B7C-F95B-4056-B870-DAD845102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255E4A38-18AE-4843-8397-801C915F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2A2E0241-FDF3-4980-9D43-C473C1A34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1">
              <a:extLst>
                <a:ext uri="{FF2B5EF4-FFF2-40B4-BE49-F238E27FC236}">
                  <a16:creationId xmlns:a16="http://schemas.microsoft.com/office/drawing/2014/main" id="{144EAD6C-D0D0-48DA-A8CC-5E3EF9F2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3774DAC2-2D6F-4898-8D72-E441DEB8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F5AB8C32-ADC7-4F11-9FB4-9B7E1790E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50D4C338-BB14-4E44-9499-5478E3CB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46CA7B85-EA46-45D7-B2E6-3B52083D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DE229C-78A9-4FAB-B0DD-BA1873F7D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>
            <a:normAutofit/>
          </a:bodyPr>
          <a:lstStyle/>
          <a:p>
            <a:pPr algn="l"/>
            <a:r>
              <a:rPr lang="en-CA" sz="3200" dirty="0">
                <a:solidFill>
                  <a:schemeClr val="tx2"/>
                </a:solidFill>
              </a:rPr>
              <a:t>Processing a Line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E37FE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8FCA757-04F6-4D28-946E-DD3883EDD8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22" r="20568" b="-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1C3E401-43D8-478B-8BE2-4EBE979A4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93817" y="2338388"/>
                <a:ext cx="4099607" cy="3678237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Clr>
                    <a:srgbClr val="FE37FE"/>
                  </a:buClr>
                </a:pPr>
                <a:r>
                  <a:rPr lang="en-CA" dirty="0"/>
                  <a:t>Get the line AB, where A is the newest vertex and B is the oldest vertex.</a:t>
                </a:r>
              </a:p>
              <a:p>
                <a:pPr>
                  <a:buClr>
                    <a:srgbClr val="FE37FE"/>
                  </a:buClr>
                </a:pP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CA" dirty="0"/>
              </a:p>
              <a:p>
                <a:pPr>
                  <a:buClr>
                    <a:srgbClr val="FE37FE"/>
                  </a:buClr>
                </a:pPr>
                <a:r>
                  <a:rPr lang="en-CA" dirty="0"/>
                  <a:t>Get the direction to the origin from A.</a:t>
                </a:r>
              </a:p>
              <a:p>
                <a:pPr>
                  <a:buClr>
                    <a:srgbClr val="FE37FE"/>
                  </a:buClr>
                </a:pP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𝐴𝑂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CA" dirty="0"/>
              </a:p>
              <a:p>
                <a:pPr>
                  <a:buClr>
                    <a:srgbClr val="FE37FE"/>
                  </a:buClr>
                </a:pPr>
                <a:r>
                  <a:rPr lang="en-CA" dirty="0"/>
                  <a:t>Build a vector perpendicular to AB in the direction of the origin.</a:t>
                </a:r>
              </a:p>
              <a:p>
                <a:pPr>
                  <a:buClr>
                    <a:srgbClr val="FE37FE"/>
                  </a:buClr>
                </a:pPr>
                <a14:m>
                  <m:oMath xmlns:m="http://schemas.openxmlformats.org/officeDocument/2006/math">
                    <m:r>
                      <a:rPr lang="en-CA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A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CA">
                            <a:latin typeface="Cambria Math" panose="02040503050406030204" pitchFamily="18" charset="0"/>
                          </a:rPr>
                          <m:t>𝐴𝑂</m:t>
                        </m:r>
                      </m:e>
                    </m:d>
                    <m:r>
                      <a:rPr lang="en-CA">
                        <a:latin typeface="Cambria Math" panose="02040503050406030204" pitchFamily="18" charset="0"/>
                      </a:rPr>
                      <m:t>×</m:t>
                    </m:r>
                    <m:r>
                      <a:rPr lang="en-CA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11C3E401-43D8-478B-8BE2-4EBE979A4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3817" y="2338388"/>
                <a:ext cx="4099607" cy="3678237"/>
              </a:xfrm>
              <a:blipFill>
                <a:blip r:embed="rId3"/>
                <a:stretch>
                  <a:fillRect l="-1040" r="-1783" b="-16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34857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B529E332-1F12-4C15-9CD2-46B47C797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EB70D1D9-E454-41A2-8131-F87C242E5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2BD80611-E3DE-49D3-957E-D2672511E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047537A2-1EBB-45DF-81BB-24C8069BF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2D80068E-88CF-4AFA-A33B-4C67E9DA2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6D3A694A-2C63-4465-903F-2C446C2E9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2AB06086-11CF-41B2-BCA8-F4FD52333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A9322517-D640-42FC-95E7-636922C30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6D353CC0-9B35-4CD3-80D4-CBE64AB17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240FB68B-B3F7-4ACD-BFA8-24993E47B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B71C62F0-2D69-4E12-97FD-4FDA2443B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E29D09D3-D44B-4C33-B67D-A33A6250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16">
              <a:extLst>
                <a:ext uri="{FF2B5EF4-FFF2-40B4-BE49-F238E27FC236}">
                  <a16:creationId xmlns:a16="http://schemas.microsoft.com/office/drawing/2014/main" id="{F253173C-BDD8-4E76-8508-D65436C6C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98F05129-C6FB-43CA-81A0-3C0E79AEF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DB362655-D4C7-4196-936B-1AC33DC1D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081F342A-5654-44A6-8616-8C0E7BDF4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8D067AD4-45F5-405D-A7C5-05E2B4968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21">
              <a:extLst>
                <a:ext uri="{FF2B5EF4-FFF2-40B4-BE49-F238E27FC236}">
                  <a16:creationId xmlns:a16="http://schemas.microsoft.com/office/drawing/2014/main" id="{1777D4B7-909A-4179-B8F2-4A7DC775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48BF3507-BFDE-4733-8CDF-3FDD87FAD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84D14DCD-6EDC-4E92-ADA7-5CA363656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C40BBA1-E470-44B7-8606-F8BCF6B9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7F90053-2737-4E1E-BDBF-D1F2DA63C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9C47D012-ADE5-486B-A297-A95FE2F21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E063DDE-7A1D-4211-952B-F30B31DEE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B7FF52F0-41C1-43AB-A827-85DF6A06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C144995-155B-424A-B9F4-F22B71B70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5" name="Freeform 5">
              <a:extLst>
                <a:ext uri="{FF2B5EF4-FFF2-40B4-BE49-F238E27FC236}">
                  <a16:creationId xmlns:a16="http://schemas.microsoft.com/office/drawing/2014/main" id="{8209302C-6060-4E33-B0FF-231E14ABE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6">
              <a:extLst>
                <a:ext uri="{FF2B5EF4-FFF2-40B4-BE49-F238E27FC236}">
                  <a16:creationId xmlns:a16="http://schemas.microsoft.com/office/drawing/2014/main" id="{1B7CFB76-EC56-4AEC-9C98-2E090DE43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7">
              <a:extLst>
                <a:ext uri="{FF2B5EF4-FFF2-40B4-BE49-F238E27FC236}">
                  <a16:creationId xmlns:a16="http://schemas.microsoft.com/office/drawing/2014/main" id="{B477DDB4-CCA0-4087-A6A1-A2AAE5021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8">
              <a:extLst>
                <a:ext uri="{FF2B5EF4-FFF2-40B4-BE49-F238E27FC236}">
                  <a16:creationId xmlns:a16="http://schemas.microsoft.com/office/drawing/2014/main" id="{D6D89F34-3A58-4580-BD09-33277B5DE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9">
              <a:extLst>
                <a:ext uri="{FF2B5EF4-FFF2-40B4-BE49-F238E27FC236}">
                  <a16:creationId xmlns:a16="http://schemas.microsoft.com/office/drawing/2014/main" id="{B2323A6B-B80D-43C6-9C79-8A543993B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0">
              <a:extLst>
                <a:ext uri="{FF2B5EF4-FFF2-40B4-BE49-F238E27FC236}">
                  <a16:creationId xmlns:a16="http://schemas.microsoft.com/office/drawing/2014/main" id="{34BF7A9F-A77E-438F-B3C2-963039783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1">
              <a:extLst>
                <a:ext uri="{FF2B5EF4-FFF2-40B4-BE49-F238E27FC236}">
                  <a16:creationId xmlns:a16="http://schemas.microsoft.com/office/drawing/2014/main" id="{F5EE77F3-F65B-4C01-91EB-3F45576BF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E2A55C6C-6A64-4546-AA40-F2343C11F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3">
              <a:extLst>
                <a:ext uri="{FF2B5EF4-FFF2-40B4-BE49-F238E27FC236}">
                  <a16:creationId xmlns:a16="http://schemas.microsoft.com/office/drawing/2014/main" id="{BBF96922-FB36-4155-A363-5AB6E60F0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4">
              <a:extLst>
                <a:ext uri="{FF2B5EF4-FFF2-40B4-BE49-F238E27FC236}">
                  <a16:creationId xmlns:a16="http://schemas.microsoft.com/office/drawing/2014/main" id="{5BB8D0CC-3FD6-4257-9B8E-8F6B35BAA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15">
              <a:extLst>
                <a:ext uri="{FF2B5EF4-FFF2-40B4-BE49-F238E27FC236}">
                  <a16:creationId xmlns:a16="http://schemas.microsoft.com/office/drawing/2014/main" id="{59C16BD8-BDED-4F47-9EF4-B9F466D90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16">
              <a:extLst>
                <a:ext uri="{FF2B5EF4-FFF2-40B4-BE49-F238E27FC236}">
                  <a16:creationId xmlns:a16="http://schemas.microsoft.com/office/drawing/2014/main" id="{687913F5-87F7-499B-9C9A-DB7687145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17">
              <a:extLst>
                <a:ext uri="{FF2B5EF4-FFF2-40B4-BE49-F238E27FC236}">
                  <a16:creationId xmlns:a16="http://schemas.microsoft.com/office/drawing/2014/main" id="{C1FC0B82-88DF-42A3-9041-1037C9A76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18">
              <a:extLst>
                <a:ext uri="{FF2B5EF4-FFF2-40B4-BE49-F238E27FC236}">
                  <a16:creationId xmlns:a16="http://schemas.microsoft.com/office/drawing/2014/main" id="{1C083223-5759-48E1-B3AE-ADF4C165B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9" name="Freeform 19">
              <a:extLst>
                <a:ext uri="{FF2B5EF4-FFF2-40B4-BE49-F238E27FC236}">
                  <a16:creationId xmlns:a16="http://schemas.microsoft.com/office/drawing/2014/main" id="{A283EA1D-83E3-4469-A48F-58ECE187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0" name="Freeform 20">
              <a:extLst>
                <a:ext uri="{FF2B5EF4-FFF2-40B4-BE49-F238E27FC236}">
                  <a16:creationId xmlns:a16="http://schemas.microsoft.com/office/drawing/2014/main" id="{9C827C81-2FCC-48CE-947D-120E6924B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1" name="Freeform 21">
              <a:extLst>
                <a:ext uri="{FF2B5EF4-FFF2-40B4-BE49-F238E27FC236}">
                  <a16:creationId xmlns:a16="http://schemas.microsoft.com/office/drawing/2014/main" id="{FDB65A24-1E0B-4AEF-8973-DCD5417FB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2" name="Freeform 22">
              <a:extLst>
                <a:ext uri="{FF2B5EF4-FFF2-40B4-BE49-F238E27FC236}">
                  <a16:creationId xmlns:a16="http://schemas.microsoft.com/office/drawing/2014/main" id="{FD07639F-33B8-42B0-8353-70EFD44BA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3" name="Freeform 23">
              <a:extLst>
                <a:ext uri="{FF2B5EF4-FFF2-40B4-BE49-F238E27FC236}">
                  <a16:creationId xmlns:a16="http://schemas.microsoft.com/office/drawing/2014/main" id="{4C2C74EF-6FD2-4E2D-84EA-33191D52C0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9DB63B5-3AC2-4401-94EF-046358A6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60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4CDA98-784D-4AAC-A401-DFB41DFC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1326996"/>
            <a:ext cx="8679915" cy="2965254"/>
          </a:xfrm>
        </p:spPr>
        <p:txBody>
          <a:bodyPr vert="horz" lIns="228600" tIns="228600" rIns="228600" bIns="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7200">
                <a:solidFill>
                  <a:schemeClr val="tx1"/>
                </a:solidFill>
              </a:rPr>
              <a:t>Let’s explain the Triple Cross Product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71E65C-281F-40D8-AE8B-6E0B1F676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5079936"/>
            <a:ext cx="8673427" cy="969087"/>
          </a:xfrm>
          <a:ln>
            <a:noFill/>
            <a:prstDash val="dash"/>
            <a:miter lim="800000"/>
          </a:ln>
        </p:spPr>
        <p:txBody>
          <a:bodyPr vert="horz" lIns="91440" tIns="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</a:rPr>
              <a:t>Since we will be using it a lot.</a:t>
            </a:r>
          </a:p>
        </p:txBody>
      </p:sp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5BF7DBAF-F0AA-4410-8A08-2579C8508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92384" y="4560849"/>
            <a:ext cx="407233" cy="35106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45610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F3C5918A-1DC5-4CF3-AA27-00AA3088A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9">
            <a:extLst>
              <a:ext uri="{FF2B5EF4-FFF2-40B4-BE49-F238E27FC236}">
                <a16:creationId xmlns:a16="http://schemas.microsoft.com/office/drawing/2014/main" id="{B786683A-6FD6-4BF7-B3B0-DC3976773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274788" y="-15796"/>
            <a:ext cx="7911916" cy="6889592"/>
          </a:xfrm>
          <a:custGeom>
            <a:avLst/>
            <a:gdLst>
              <a:gd name="connsiteX0" fmla="*/ 1144064 w 7911916"/>
              <a:gd name="connsiteY0" fmla="*/ 0 h 6889592"/>
              <a:gd name="connsiteX1" fmla="*/ 7911916 w 7911916"/>
              <a:gd name="connsiteY1" fmla="*/ 0 h 6889592"/>
              <a:gd name="connsiteX2" fmla="*/ 7911916 w 7911916"/>
              <a:gd name="connsiteY2" fmla="*/ 6889592 h 6889592"/>
              <a:gd name="connsiteX3" fmla="*/ 1282780 w 7911916"/>
              <a:gd name="connsiteY3" fmla="*/ 6889592 h 6889592"/>
              <a:gd name="connsiteX4" fmla="*/ 1021588 w 7911916"/>
              <a:gd name="connsiteY4" fmla="*/ 6461391 h 6889592"/>
              <a:gd name="connsiteX5" fmla="*/ 841264 w 7911916"/>
              <a:gd name="connsiteY5" fmla="*/ 370936 h 6889592"/>
              <a:gd name="connsiteX6" fmla="*/ 1119707 w 7911916"/>
              <a:gd name="connsiteY6" fmla="*/ 26053 h 6889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911916" h="6889592">
                <a:moveTo>
                  <a:pt x="1144064" y="0"/>
                </a:moveTo>
                <a:lnTo>
                  <a:pt x="7911916" y="0"/>
                </a:lnTo>
                <a:lnTo>
                  <a:pt x="7911916" y="6889592"/>
                </a:lnTo>
                <a:lnTo>
                  <a:pt x="1282780" y="6889592"/>
                </a:lnTo>
                <a:lnTo>
                  <a:pt x="1021588" y="6461391"/>
                </a:lnTo>
                <a:cubicBezTo>
                  <a:pt x="-73086" y="4533675"/>
                  <a:pt x="-509682" y="2192905"/>
                  <a:pt x="841264" y="370936"/>
                </a:cubicBezTo>
                <a:cubicBezTo>
                  <a:pt x="928899" y="253509"/>
                  <a:pt x="1021859" y="138477"/>
                  <a:pt x="1119707" y="26053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" name="Freeform: Shape 11">
            <a:extLst>
              <a:ext uri="{FF2B5EF4-FFF2-40B4-BE49-F238E27FC236}">
                <a16:creationId xmlns:a16="http://schemas.microsoft.com/office/drawing/2014/main" id="{05169E50-59FB-4AEE-B61D-44A882A4C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249750" y="-6726"/>
            <a:ext cx="5931659" cy="6871452"/>
          </a:xfrm>
          <a:custGeom>
            <a:avLst/>
            <a:gdLst>
              <a:gd name="connsiteX0" fmla="*/ 2429503 w 5931659"/>
              <a:gd name="connsiteY0" fmla="*/ 0 h 6871452"/>
              <a:gd name="connsiteX1" fmla="*/ 5931659 w 5931659"/>
              <a:gd name="connsiteY1" fmla="*/ 0 h 6871452"/>
              <a:gd name="connsiteX2" fmla="*/ 5931659 w 5931659"/>
              <a:gd name="connsiteY2" fmla="*/ 6871452 h 6871452"/>
              <a:gd name="connsiteX3" fmla="*/ 1302090 w 5931659"/>
              <a:gd name="connsiteY3" fmla="*/ 6871452 h 6871452"/>
              <a:gd name="connsiteX4" fmla="*/ 1257860 w 5931659"/>
              <a:gd name="connsiteY4" fmla="*/ 6820098 h 6871452"/>
              <a:gd name="connsiteX5" fmla="*/ 456609 w 5931659"/>
              <a:gd name="connsiteY5" fmla="*/ 1965059 h 6871452"/>
              <a:gd name="connsiteX6" fmla="*/ 2356353 w 5931659"/>
              <a:gd name="connsiteY6" fmla="*/ 42030 h 687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659" h="6871452">
                <a:moveTo>
                  <a:pt x="2429503" y="0"/>
                </a:moveTo>
                <a:lnTo>
                  <a:pt x="5931659" y="0"/>
                </a:lnTo>
                <a:lnTo>
                  <a:pt x="5931659" y="6871452"/>
                </a:lnTo>
                <a:lnTo>
                  <a:pt x="1302090" y="6871452"/>
                </a:lnTo>
                <a:lnTo>
                  <a:pt x="1257860" y="6820098"/>
                </a:lnTo>
                <a:cubicBezTo>
                  <a:pt x="121068" y="5395213"/>
                  <a:pt x="-469022" y="3541076"/>
                  <a:pt x="456609" y="1965059"/>
                </a:cubicBezTo>
                <a:cubicBezTo>
                  <a:pt x="919425" y="1178905"/>
                  <a:pt x="1583566" y="524859"/>
                  <a:pt x="2356353" y="42030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7C30F0-5A38-4B60-B632-3AF7C2780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33528" y="-3116"/>
            <a:ext cx="6766974" cy="6864232"/>
          </a:xfrm>
          <a:custGeom>
            <a:avLst/>
            <a:gdLst>
              <a:gd name="connsiteX0" fmla="*/ 2135088 w 6766974"/>
              <a:gd name="connsiteY0" fmla="*/ 0 h 6864232"/>
              <a:gd name="connsiteX1" fmla="*/ 6766974 w 6766974"/>
              <a:gd name="connsiteY1" fmla="*/ 0 h 6864232"/>
              <a:gd name="connsiteX2" fmla="*/ 6766974 w 6766974"/>
              <a:gd name="connsiteY2" fmla="*/ 6864232 h 6864232"/>
              <a:gd name="connsiteX3" fmla="*/ 1128977 w 6766974"/>
              <a:gd name="connsiteY3" fmla="*/ 6864232 h 6864232"/>
              <a:gd name="connsiteX4" fmla="*/ 1004776 w 6766974"/>
              <a:gd name="connsiteY4" fmla="*/ 6687663 h 6864232"/>
              <a:gd name="connsiteX5" fmla="*/ 709736 w 6766974"/>
              <a:gd name="connsiteY5" fmla="*/ 1521351 h 6864232"/>
              <a:gd name="connsiteX6" fmla="*/ 1896284 w 6766974"/>
              <a:gd name="connsiteY6" fmla="*/ 197391 h 6864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6974" h="6864232">
                <a:moveTo>
                  <a:pt x="2135088" y="0"/>
                </a:moveTo>
                <a:lnTo>
                  <a:pt x="6766974" y="0"/>
                </a:lnTo>
                <a:lnTo>
                  <a:pt x="6766974" y="6864232"/>
                </a:lnTo>
                <a:lnTo>
                  <a:pt x="1128977" y="6864232"/>
                </a:lnTo>
                <a:lnTo>
                  <a:pt x="1004776" y="6687663"/>
                </a:lnTo>
                <a:cubicBezTo>
                  <a:pt x="-54053" y="5122098"/>
                  <a:pt x="-463081" y="3202457"/>
                  <a:pt x="709736" y="1521351"/>
                </a:cubicBezTo>
                <a:cubicBezTo>
                  <a:pt x="1045443" y="1039181"/>
                  <a:pt x="1446565" y="592246"/>
                  <a:pt x="1896284" y="197391"/>
                </a:cubicBezTo>
                <a:close/>
              </a:path>
            </a:pathLst>
          </a:custGeom>
          <a:noFill/>
          <a:ln w="9525" cap="flat">
            <a:solidFill>
              <a:schemeClr val="tx1">
                <a:alpha val="1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00CBA5-3F2B-4AAC-9F86-99AFECC19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36" y="0"/>
            <a:ext cx="5238864" cy="6858000"/>
          </a:xfrm>
          <a:custGeom>
            <a:avLst/>
            <a:gdLst>
              <a:gd name="connsiteX0" fmla="*/ 2829115 w 5238864"/>
              <a:gd name="connsiteY0" fmla="*/ 0 h 6864726"/>
              <a:gd name="connsiteX1" fmla="*/ 5238864 w 5238864"/>
              <a:gd name="connsiteY1" fmla="*/ 0 h 6864726"/>
              <a:gd name="connsiteX2" fmla="*/ 5238864 w 5238864"/>
              <a:gd name="connsiteY2" fmla="*/ 6864726 h 6864726"/>
              <a:gd name="connsiteX3" fmla="*/ 1518091 w 5238864"/>
              <a:gd name="connsiteY3" fmla="*/ 6864726 h 6864726"/>
              <a:gd name="connsiteX4" fmla="*/ 1435414 w 5238864"/>
              <a:gd name="connsiteY4" fmla="*/ 6778879 h 6864726"/>
              <a:gd name="connsiteX5" fmla="*/ 406006 w 5238864"/>
              <a:gd name="connsiteY5" fmla="*/ 2093910 h 6864726"/>
              <a:gd name="connsiteX6" fmla="*/ 2559142 w 5238864"/>
              <a:gd name="connsiteY6" fmla="*/ 124487 h 6864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38864" h="6864726">
                <a:moveTo>
                  <a:pt x="2829115" y="0"/>
                </a:moveTo>
                <a:lnTo>
                  <a:pt x="5238864" y="0"/>
                </a:lnTo>
                <a:lnTo>
                  <a:pt x="5238864" y="6864726"/>
                </a:lnTo>
                <a:lnTo>
                  <a:pt x="1518091" y="6864726"/>
                </a:lnTo>
                <a:lnTo>
                  <a:pt x="1435414" y="6778879"/>
                </a:lnTo>
                <a:cubicBezTo>
                  <a:pt x="226066" y="5476104"/>
                  <a:pt x="-499346" y="3635393"/>
                  <a:pt x="406006" y="2093910"/>
                </a:cubicBezTo>
                <a:cubicBezTo>
                  <a:pt x="907547" y="1241972"/>
                  <a:pt x="1674986" y="564513"/>
                  <a:pt x="2559142" y="12448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C3054-3158-46AC-8611-7A7BDA71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928" y="1134142"/>
            <a:ext cx="3456122" cy="4589717"/>
          </a:xfrm>
        </p:spPr>
        <p:txBody>
          <a:bodyPr>
            <a:normAutofit/>
          </a:bodyPr>
          <a:lstStyle/>
          <a:p>
            <a:pPr algn="l"/>
            <a:r>
              <a:rPr lang="en-CA" sz="4800"/>
              <a:t>Triple Cross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99913-D77D-4D40-86E4-50D0D7FF1B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8577" y="803186"/>
                <a:ext cx="5427137" cy="5248622"/>
              </a:xfrm>
            </p:spPr>
            <p:txBody>
              <a:bodyPr>
                <a:normAutofit/>
              </a:bodyPr>
              <a:lstStyle/>
              <a:p>
                <a:r>
                  <a:rPr lang="en-CA" sz="1600" dirty="0"/>
                  <a:t>The triple cross product is used when you need a vector that is perpendicular to a vector, and in the direction of another vector.</a:t>
                </a:r>
              </a:p>
              <a:p>
                <a:r>
                  <a:rPr lang="en-CA" sz="1600" b="0" dirty="0"/>
                  <a:t>(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en-CA" sz="16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699913-D77D-4D40-86E4-50D0D7FF1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8577" y="803186"/>
                <a:ext cx="5427137" cy="5248622"/>
              </a:xfrm>
              <a:blipFill>
                <a:blip r:embed="rId2"/>
                <a:stretch>
                  <a:fillRect l="-67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94188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80F8371-F698-4D1B-B743-029FAE04C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618DA6-83DD-4508-B6A1-5739EBA21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A3E95E9C-69A2-4694-8BDE-A02B8C17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D572C33-F139-4BA2-937F-4A94DF861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7885D8BB-FD79-41E4-8A9E-336BA0641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AB192A73-3A3E-4E18-8127-752651509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E350720F-A80C-4AFD-B20D-9E3F02682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75713ED-7257-4505-B43E-3FA8E0DB0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884BCC03-3704-4029-AB6F-5DD980E6D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0B5E60CA-0697-4F7D-8F19-8E8D79B91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F3C7701B-DD79-4FC7-A65C-89619FA66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D8B6DB27-EB59-4D7C-A974-38A910106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70ABA087-9074-41CD-A32F-C4AC21CD0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DCC8902F-E46D-42A0-A226-165BF653F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C779C8B-6113-474A-894A-DC2959EBE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53A2992E-B6CE-4210-88D8-0E0F78C12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983ADE5C-8F15-4FF8-9445-AA52A0A1C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D168882-7E2A-4818-8303-D114B849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CB3B495-7EEC-4869-9ED0-D0F6830CF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F4D546E6-3559-4C02-9D41-E36D57489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9E7EB6D5-1207-4E1D-99A4-20D455191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22694AEC-BD7A-4347-AD42-AF7DCAC4D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66BE48F-47BE-452A-A601-A289EBF2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49AABD3-C47A-4D40-87B2-5C9386CAF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Isosceles Triangle 22">
              <a:extLst>
                <a:ext uri="{FF2B5EF4-FFF2-40B4-BE49-F238E27FC236}">
                  <a16:creationId xmlns:a16="http://schemas.microsoft.com/office/drawing/2014/main" id="{76FB5623-3AD8-4E4B-A4B0-02A09F9D8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217FBA4-45D3-4A83-90F1-341CA9EF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60B5995-5863-433A-BD78-B159F305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83A1FE-CD2B-4685-8958-324103F5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2" name="Freeform 5">
              <a:extLst>
                <a:ext uri="{FF2B5EF4-FFF2-40B4-BE49-F238E27FC236}">
                  <a16:creationId xmlns:a16="http://schemas.microsoft.com/office/drawing/2014/main" id="{AC852F1C-C1FE-4901-89F9-F375FC014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">
              <a:extLst>
                <a:ext uri="{FF2B5EF4-FFF2-40B4-BE49-F238E27FC236}">
                  <a16:creationId xmlns:a16="http://schemas.microsoft.com/office/drawing/2014/main" id="{35EDFA70-64BE-49E0-9FD7-1E647B18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7">
              <a:extLst>
                <a:ext uri="{FF2B5EF4-FFF2-40B4-BE49-F238E27FC236}">
                  <a16:creationId xmlns:a16="http://schemas.microsoft.com/office/drawing/2014/main" id="{97B03449-39AC-4869-A98E-271D736F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1C0BBD08-7C5B-48C8-A8E7-BAA29533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C065EAEF-9F23-485C-86CD-24C924EBE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DB35D267-7154-46DF-B257-537B06014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F0BA25BF-09E7-484B-84B2-F28DC6BE7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6B34CC28-D4BD-4ACF-953C-6BF4E133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54A65A00-B8EF-452C-B398-6D9DB989D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BCDD672E-55E6-423E-A6D6-668C4065E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6CE59B36-61CE-4150-BD70-28BDA016D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359BE796-1871-4668-8400-203F1713D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7DCE660E-F817-469C-A043-2880F915E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4A487B7C-F95B-4056-B870-DAD845102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255E4A38-18AE-4843-8397-801C915F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2A2E0241-FDF3-4980-9D43-C473C1A34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144EAD6C-D0D0-48DA-A8CC-5E3EF9F2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3774DAC2-2D6F-4898-8D72-E441DEB8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">
              <a:extLst>
                <a:ext uri="{FF2B5EF4-FFF2-40B4-BE49-F238E27FC236}">
                  <a16:creationId xmlns:a16="http://schemas.microsoft.com/office/drawing/2014/main" id="{F5AB8C32-ADC7-4F11-9FB4-9B7E1790E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">
              <a:extLst>
                <a:ext uri="{FF2B5EF4-FFF2-40B4-BE49-F238E27FC236}">
                  <a16:creationId xmlns:a16="http://schemas.microsoft.com/office/drawing/2014/main" id="{50D4C338-BB14-4E44-9499-5478E3CB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5">
              <a:extLst>
                <a:ext uri="{FF2B5EF4-FFF2-40B4-BE49-F238E27FC236}">
                  <a16:creationId xmlns:a16="http://schemas.microsoft.com/office/drawing/2014/main" id="{46CA7B85-EA46-45D7-B2E6-3B52083D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0D3497-958C-42DF-A075-AE7CFEF1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</a:rPr>
              <a:t>Triple Cross Product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E5CFE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 up of a logo&#10;&#10;Description automatically generated">
            <a:extLst>
              <a:ext uri="{FF2B5EF4-FFF2-40B4-BE49-F238E27FC236}">
                <a16:creationId xmlns:a16="http://schemas.microsoft.com/office/drawing/2014/main" id="{95933D27-A181-4FE1-8574-F8335A06F8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5900" r="19589" b="-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B4DBA4-DF1A-48FA-8871-7FFAE77A9BD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293817" y="2338388"/>
                <a:ext cx="4099607" cy="3678237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buClr>
                    <a:srgbClr val="FE5CFE"/>
                  </a:buClr>
                </a:pPr>
                <a14:m>
                  <m:oMath xmlns:m="http://schemas.openxmlformats.org/officeDocument/2006/math">
                    <m:r>
                      <a:rPr lang="en-CA" b="1" i="1" smtClean="0">
                        <a:solidFill>
                          <a:srgbClr val="FE33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CA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1" smtClean="0">
                            <a:solidFill>
                              <a:srgbClr val="0505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en-CA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CA" b="1" i="1" smtClean="0">
                            <a:solidFill>
                              <a:srgbClr val="9BFE9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b="1" i="1" smtClean="0">
                        <a:solidFill>
                          <a:srgbClr val="0505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buClr>
                    <a:srgbClr val="FE5CFE"/>
                  </a:buClr>
                </a:pPr>
                <a:r>
                  <a:rPr lang="en-US" dirty="0"/>
                  <a:t>Yields a vector perpendicular to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in the direction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EB4DBA4-DF1A-48FA-8871-7FFAE77A9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293817" y="2338388"/>
                <a:ext cx="4099607" cy="3678237"/>
              </a:xfrm>
              <a:blipFill>
                <a:blip r:embed="rId3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60070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B529E332-1F12-4C15-9CD2-46B47C797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66" name="Freeform 5">
              <a:extLst>
                <a:ext uri="{FF2B5EF4-FFF2-40B4-BE49-F238E27FC236}">
                  <a16:creationId xmlns:a16="http://schemas.microsoft.com/office/drawing/2014/main" id="{EB70D1D9-E454-41A2-8131-F87C242E5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>
              <a:extLst>
                <a:ext uri="{FF2B5EF4-FFF2-40B4-BE49-F238E27FC236}">
                  <a16:creationId xmlns:a16="http://schemas.microsoft.com/office/drawing/2014/main" id="{2BD80611-E3DE-49D3-957E-D2672511E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>
              <a:extLst>
                <a:ext uri="{FF2B5EF4-FFF2-40B4-BE49-F238E27FC236}">
                  <a16:creationId xmlns:a16="http://schemas.microsoft.com/office/drawing/2014/main" id="{047537A2-1EBB-45DF-81BB-24C8069BF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>
              <a:extLst>
                <a:ext uri="{FF2B5EF4-FFF2-40B4-BE49-F238E27FC236}">
                  <a16:creationId xmlns:a16="http://schemas.microsoft.com/office/drawing/2014/main" id="{2D80068E-88CF-4AFA-A33B-4C67E9DA2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6D3A694A-2C63-4465-903F-2C446C2E9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2AB06086-11CF-41B2-BCA8-F4FD52333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A9322517-D640-42FC-95E7-636922C30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6D353CC0-9B35-4CD3-80D4-CBE64AB17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240FB68B-B3F7-4ACD-BFA8-24993E47B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B71C62F0-2D69-4E12-97FD-4FDA2443B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E29D09D3-D44B-4C33-B67D-A33A6250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F253173C-BDD8-4E76-8508-D65436C6C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98F05129-C6FB-43CA-81A0-3C0E79AEF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DB362655-D4C7-4196-936B-1AC33DC1D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081F342A-5654-44A6-8616-8C0E7BDF4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8D067AD4-45F5-405D-A7C5-05E2B4968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1777D4B7-909A-4179-B8F2-4A7DC775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48BF3507-BFDE-4733-8CDF-3FDD87FAD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84D14DCD-6EDC-4E92-ADA7-5CA363656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C40BBA1-E470-44B7-8606-F8BCF6B9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7F90053-2737-4E1E-BDBF-D1F2DA63C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9C47D012-ADE5-486B-A297-A95FE2F21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E063DDE-7A1D-4211-952B-F30B31DEE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B7FF52F0-41C1-43AB-A827-85DF6A06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C144995-155B-424A-B9F4-F22B71B70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4" name="Freeform 5">
              <a:extLst>
                <a:ext uri="{FF2B5EF4-FFF2-40B4-BE49-F238E27FC236}">
                  <a16:creationId xmlns:a16="http://schemas.microsoft.com/office/drawing/2014/main" id="{8209302C-6060-4E33-B0FF-231E14ABE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6">
              <a:extLst>
                <a:ext uri="{FF2B5EF4-FFF2-40B4-BE49-F238E27FC236}">
                  <a16:creationId xmlns:a16="http://schemas.microsoft.com/office/drawing/2014/main" id="{1B7CFB76-EC56-4AEC-9C98-2E090DE43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7">
              <a:extLst>
                <a:ext uri="{FF2B5EF4-FFF2-40B4-BE49-F238E27FC236}">
                  <a16:creationId xmlns:a16="http://schemas.microsoft.com/office/drawing/2014/main" id="{B477DDB4-CCA0-4087-A6A1-A2AAE5021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8">
              <a:extLst>
                <a:ext uri="{FF2B5EF4-FFF2-40B4-BE49-F238E27FC236}">
                  <a16:creationId xmlns:a16="http://schemas.microsoft.com/office/drawing/2014/main" id="{D6D89F34-3A58-4580-BD09-33277B5DE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9">
              <a:extLst>
                <a:ext uri="{FF2B5EF4-FFF2-40B4-BE49-F238E27FC236}">
                  <a16:creationId xmlns:a16="http://schemas.microsoft.com/office/drawing/2014/main" id="{B2323A6B-B80D-43C6-9C79-8A543993B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0">
              <a:extLst>
                <a:ext uri="{FF2B5EF4-FFF2-40B4-BE49-F238E27FC236}">
                  <a16:creationId xmlns:a16="http://schemas.microsoft.com/office/drawing/2014/main" id="{34BF7A9F-A77E-438F-B3C2-963039783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1">
              <a:extLst>
                <a:ext uri="{FF2B5EF4-FFF2-40B4-BE49-F238E27FC236}">
                  <a16:creationId xmlns:a16="http://schemas.microsoft.com/office/drawing/2014/main" id="{F5EE77F3-F65B-4C01-91EB-3F45576BF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2">
              <a:extLst>
                <a:ext uri="{FF2B5EF4-FFF2-40B4-BE49-F238E27FC236}">
                  <a16:creationId xmlns:a16="http://schemas.microsoft.com/office/drawing/2014/main" id="{E2A55C6C-6A64-4546-AA40-F2343C11F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3">
              <a:extLst>
                <a:ext uri="{FF2B5EF4-FFF2-40B4-BE49-F238E27FC236}">
                  <a16:creationId xmlns:a16="http://schemas.microsoft.com/office/drawing/2014/main" id="{BBF96922-FB36-4155-A363-5AB6E60F0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4">
              <a:extLst>
                <a:ext uri="{FF2B5EF4-FFF2-40B4-BE49-F238E27FC236}">
                  <a16:creationId xmlns:a16="http://schemas.microsoft.com/office/drawing/2014/main" id="{5BB8D0CC-3FD6-4257-9B8E-8F6B35BAA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5">
              <a:extLst>
                <a:ext uri="{FF2B5EF4-FFF2-40B4-BE49-F238E27FC236}">
                  <a16:creationId xmlns:a16="http://schemas.microsoft.com/office/drawing/2014/main" id="{59C16BD8-BDED-4F47-9EF4-B9F466D90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16">
              <a:extLst>
                <a:ext uri="{FF2B5EF4-FFF2-40B4-BE49-F238E27FC236}">
                  <a16:creationId xmlns:a16="http://schemas.microsoft.com/office/drawing/2014/main" id="{687913F5-87F7-499B-9C9A-DB7687145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17">
              <a:extLst>
                <a:ext uri="{FF2B5EF4-FFF2-40B4-BE49-F238E27FC236}">
                  <a16:creationId xmlns:a16="http://schemas.microsoft.com/office/drawing/2014/main" id="{C1FC0B82-88DF-42A3-9041-1037C9A76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18">
              <a:extLst>
                <a:ext uri="{FF2B5EF4-FFF2-40B4-BE49-F238E27FC236}">
                  <a16:creationId xmlns:a16="http://schemas.microsoft.com/office/drawing/2014/main" id="{1C083223-5759-48E1-B3AE-ADF4C165B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19">
              <a:extLst>
                <a:ext uri="{FF2B5EF4-FFF2-40B4-BE49-F238E27FC236}">
                  <a16:creationId xmlns:a16="http://schemas.microsoft.com/office/drawing/2014/main" id="{A283EA1D-83E3-4469-A48F-58ECE187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9" name="Freeform 20">
              <a:extLst>
                <a:ext uri="{FF2B5EF4-FFF2-40B4-BE49-F238E27FC236}">
                  <a16:creationId xmlns:a16="http://schemas.microsoft.com/office/drawing/2014/main" id="{9C827C81-2FCC-48CE-947D-120E6924B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0" name="Freeform 21">
              <a:extLst>
                <a:ext uri="{FF2B5EF4-FFF2-40B4-BE49-F238E27FC236}">
                  <a16:creationId xmlns:a16="http://schemas.microsoft.com/office/drawing/2014/main" id="{FDB65A24-1E0B-4AEF-8973-DCD5417FB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1" name="Freeform 22">
              <a:extLst>
                <a:ext uri="{FF2B5EF4-FFF2-40B4-BE49-F238E27FC236}">
                  <a16:creationId xmlns:a16="http://schemas.microsoft.com/office/drawing/2014/main" id="{FD07639F-33B8-42B0-8353-70EFD44BA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12" name="Freeform 23">
              <a:extLst>
                <a:ext uri="{FF2B5EF4-FFF2-40B4-BE49-F238E27FC236}">
                  <a16:creationId xmlns:a16="http://schemas.microsoft.com/office/drawing/2014/main" id="{4C2C74EF-6FD2-4E2D-84EA-33191D52C0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9DB63B5-3AC2-4401-94EF-046358A6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60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49B80A-E142-4891-8238-A83291E1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36" y="1326996"/>
            <a:ext cx="8679915" cy="2965254"/>
          </a:xfrm>
        </p:spPr>
        <p:txBody>
          <a:bodyPr vert="horz" lIns="228600" tIns="228600" rIns="228600" bIns="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7200">
                <a:solidFill>
                  <a:schemeClr val="tx1"/>
                </a:solidFill>
              </a:rPr>
              <a:t>Okay, continuing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B9CE4A-2B1C-48D5-8743-3FDDEE750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9237" y="5079936"/>
            <a:ext cx="8673427" cy="969087"/>
          </a:xfrm>
          <a:ln>
            <a:noFill/>
            <a:prstDash val="dash"/>
            <a:miter lim="800000"/>
          </a:ln>
        </p:spPr>
        <p:txBody>
          <a:bodyPr vert="horz" lIns="91440" tIns="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</a:rPr>
              <a:t>With processing a triangle, if you don’t recall.</a:t>
            </a:r>
          </a:p>
        </p:txBody>
      </p:sp>
      <p:sp>
        <p:nvSpPr>
          <p:cNvPr id="116" name="Isosceles Triangle 115">
            <a:extLst>
              <a:ext uri="{FF2B5EF4-FFF2-40B4-BE49-F238E27FC236}">
                <a16:creationId xmlns:a16="http://schemas.microsoft.com/office/drawing/2014/main" id="{5BF7DBAF-F0AA-4410-8A08-2579C8508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92384" y="4560849"/>
            <a:ext cx="407233" cy="35106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28498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B60B5995-5863-433A-BD78-B159F305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B83A1FE-CD2B-4685-8958-324103F5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9" name="Freeform 5">
              <a:extLst>
                <a:ext uri="{FF2B5EF4-FFF2-40B4-BE49-F238E27FC236}">
                  <a16:creationId xmlns:a16="http://schemas.microsoft.com/office/drawing/2014/main" id="{AC852F1C-C1FE-4901-89F9-F375FC014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6">
              <a:extLst>
                <a:ext uri="{FF2B5EF4-FFF2-40B4-BE49-F238E27FC236}">
                  <a16:creationId xmlns:a16="http://schemas.microsoft.com/office/drawing/2014/main" id="{35EDFA70-64BE-49E0-9FD7-1E647B18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7">
              <a:extLst>
                <a:ext uri="{FF2B5EF4-FFF2-40B4-BE49-F238E27FC236}">
                  <a16:creationId xmlns:a16="http://schemas.microsoft.com/office/drawing/2014/main" id="{97B03449-39AC-4869-A98E-271D736F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8">
              <a:extLst>
                <a:ext uri="{FF2B5EF4-FFF2-40B4-BE49-F238E27FC236}">
                  <a16:creationId xmlns:a16="http://schemas.microsoft.com/office/drawing/2014/main" id="{1C0BBD08-7C5B-48C8-A8E7-BAA29533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9">
              <a:extLst>
                <a:ext uri="{FF2B5EF4-FFF2-40B4-BE49-F238E27FC236}">
                  <a16:creationId xmlns:a16="http://schemas.microsoft.com/office/drawing/2014/main" id="{C065EAEF-9F23-485C-86CD-24C924EBE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0">
              <a:extLst>
                <a:ext uri="{FF2B5EF4-FFF2-40B4-BE49-F238E27FC236}">
                  <a16:creationId xmlns:a16="http://schemas.microsoft.com/office/drawing/2014/main" id="{DB35D267-7154-46DF-B257-537B06014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1">
              <a:extLst>
                <a:ext uri="{FF2B5EF4-FFF2-40B4-BE49-F238E27FC236}">
                  <a16:creationId xmlns:a16="http://schemas.microsoft.com/office/drawing/2014/main" id="{F0BA25BF-09E7-484B-84B2-F28DC6BE7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12">
              <a:extLst>
                <a:ext uri="{FF2B5EF4-FFF2-40B4-BE49-F238E27FC236}">
                  <a16:creationId xmlns:a16="http://schemas.microsoft.com/office/drawing/2014/main" id="{6B34CC28-D4BD-4ACF-953C-6BF4E133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13">
              <a:extLst>
                <a:ext uri="{FF2B5EF4-FFF2-40B4-BE49-F238E27FC236}">
                  <a16:creationId xmlns:a16="http://schemas.microsoft.com/office/drawing/2014/main" id="{54A65A00-B8EF-452C-B398-6D9DB989D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14">
              <a:extLst>
                <a:ext uri="{FF2B5EF4-FFF2-40B4-BE49-F238E27FC236}">
                  <a16:creationId xmlns:a16="http://schemas.microsoft.com/office/drawing/2014/main" id="{BCDD672E-55E6-423E-A6D6-668C4065E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15">
              <a:extLst>
                <a:ext uri="{FF2B5EF4-FFF2-40B4-BE49-F238E27FC236}">
                  <a16:creationId xmlns:a16="http://schemas.microsoft.com/office/drawing/2014/main" id="{6CE59B36-61CE-4150-BD70-28BDA016D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16">
              <a:extLst>
                <a:ext uri="{FF2B5EF4-FFF2-40B4-BE49-F238E27FC236}">
                  <a16:creationId xmlns:a16="http://schemas.microsoft.com/office/drawing/2014/main" id="{359BE796-1871-4668-8400-203F1713D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17">
              <a:extLst>
                <a:ext uri="{FF2B5EF4-FFF2-40B4-BE49-F238E27FC236}">
                  <a16:creationId xmlns:a16="http://schemas.microsoft.com/office/drawing/2014/main" id="{7DCE660E-F817-469C-A043-2880F915E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18">
              <a:extLst>
                <a:ext uri="{FF2B5EF4-FFF2-40B4-BE49-F238E27FC236}">
                  <a16:creationId xmlns:a16="http://schemas.microsoft.com/office/drawing/2014/main" id="{4A487B7C-F95B-4056-B870-DAD845102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19">
              <a:extLst>
                <a:ext uri="{FF2B5EF4-FFF2-40B4-BE49-F238E27FC236}">
                  <a16:creationId xmlns:a16="http://schemas.microsoft.com/office/drawing/2014/main" id="{255E4A38-18AE-4843-8397-801C915F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20">
              <a:extLst>
                <a:ext uri="{FF2B5EF4-FFF2-40B4-BE49-F238E27FC236}">
                  <a16:creationId xmlns:a16="http://schemas.microsoft.com/office/drawing/2014/main" id="{2A2E0241-FDF3-4980-9D43-C473C1A34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21">
              <a:extLst>
                <a:ext uri="{FF2B5EF4-FFF2-40B4-BE49-F238E27FC236}">
                  <a16:creationId xmlns:a16="http://schemas.microsoft.com/office/drawing/2014/main" id="{144EAD6C-D0D0-48DA-A8CC-5E3EF9F2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22">
              <a:extLst>
                <a:ext uri="{FF2B5EF4-FFF2-40B4-BE49-F238E27FC236}">
                  <a16:creationId xmlns:a16="http://schemas.microsoft.com/office/drawing/2014/main" id="{3774DAC2-2D6F-4898-8D72-E441DEB8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23">
              <a:extLst>
                <a:ext uri="{FF2B5EF4-FFF2-40B4-BE49-F238E27FC236}">
                  <a16:creationId xmlns:a16="http://schemas.microsoft.com/office/drawing/2014/main" id="{F5AB8C32-ADC7-4F11-9FB4-9B7E1790E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24">
              <a:extLst>
                <a:ext uri="{FF2B5EF4-FFF2-40B4-BE49-F238E27FC236}">
                  <a16:creationId xmlns:a16="http://schemas.microsoft.com/office/drawing/2014/main" id="{50D4C338-BB14-4E44-9499-5478E3CB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25">
              <a:extLst>
                <a:ext uri="{FF2B5EF4-FFF2-40B4-BE49-F238E27FC236}">
                  <a16:creationId xmlns:a16="http://schemas.microsoft.com/office/drawing/2014/main" id="{46CA7B85-EA46-45D7-B2E6-3B52083D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A4F10B-871C-40A0-AA0D-F6AA853E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>
            <a:normAutofit/>
          </a:bodyPr>
          <a:lstStyle/>
          <a:p>
            <a:pPr algn="l"/>
            <a:r>
              <a:rPr lang="en-CA" sz="3200" dirty="0">
                <a:solidFill>
                  <a:schemeClr val="tx2"/>
                </a:solidFill>
              </a:rPr>
              <a:t>Processing a Triangle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E414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4DF32686-BB82-45F4-A544-05F37C5437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55" r="21435" b="-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072C76B2-672E-4FC3-A2E1-95C65B3223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93817" y="2338388"/>
                <a:ext cx="4099607" cy="367823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Get the line AB, and AC, where A is the newest point, B the second oldest, and C the oldest.</a:t>
                </a:r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CA" sz="1000" dirty="0"/>
                  <a:t>	</a:t>
                </a: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CA" sz="1000" dirty="0"/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Get the line ABC perpendicular to AB and AC</a:t>
                </a:r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endParaRPr lang="en-CA" sz="1000" dirty="0"/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Get the line AO</a:t>
                </a:r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𝐴𝑂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CA" sz="1000" dirty="0"/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If ABC is in the same direction as AO </a:t>
                </a:r>
              </a:p>
              <a:p>
                <a:pPr lvl="1"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CA" sz="1000" b="0" i="1" smtClean="0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CA" sz="1000" b="0" i="1" smtClean="0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CA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𝐴𝑂</m:t>
                    </m:r>
                  </m:oMath>
                </a14:m>
                <a:endParaRPr lang="en-CA" sz="1000" dirty="0"/>
              </a:p>
              <a:p>
                <a:pPr lvl="1"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Get the vector perpendicular to ABC in the direction of AO</a:t>
                </a:r>
              </a:p>
              <a:p>
                <a:pPr lvl="1"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A" sz="1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endParaRPr lang="en-CA" sz="1000" dirty="0"/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:r>
                  <a:rPr lang="en-CA" sz="1000" dirty="0"/>
                  <a:t>Otherwise invert it</a:t>
                </a:r>
              </a:p>
              <a:p>
                <a:pPr>
                  <a:lnSpc>
                    <a:spcPct val="110000"/>
                  </a:lnSpc>
                  <a:buClr>
                    <a:srgbClr val="FE4141"/>
                  </a:buClr>
                </a:pPr>
                <a14:m>
                  <m:oMath xmlns:m="http://schemas.openxmlformats.org/officeDocument/2006/math">
                    <m:r>
                      <a:rPr lang="en-CA" sz="100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sz="100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endParaRPr lang="en-CA" sz="1000" dirty="0"/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072C76B2-672E-4FC3-A2E1-95C65B3223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93817" y="2338388"/>
                <a:ext cx="4099607" cy="3678237"/>
              </a:xfrm>
              <a:blipFill>
                <a:blip r:embed="rId3"/>
                <a:stretch>
                  <a:fillRect b="-33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22510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C80F8371-F698-4D1B-B743-029FAE04C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31618DA6-83DD-4508-B6A1-5739EBA21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A3E95E9C-69A2-4694-8BDE-A02B8C17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FD572C33-F139-4BA2-937F-4A94DF861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7885D8BB-FD79-41E4-8A9E-336BA0641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AB192A73-3A3E-4E18-8127-752651509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E350720F-A80C-4AFD-B20D-9E3F02682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275713ED-7257-4505-B43E-3FA8E0DB0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2">
              <a:extLst>
                <a:ext uri="{FF2B5EF4-FFF2-40B4-BE49-F238E27FC236}">
                  <a16:creationId xmlns:a16="http://schemas.microsoft.com/office/drawing/2014/main" id="{884BCC03-3704-4029-AB6F-5DD980E6D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0B5E60CA-0697-4F7D-8F19-8E8D79B91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F3C7701B-DD79-4FC7-A65C-89619FA66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D8B6DB27-EB59-4D7C-A974-38A910106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70ABA087-9074-41CD-A32F-C4AC21CD0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DCC8902F-E46D-42A0-A226-165BF653F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8C779C8B-6113-474A-894A-DC2959EBE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53A2992E-B6CE-4210-88D8-0E0F78C12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983ADE5C-8F15-4FF8-9445-AA52A0A1C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1D168882-7E2A-4818-8303-D114B849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ACB3B495-7EEC-4869-9ED0-D0F6830CF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F4D546E6-3559-4C02-9D41-E36D57489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9E7EB6D5-1207-4E1D-99A4-20D455191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22694AEC-BD7A-4347-AD42-AF7DCAC4D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66BE48F-47BE-452A-A601-A289EBF2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49AABD3-C47A-4D40-87B2-5C9386CAF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" name="Isosceles Triangle 22">
              <a:extLst>
                <a:ext uri="{FF2B5EF4-FFF2-40B4-BE49-F238E27FC236}">
                  <a16:creationId xmlns:a16="http://schemas.microsoft.com/office/drawing/2014/main" id="{76FB5623-3AD8-4E4B-A4B0-02A09F9D8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217FBA4-45D3-4A83-90F1-341CA9EF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B60B5995-5863-433A-BD78-B159F305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B83A1FE-CD2B-4685-8958-324103F5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AC852F1C-C1FE-4901-89F9-F375FC014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35EDFA70-64BE-49E0-9FD7-1E647B18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97B03449-39AC-4869-A98E-271D736F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1C0BBD08-7C5B-48C8-A8E7-BAA29533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C065EAEF-9F23-485C-86CD-24C924EBE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DB35D267-7154-46DF-B257-537B06014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F0BA25BF-09E7-484B-84B2-F28DC6BE7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6B34CC28-D4BD-4ACF-953C-6BF4E133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A65A00-B8EF-452C-B398-6D9DB989D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BCDD672E-55E6-423E-A6D6-668C4065E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6CE59B36-61CE-4150-BD70-28BDA016D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359BE796-1871-4668-8400-203F1713D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7DCE660E-F817-469C-A043-2880F915E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487B7C-F95B-4056-B870-DAD845102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255E4A38-18AE-4843-8397-801C915F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2A2E0241-FDF3-4980-9D43-C473C1A34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144EAD6C-D0D0-48DA-A8CC-5E3EF9F2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774DAC2-2D6F-4898-8D72-E441DEB8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F5AB8C32-ADC7-4F11-9FB4-9B7E1790E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50D4C338-BB14-4E44-9499-5478E3CB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6CA7B85-EA46-45D7-B2E6-3B52083D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2B6B9B-64AC-4149-955C-98EF15AF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</a:rPr>
              <a:t>Processing a Tetrahedron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C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D94803C-5802-456E-B0C9-CDBDD9B45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7009" r="18480" b="-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D06ECE-A5ED-4ED9-9066-E9682240C9A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293817" y="2338388"/>
                <a:ext cx="4099607" cy="3678237"/>
              </a:xfrm>
            </p:spPr>
            <p:txBody>
              <a:bodyPr vert="horz" lIns="91440" tIns="45720" rIns="91440" bIns="45720" rtlCol="0" anchor="ctr">
                <a:normAutofit fontScale="47500" lnSpcReduction="20000"/>
              </a:bodyPr>
              <a:lstStyle/>
              <a:p>
                <a:pPr>
                  <a:buClr>
                    <a:srgbClr val="FF00C7"/>
                  </a:buClr>
                </a:pPr>
                <a:r>
                  <a:rPr lang="en-US" dirty="0"/>
                  <a:t>Much like triangle we need to get the face normal for all 3 new triangles ABC, ABD, and ACD.</a:t>
                </a:r>
              </a:p>
              <a:p>
                <a:pPr>
                  <a:buClr>
                    <a:srgbClr val="FF00C7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𝐴𝐶</m:t>
                    </m:r>
                  </m:oMath>
                </a14:m>
                <a:r>
                  <a:rPr lang="en-US" dirty="0"/>
                  <a:t>	</a:t>
                </a:r>
              </a:p>
              <a:p>
                <a:pPr>
                  <a:buClr>
                    <a:srgbClr val="FF00C7"/>
                  </a:buClr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𝐴𝐷</m:t>
                    </m:r>
                  </m:oMath>
                </a14:m>
                <a:endParaRPr lang="en-US" dirty="0"/>
              </a:p>
              <a:p>
                <a:pPr>
                  <a:buClr>
                    <a:srgbClr val="FF00C7"/>
                  </a:buClr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𝐴𝐶𝐷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𝐴𝐶</m:t>
                    </m:r>
                  </m:oMath>
                </a14:m>
                <a:endParaRPr lang="en-US" dirty="0"/>
              </a:p>
              <a:p>
                <a:pPr>
                  <a:buClr>
                    <a:srgbClr val="FF00C7"/>
                  </a:buClr>
                </a:pPr>
                <a:r>
                  <a:rPr lang="en-US" dirty="0"/>
                  <a:t>Then check if ABC, ABD, and ACD are in the same direction as the origin AO</a:t>
                </a:r>
              </a:p>
              <a:p>
                <a:pPr>
                  <a:buClr>
                    <a:srgbClr val="FF00C7"/>
                  </a:buClr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𝐴𝑂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CA" dirty="0"/>
              </a:p>
              <a:p>
                <a:pPr>
                  <a:buClr>
                    <a:srgbClr val="FF00C7"/>
                  </a:buClr>
                </a:pP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𝐴𝐵𝐶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𝐴𝑂</m:t>
                    </m:r>
                  </m:oMath>
                </a14:m>
                <a:endParaRPr lang="en-CA" dirty="0">
                  <a:ea typeface="Cambria Math" panose="02040503050406030204" pitchFamily="18" charset="0"/>
                </a:endParaRPr>
              </a:p>
              <a:p>
                <a:pPr lvl="1">
                  <a:buClr>
                    <a:srgbClr val="FF00C7"/>
                  </a:buClr>
                </a:pPr>
                <a:r>
                  <a:rPr lang="en-US" dirty="0"/>
                  <a:t>Remove d</a:t>
                </a:r>
              </a:p>
              <a:p>
                <a:pPr>
                  <a:buClr>
                    <a:srgbClr val="FF00C7"/>
                  </a:buClr>
                </a:pPr>
                <a:r>
                  <a:rPr lang="en-CA" dirty="0"/>
                  <a:t>Else,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𝐴𝑂</m:t>
                    </m:r>
                  </m:oMath>
                </a14:m>
                <a:endParaRPr lang="en-CA" dirty="0">
                  <a:ea typeface="Cambria Math" panose="02040503050406030204" pitchFamily="18" charset="0"/>
                </a:endParaRPr>
              </a:p>
              <a:p>
                <a:pPr lvl="1">
                  <a:buClr>
                    <a:srgbClr val="FF00C7"/>
                  </a:buClr>
                </a:pPr>
                <a:r>
                  <a:rPr lang="en-US" dirty="0"/>
                  <a:t>Remove c</a:t>
                </a:r>
              </a:p>
              <a:p>
                <a:pPr>
                  <a:buClr>
                    <a:srgbClr val="FF00C7"/>
                  </a:buClr>
                </a:pPr>
                <a:r>
                  <a:rPr lang="en-CA" dirty="0"/>
                  <a:t>Else,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𝐴𝐶𝐷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𝐴𝑂</m:t>
                    </m:r>
                  </m:oMath>
                </a14:m>
                <a:endParaRPr lang="en-US" dirty="0"/>
              </a:p>
              <a:p>
                <a:pPr lvl="1">
                  <a:buClr>
                    <a:srgbClr val="FF00C7"/>
                  </a:buClr>
                </a:pPr>
                <a:r>
                  <a:rPr lang="en-US" dirty="0"/>
                  <a:t>Remove b</a:t>
                </a:r>
              </a:p>
              <a:p>
                <a:pPr>
                  <a:buClr>
                    <a:srgbClr val="FF00C7"/>
                  </a:buClr>
                </a:pPr>
                <a:r>
                  <a:rPr lang="en-US" dirty="0"/>
                  <a:t>Else, origin is inside the tetrahedron.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6D06ECE-A5ED-4ED9-9066-E9682240C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293817" y="2338388"/>
                <a:ext cx="4099607" cy="36782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0571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C80F8371-F698-4D1B-B743-029FAE04C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4" name="Freeform 5">
              <a:extLst>
                <a:ext uri="{FF2B5EF4-FFF2-40B4-BE49-F238E27FC236}">
                  <a16:creationId xmlns:a16="http://schemas.microsoft.com/office/drawing/2014/main" id="{31618DA6-83DD-4508-B6A1-5739EBA21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A3E95E9C-69A2-4694-8BDE-A02B8C17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7">
              <a:extLst>
                <a:ext uri="{FF2B5EF4-FFF2-40B4-BE49-F238E27FC236}">
                  <a16:creationId xmlns:a16="http://schemas.microsoft.com/office/drawing/2014/main" id="{FD572C33-F139-4BA2-937F-4A94DF861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8">
              <a:extLst>
                <a:ext uri="{FF2B5EF4-FFF2-40B4-BE49-F238E27FC236}">
                  <a16:creationId xmlns:a16="http://schemas.microsoft.com/office/drawing/2014/main" id="{7885D8BB-FD79-41E4-8A9E-336BA06417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AB192A73-3A3E-4E18-8127-752651509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E350720F-A80C-4AFD-B20D-9E3F02682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275713ED-7257-4505-B43E-3FA8E0DB0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2">
              <a:extLst>
                <a:ext uri="{FF2B5EF4-FFF2-40B4-BE49-F238E27FC236}">
                  <a16:creationId xmlns:a16="http://schemas.microsoft.com/office/drawing/2014/main" id="{884BCC03-3704-4029-AB6F-5DD980E6D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0B5E60CA-0697-4F7D-8F19-8E8D79B91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F3C7701B-DD79-4FC7-A65C-89619FA66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5">
              <a:extLst>
                <a:ext uri="{FF2B5EF4-FFF2-40B4-BE49-F238E27FC236}">
                  <a16:creationId xmlns:a16="http://schemas.microsoft.com/office/drawing/2014/main" id="{D8B6DB27-EB59-4D7C-A974-38A910106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70ABA087-9074-41CD-A32F-C4AC21CD0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7">
              <a:extLst>
                <a:ext uri="{FF2B5EF4-FFF2-40B4-BE49-F238E27FC236}">
                  <a16:creationId xmlns:a16="http://schemas.microsoft.com/office/drawing/2014/main" id="{DCC8902F-E46D-42A0-A226-165BF653F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8">
              <a:extLst>
                <a:ext uri="{FF2B5EF4-FFF2-40B4-BE49-F238E27FC236}">
                  <a16:creationId xmlns:a16="http://schemas.microsoft.com/office/drawing/2014/main" id="{8C779C8B-6113-474A-894A-DC2959EBE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9">
              <a:extLst>
                <a:ext uri="{FF2B5EF4-FFF2-40B4-BE49-F238E27FC236}">
                  <a16:creationId xmlns:a16="http://schemas.microsoft.com/office/drawing/2014/main" id="{53A2992E-B6CE-4210-88D8-0E0F78C12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20">
              <a:extLst>
                <a:ext uri="{FF2B5EF4-FFF2-40B4-BE49-F238E27FC236}">
                  <a16:creationId xmlns:a16="http://schemas.microsoft.com/office/drawing/2014/main" id="{983ADE5C-8F15-4FF8-9445-AA52A0A1C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1">
              <a:extLst>
                <a:ext uri="{FF2B5EF4-FFF2-40B4-BE49-F238E27FC236}">
                  <a16:creationId xmlns:a16="http://schemas.microsoft.com/office/drawing/2014/main" id="{1D168882-7E2A-4818-8303-D114B8492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ACB3B495-7EEC-4869-9ED0-D0F6830CF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F4D546E6-3559-4C02-9D41-E36D57489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9E7EB6D5-1207-4E1D-99A4-20D455191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22694AEC-BD7A-4347-AD42-AF7DCAC4D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66BE48F-47BE-452A-A601-A289EBF20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49AABD3-C47A-4D40-87B2-5C9386CAF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" name="Isosceles Triangle 22">
              <a:extLst>
                <a:ext uri="{FF2B5EF4-FFF2-40B4-BE49-F238E27FC236}">
                  <a16:creationId xmlns:a16="http://schemas.microsoft.com/office/drawing/2014/main" id="{76FB5623-3AD8-4E4B-A4B0-02A09F9D8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217FBA4-45D3-4A83-90F1-341CA9EF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B60B5995-5863-433A-BD78-B159F305F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B83A1FE-CD2B-4685-8958-324103F58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04" name="Freeform 5">
              <a:extLst>
                <a:ext uri="{FF2B5EF4-FFF2-40B4-BE49-F238E27FC236}">
                  <a16:creationId xmlns:a16="http://schemas.microsoft.com/office/drawing/2014/main" id="{AC852F1C-C1FE-4901-89F9-F375FC014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35EDFA70-64BE-49E0-9FD7-1E647B185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97B03449-39AC-4869-A98E-271D736F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1C0BBD08-7C5B-48C8-A8E7-BAA295339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C065EAEF-9F23-485C-86CD-24C924EBE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DB35D267-7154-46DF-B257-537B06014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F0BA25BF-09E7-484B-84B2-F28DC6BE7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6B34CC28-D4BD-4ACF-953C-6BF4E133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A65A00-B8EF-452C-B398-6D9DB989D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BCDD672E-55E6-423E-A6D6-668C4065E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6CE59B36-61CE-4150-BD70-28BDA016D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359BE796-1871-4668-8400-203F1713D2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7DCE660E-F817-469C-A043-2880F915E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487B7C-F95B-4056-B870-DAD845102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255E4A38-18AE-4843-8397-801C915F7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2A2E0241-FDF3-4980-9D43-C473C1A34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144EAD6C-D0D0-48DA-A8CC-5E3EF9F2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774DAC2-2D6F-4898-8D72-E441DEB8C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F5AB8C32-ADC7-4F11-9FB4-9B7E1790E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50D4C338-BB14-4E44-9499-5478E3CBB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6CA7B85-EA46-45D7-B2E6-3B52083DE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2B6B9B-64AC-4149-955C-98EF15AF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686" y="795527"/>
            <a:ext cx="4123738" cy="1433323"/>
          </a:xfrm>
        </p:spPr>
        <p:txBody>
          <a:bodyPr vert="horz" lIns="228600" tIns="228600" rIns="228600" bIns="228600" rtlCol="0"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</a:rPr>
              <a:t>Tetrahedron Origin Containment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F00C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D94803C-5802-456E-B0C9-CDBDD9B45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7009" r="18480" b="-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D06ECE-A5ED-4ED9-9066-E9682240C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3817" y="2338388"/>
            <a:ext cx="4099607" cy="36782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buClr>
                <a:srgbClr val="FF00C7"/>
              </a:buClr>
            </a:pPr>
            <a:r>
              <a:rPr lang="en-US" dirty="0"/>
              <a:t>Okay, so what is happening here?</a:t>
            </a:r>
          </a:p>
          <a:p>
            <a:pPr>
              <a:buClr>
                <a:srgbClr val="FF00C7"/>
              </a:buClr>
            </a:pPr>
            <a:r>
              <a:rPr lang="en-US" dirty="0"/>
              <a:t>If the direction to the origin is in the same direction as ABC, ABD, or ACD.</a:t>
            </a:r>
          </a:p>
          <a:p>
            <a:pPr>
              <a:buClr>
                <a:srgbClr val="FF00C7"/>
              </a:buClr>
            </a:pPr>
            <a:r>
              <a:rPr lang="en-US" dirty="0"/>
              <a:t>Then the origin isn’t inside the tetrahedron.</a:t>
            </a:r>
          </a:p>
          <a:p>
            <a:pPr>
              <a:buClr>
                <a:srgbClr val="FF00C7"/>
              </a:buClr>
            </a:pPr>
            <a:r>
              <a:rPr lang="en-US" dirty="0"/>
              <a:t>And we should look in the direction corresponding to the triangle we just checked.</a:t>
            </a:r>
          </a:p>
          <a:p>
            <a:pPr>
              <a:buClr>
                <a:srgbClr val="FF00C7"/>
              </a:buClr>
            </a:pPr>
            <a:r>
              <a:rPr lang="en-US" dirty="0"/>
              <a:t>Use Process a Triangle for that.</a:t>
            </a:r>
          </a:p>
        </p:txBody>
      </p:sp>
    </p:spTree>
    <p:extLst>
      <p:ext uri="{BB962C8B-B14F-4D97-AF65-F5344CB8AC3E}">
        <p14:creationId xmlns:p14="http://schemas.microsoft.com/office/powerpoint/2010/main" val="140815802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529E332-1F12-4C15-9CD2-46B47C797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EB70D1D9-E454-41A2-8131-F87C242E5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2BD80611-E3DE-49D3-957E-D2672511E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47537A2-1EBB-45DF-81BB-24C8069BF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D80068E-88CF-4AFA-A33B-4C67E9DA2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6D3A694A-2C63-4465-903F-2C446C2E9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2AB06086-11CF-41B2-BCA8-F4FD52333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9322517-D640-42FC-95E7-636922C30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6D353CC0-9B35-4CD3-80D4-CBE64AB17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240FB68B-B3F7-4ACD-BFA8-24993E47B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B71C62F0-2D69-4E12-97FD-4FDA2443B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29D09D3-D44B-4C33-B67D-A33A6250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F253173C-BDD8-4E76-8508-D65436C6C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98F05129-C6FB-43CA-81A0-3C0E79AEF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DB362655-D4C7-4196-936B-1AC33DC1D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081F342A-5654-44A6-8616-8C0E7BDF4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8D067AD4-45F5-405D-A7C5-05E2B4968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777D4B7-909A-4179-B8F2-4A7DC775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48BF3507-BFDE-4733-8CDF-3FDD87FAD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84D14DCD-6EDC-4E92-ADA7-5CA363656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40BBA1-E470-44B7-8606-F8BCF6B9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7F90053-2737-4E1E-BDBF-D1F2DA63C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9C47D012-ADE5-486B-A297-A95FE2F21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E063DDE-7A1D-4211-952B-F30B31DEE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2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95BF2C-EE8C-41DA-8FE6-F3E7A3FB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277" y="2061838"/>
            <a:ext cx="6959446" cy="1662475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800"/>
              <a:t>Up Next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600A0-7BC8-4865-AC9F-BA7D715DE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8938" y="3783690"/>
            <a:ext cx="5414125" cy="1196717"/>
          </a:xfrm>
        </p:spPr>
        <p:txBody>
          <a:bodyPr vert="horz" lIns="91440" tIns="0" rIns="91440" bIns="45720" rtlCol="0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>
                <a:solidFill>
                  <a:srgbClr val="FFFEFF"/>
                </a:solidFill>
              </a:rPr>
              <a:t>Resolving a collision with GJK</a:t>
            </a:r>
          </a:p>
        </p:txBody>
      </p:sp>
    </p:spTree>
    <p:extLst>
      <p:ext uri="{BB962C8B-B14F-4D97-AF65-F5344CB8AC3E}">
        <p14:creationId xmlns:p14="http://schemas.microsoft.com/office/powerpoint/2010/main" val="2158163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529E332-1F12-4C15-9CD2-46B47C797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EB70D1D9-E454-41A2-8131-F87C242E5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D80611-E3DE-49D3-957E-D2672511E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47537A2-1EBB-45DF-81BB-24C8069BF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D80068E-88CF-4AFA-A33B-4C67E9DA2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D3A694A-2C63-4465-903F-2C446C2E9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2AB06086-11CF-41B2-BCA8-F4FD52333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322517-D640-42FC-95E7-636922C30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6D353CC0-9B35-4CD3-80D4-CBE64AB17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240FB68B-B3F7-4ACD-BFA8-24993E47B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71C62F0-2D69-4E12-97FD-4FDA2443B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E29D09D3-D44B-4C33-B67D-A33A62508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253173C-BDD8-4E76-8508-D65436C6C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8F05129-C6FB-43CA-81A0-3C0E79AEF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B362655-D4C7-4196-936B-1AC33DC1D2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81F342A-5654-44A6-8616-8C0E7BDF44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D067AD4-45F5-405D-A7C5-05E2B4968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1777D4B7-909A-4179-B8F2-4A7DC775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8BF3507-BFDE-4733-8CDF-3FDD87FAD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84D14DCD-6EDC-4E92-ADA7-5CA3636560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C40BBA1-E470-44B7-8606-F8BCF6B96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F90053-2737-4E1E-BDBF-D1F2DA63C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C47D012-ADE5-486B-A297-A95FE2F21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E063DDE-7A1D-4211-952B-F30B31DEE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11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7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8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6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accent1">
                  <a:alpha val="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4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accent1">
                  <a:alpha val="3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53D7CE10-DF42-46D7-AAC3-1A97356B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374" y="1263404"/>
            <a:ext cx="8247189" cy="3115075"/>
          </a:xfrm>
        </p:spPr>
        <p:txBody>
          <a:bodyPr vert="horz" lIns="228600" tIns="228600" rIns="228600" bIns="0" rtlCol="0" anchor="b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7200">
                <a:solidFill>
                  <a:schemeClr val="accent1"/>
                </a:solidFill>
              </a:rPr>
              <a:t>Fin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DF13FD-535C-495E-81D8-B09782CF0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7374" y="4560432"/>
            <a:ext cx="8300202" cy="1228171"/>
          </a:xfrm>
        </p:spPr>
        <p:txBody>
          <a:bodyPr vert="horz" lIns="91440" tIns="0" rIns="91440" bIns="45720" rtlCol="0">
            <a:normAutofit/>
          </a:bodyPr>
          <a:lstStyle/>
          <a:p>
            <a:pPr algn="l">
              <a:lnSpc>
                <a:spcPct val="100000"/>
              </a:lnSpc>
            </a:pP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3F39476B-1A6D-47CB-AC7A-FB87EF00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90253" y="3276595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16582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3960F"/>
      </a:accent1>
      <a:accent2>
        <a:srgbClr val="E04116"/>
      </a:accent2>
      <a:accent3>
        <a:srgbClr val="9D4DE7"/>
      </a:accent3>
      <a:accent4>
        <a:srgbClr val="449EF3"/>
      </a:accent4>
      <a:accent5>
        <a:srgbClr val="39C6BE"/>
      </a:accent5>
      <a:accent6>
        <a:srgbClr val="88C933"/>
      </a:accent6>
      <a:hlink>
        <a:srgbClr val="EBB41F"/>
      </a:hlink>
      <a:folHlink>
        <a:srgbClr val="E1D676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29B3952A-A5A2-4E72-A5C9-A88B41734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70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 Light</vt:lpstr>
      <vt:lpstr>Cambria Math</vt:lpstr>
      <vt:lpstr>Rockwell</vt:lpstr>
      <vt:lpstr>Wingdings</vt:lpstr>
      <vt:lpstr>Atlas</vt:lpstr>
      <vt:lpstr>Document</vt:lpstr>
      <vt:lpstr>GJK Origin Overlap</vt:lpstr>
      <vt:lpstr>Overview</vt:lpstr>
      <vt:lpstr>Review building simplices</vt:lpstr>
      <vt:lpstr>Building a Point</vt:lpstr>
      <vt:lpstr>Building a Point</vt:lpstr>
      <vt:lpstr>Processing a Line</vt:lpstr>
      <vt:lpstr>Let’s explain the Triple Cross Product</vt:lpstr>
      <vt:lpstr>Triple Cross Product</vt:lpstr>
      <vt:lpstr>Triple Cross Product</vt:lpstr>
      <vt:lpstr>Okay, continuing</vt:lpstr>
      <vt:lpstr>Processing a Triangle</vt:lpstr>
      <vt:lpstr>Processing a Tetrahedron</vt:lpstr>
      <vt:lpstr>Tetrahedron Origin Containment</vt:lpstr>
      <vt:lpstr>Up Next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GJK Origin Overlap</dc:title>
  <dc:creator>Aidan Dearing</dc:creator>
  <cp:lastModifiedBy>Aidan Dearing</cp:lastModifiedBy>
  <cp:revision>1</cp:revision>
  <dcterms:created xsi:type="dcterms:W3CDTF">2019-04-08T18:13:40Z</dcterms:created>
  <dcterms:modified xsi:type="dcterms:W3CDTF">2019-04-08T18:13:44Z</dcterms:modified>
</cp:coreProperties>
</file>